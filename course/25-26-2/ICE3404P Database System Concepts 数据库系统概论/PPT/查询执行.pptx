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3" r:id="rId1"/>
  </p:sldMasterIdLst>
  <p:notesMasterIdLst>
    <p:notesMasterId r:id="rId83"/>
  </p:notesMasterIdLst>
  <p:handoutMasterIdLst>
    <p:handoutMasterId r:id="rId84"/>
  </p:handoutMasterIdLst>
  <p:sldIdLst>
    <p:sldId id="322" r:id="rId2"/>
    <p:sldId id="323" r:id="rId3"/>
    <p:sldId id="257" r:id="rId4"/>
    <p:sldId id="366" r:id="rId5"/>
    <p:sldId id="259" r:id="rId6"/>
    <p:sldId id="325" r:id="rId7"/>
    <p:sldId id="365" r:id="rId8"/>
    <p:sldId id="320" r:id="rId9"/>
    <p:sldId id="327" r:id="rId10"/>
    <p:sldId id="258" r:id="rId11"/>
    <p:sldId id="324" r:id="rId12"/>
    <p:sldId id="266" r:id="rId13"/>
    <p:sldId id="261" r:id="rId14"/>
    <p:sldId id="363" r:id="rId15"/>
    <p:sldId id="267" r:id="rId16"/>
    <p:sldId id="328" r:id="rId17"/>
    <p:sldId id="329" r:id="rId18"/>
    <p:sldId id="330" r:id="rId19"/>
    <p:sldId id="331" r:id="rId20"/>
    <p:sldId id="332" r:id="rId21"/>
    <p:sldId id="333" r:id="rId22"/>
    <p:sldId id="334" r:id="rId23"/>
    <p:sldId id="335" r:id="rId24"/>
    <p:sldId id="263" r:id="rId25"/>
    <p:sldId id="276" r:id="rId26"/>
    <p:sldId id="277" r:id="rId27"/>
    <p:sldId id="336" r:id="rId28"/>
    <p:sldId id="337" r:id="rId29"/>
    <p:sldId id="338" r:id="rId30"/>
    <p:sldId id="339" r:id="rId31"/>
    <p:sldId id="340" r:id="rId32"/>
    <p:sldId id="341" r:id="rId33"/>
    <p:sldId id="342" r:id="rId34"/>
    <p:sldId id="343" r:id="rId35"/>
    <p:sldId id="264" r:id="rId36"/>
    <p:sldId id="297" r:id="rId37"/>
    <p:sldId id="298" r:id="rId38"/>
    <p:sldId id="344" r:id="rId39"/>
    <p:sldId id="346" r:id="rId40"/>
    <p:sldId id="347" r:id="rId41"/>
    <p:sldId id="348" r:id="rId42"/>
    <p:sldId id="349" r:id="rId43"/>
    <p:sldId id="350" r:id="rId44"/>
    <p:sldId id="351" r:id="rId45"/>
    <p:sldId id="352" r:id="rId46"/>
    <p:sldId id="326" r:id="rId47"/>
    <p:sldId id="367" r:id="rId48"/>
    <p:sldId id="354" r:id="rId49"/>
    <p:sldId id="358" r:id="rId50"/>
    <p:sldId id="359" r:id="rId51"/>
    <p:sldId id="360" r:id="rId52"/>
    <p:sldId id="361" r:id="rId53"/>
    <p:sldId id="362" r:id="rId54"/>
    <p:sldId id="355" r:id="rId55"/>
    <p:sldId id="369" r:id="rId56"/>
    <p:sldId id="371" r:id="rId57"/>
    <p:sldId id="372" r:id="rId58"/>
    <p:sldId id="373" r:id="rId59"/>
    <p:sldId id="308" r:id="rId60"/>
    <p:sldId id="319" r:id="rId61"/>
    <p:sldId id="370" r:id="rId62"/>
    <p:sldId id="356" r:id="rId63"/>
    <p:sldId id="357" r:id="rId64"/>
    <p:sldId id="318" r:id="rId65"/>
    <p:sldId id="353" r:id="rId66"/>
    <p:sldId id="288" r:id="rId67"/>
    <p:sldId id="289" r:id="rId68"/>
    <p:sldId id="316" r:id="rId69"/>
    <p:sldId id="374" r:id="rId70"/>
    <p:sldId id="317" r:id="rId71"/>
    <p:sldId id="265" r:id="rId72"/>
    <p:sldId id="314" r:id="rId73"/>
    <p:sldId id="315" r:id="rId74"/>
    <p:sldId id="290" r:id="rId75"/>
    <p:sldId id="309" r:id="rId76"/>
    <p:sldId id="291" r:id="rId77"/>
    <p:sldId id="310" r:id="rId78"/>
    <p:sldId id="311" r:id="rId79"/>
    <p:sldId id="312" r:id="rId80"/>
    <p:sldId id="364" r:id="rId81"/>
    <p:sldId id="321" r:id="rId8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5BE43E1-2CBB-F241-87DA-B951F11DD743}">
          <p14:sldIdLst>
            <p14:sldId id="322"/>
            <p14:sldId id="323"/>
            <p14:sldId id="257"/>
            <p14:sldId id="366"/>
            <p14:sldId id="259"/>
            <p14:sldId id="325"/>
            <p14:sldId id="365"/>
            <p14:sldId id="320"/>
            <p14:sldId id="327"/>
          </p14:sldIdLst>
        </p14:section>
        <p14:section name="火山模型" id="{FB151D2F-DAAA-49DA-9FFA-1A1E139E36CB}">
          <p14:sldIdLst>
            <p14:sldId id="258"/>
            <p14:sldId id="324"/>
            <p14:sldId id="266"/>
            <p14:sldId id="261"/>
            <p14:sldId id="363"/>
            <p14:sldId id="267"/>
            <p14:sldId id="328"/>
            <p14:sldId id="329"/>
            <p14:sldId id="330"/>
            <p14:sldId id="331"/>
            <p14:sldId id="332"/>
            <p14:sldId id="333"/>
            <p14:sldId id="334"/>
            <p14:sldId id="335"/>
          </p14:sldIdLst>
        </p14:section>
        <p14:section name="物化模型" id="{B7BC41B9-F949-43D7-ACF9-23053B710389}">
          <p14:sldIdLst>
            <p14:sldId id="263"/>
            <p14:sldId id="276"/>
            <p14:sldId id="277"/>
            <p14:sldId id="336"/>
            <p14:sldId id="337"/>
            <p14:sldId id="338"/>
            <p14:sldId id="339"/>
            <p14:sldId id="340"/>
            <p14:sldId id="341"/>
            <p14:sldId id="342"/>
            <p14:sldId id="343"/>
          </p14:sldIdLst>
        </p14:section>
        <p14:section name="向量化执行" id="{DE8411B1-0643-43E6-A495-E773652C135A}">
          <p14:sldIdLst>
            <p14:sldId id="264"/>
            <p14:sldId id="297"/>
            <p14:sldId id="298"/>
            <p14:sldId id="344"/>
            <p14:sldId id="346"/>
            <p14:sldId id="347"/>
            <p14:sldId id="348"/>
            <p14:sldId id="349"/>
            <p14:sldId id="350"/>
            <p14:sldId id="351"/>
            <p14:sldId id="352"/>
            <p14:sldId id="326"/>
          </p14:sldIdLst>
        </p14:section>
        <p14:section name="自底向上" id="{DC079389-D872-7C4B-A9EE-717877A31608}">
          <p14:sldIdLst>
            <p14:sldId id="367"/>
            <p14:sldId id="354"/>
            <p14:sldId id="358"/>
            <p14:sldId id="359"/>
            <p14:sldId id="360"/>
            <p14:sldId id="361"/>
            <p14:sldId id="362"/>
            <p14:sldId id="355"/>
          </p14:sldIdLst>
        </p14:section>
        <p14:section name="SIMD" id="{FAC9AC1B-279A-42AA-9172-095D6614476A}">
          <p14:sldIdLst>
            <p14:sldId id="369"/>
            <p14:sldId id="371"/>
            <p14:sldId id="372"/>
            <p14:sldId id="373"/>
            <p14:sldId id="308"/>
            <p14:sldId id="319"/>
          </p14:sldIdLst>
        </p14:section>
        <p14:section name="LLVM" id="{BE40AD67-E2DF-45D5-99EC-0865FF92E8E8}">
          <p14:sldIdLst>
            <p14:sldId id="370"/>
            <p14:sldId id="356"/>
            <p14:sldId id="357"/>
            <p14:sldId id="318"/>
            <p14:sldId id="353"/>
          </p14:sldIdLst>
        </p14:section>
        <p14:section name="AOT &amp; JIT" id="{325CA858-3F64-44BD-8606-1585E1420CBB}">
          <p14:sldIdLst>
            <p14:sldId id="288"/>
            <p14:sldId id="289"/>
            <p14:sldId id="316"/>
            <p14:sldId id="374"/>
            <p14:sldId id="317"/>
          </p14:sldIdLst>
        </p14:section>
        <p14:section name="HIQUE" id="{EE0150B2-6533-44FC-8AE6-4C681D0E061E}">
          <p14:sldIdLst>
            <p14:sldId id="265"/>
            <p14:sldId id="314"/>
            <p14:sldId id="315"/>
          </p14:sldIdLst>
        </p14:section>
        <p14:section name="HYPER" id="{5384F596-7A2C-47B1-9781-80BB9618214C}">
          <p14:sldIdLst>
            <p14:sldId id="290"/>
            <p14:sldId id="309"/>
            <p14:sldId id="291"/>
            <p14:sldId id="310"/>
            <p14:sldId id="311"/>
            <p14:sldId id="312"/>
            <p14:sldId id="364"/>
            <p14:sldId id="321"/>
          </p14:sldIdLst>
        </p14:section>
      </p14:sectionLst>
    </p:ext>
    <p:ext uri="{EFAFB233-063F-42B5-8137-9DF3F51BA10A}">
      <p15:sldGuideLst xmlns:p15="http://schemas.microsoft.com/office/powerpoint/2012/main">
        <p15:guide id="1" orient="horz" pos="459"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432FF"/>
    <a:srgbClr val="701988"/>
    <a:srgbClr val="F2F2F2"/>
    <a:srgbClr val="2D2DB9"/>
    <a:srgbClr val="CDCDE6"/>
    <a:srgbClr val="E8E8F3"/>
    <a:srgbClr val="6F1687"/>
    <a:srgbClr val="7886CA"/>
    <a:srgbClr val="92CBF6"/>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74" autoAdjust="0"/>
    <p:restoredTop sz="89488"/>
  </p:normalViewPr>
  <p:slideViewPr>
    <p:cSldViewPr snapToGrid="0" snapToObjects="1">
      <p:cViewPr varScale="1">
        <p:scale>
          <a:sx n="112" d="100"/>
          <a:sy n="112" d="100"/>
        </p:scale>
        <p:origin x="1424" y="184"/>
      </p:cViewPr>
      <p:guideLst>
        <p:guide orient="horz" pos="459"/>
        <p:guide pos="3840"/>
      </p:guideLst>
    </p:cSldViewPr>
  </p:slideViewPr>
  <p:notesTextViewPr>
    <p:cViewPr>
      <p:scale>
        <a:sx n="125" d="100"/>
        <a:sy n="125" d="100"/>
      </p:scale>
      <p:origin x="0" y="0"/>
    </p:cViewPr>
  </p:notesTextViewPr>
  <p:sorterViewPr>
    <p:cViewPr varScale="1">
      <p:scale>
        <a:sx n="1" d="1"/>
        <a:sy n="1" d="1"/>
      </p:scale>
      <p:origin x="0" y="0"/>
    </p:cViewPr>
  </p:sorterViewPr>
  <p:notesViewPr>
    <p:cSldViewPr snapToGrid="0" snapToObjects="1">
      <p:cViewPr varScale="1">
        <p:scale>
          <a:sx n="54" d="100"/>
          <a:sy n="54" d="100"/>
        </p:scale>
        <p:origin x="5264" y="21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176EE9-E84D-4389-8F31-E007F50F0A23}" type="doc">
      <dgm:prSet loTypeId="urn:microsoft.com/office/officeart/2005/8/layout/arrow2" loCatId="process" qsTypeId="urn:microsoft.com/office/officeart/2005/8/quickstyle/3d4" qsCatId="3D" csTypeId="urn:microsoft.com/office/officeart/2005/8/colors/accent6_4" csCatId="accent6" phldr="1"/>
      <dgm:spPr/>
    </dgm:pt>
    <dgm:pt modelId="{7BF22C3E-CD1A-4C06-9DD9-EDBCD74C6CC4}">
      <dgm:prSet phldrT="[文本]" custT="1"/>
      <dgm:spPr/>
      <dgm:t>
        <a:bodyPr/>
        <a:lstStyle/>
        <a:p>
          <a:r>
            <a:rPr lang="zh-CN" altLang="en-US" sz="2000" b="1" dirty="0">
              <a:solidFill>
                <a:srgbClr val="6F1687"/>
              </a:solidFill>
              <a:latin typeface="微软雅黑" panose="020B0503020204020204" pitchFamily="34" charset="-122"/>
              <a:ea typeface="微软雅黑" panose="020B0503020204020204" pitchFamily="34" charset="-122"/>
            </a:rPr>
            <a:t>火山模型</a:t>
          </a:r>
          <a:br>
            <a:rPr lang="en-US" altLang="zh-CN"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1994</a:t>
          </a:r>
          <a:r>
            <a:rPr lang="zh-CN" altLang="en-US" sz="2000" dirty="0">
              <a:latin typeface="微软雅黑" panose="020B0503020204020204" pitchFamily="34" charset="-122"/>
              <a:ea typeface="微软雅黑" panose="020B0503020204020204" pitchFamily="34" charset="-122"/>
            </a:rPr>
            <a:t>）</a:t>
          </a:r>
        </a:p>
      </dgm:t>
    </dgm:pt>
    <dgm:pt modelId="{62009045-2B40-44A3-9E87-B55B262826BB}" type="parTrans" cxnId="{E5A81090-4366-45A8-9FAB-D4C6EBA6861C}">
      <dgm:prSet/>
      <dgm:spPr/>
      <dgm:t>
        <a:bodyPr/>
        <a:lstStyle/>
        <a:p>
          <a:endParaRPr lang="zh-CN" altLang="en-US" sz="2800">
            <a:latin typeface="SimHei" panose="02010609060101010101" pitchFamily="49" charset="-122"/>
            <a:ea typeface="SimHei" panose="02010609060101010101" pitchFamily="49" charset="-122"/>
          </a:endParaRPr>
        </a:p>
      </dgm:t>
    </dgm:pt>
    <dgm:pt modelId="{36725D67-BD1C-4437-A5C0-D7A8AACDDF51}" type="sibTrans" cxnId="{E5A81090-4366-45A8-9FAB-D4C6EBA6861C}">
      <dgm:prSet/>
      <dgm:spPr/>
      <dgm:t>
        <a:bodyPr/>
        <a:lstStyle/>
        <a:p>
          <a:endParaRPr lang="zh-CN" altLang="en-US" sz="2800">
            <a:latin typeface="SimHei" panose="02010609060101010101" pitchFamily="49" charset="-122"/>
            <a:ea typeface="SimHei" panose="02010609060101010101" pitchFamily="49" charset="-122"/>
          </a:endParaRPr>
        </a:p>
      </dgm:t>
    </dgm:pt>
    <dgm:pt modelId="{6249417D-52A9-400B-BBBE-30E620192C6E}">
      <dgm:prSet phldrT="[文本]" custT="1"/>
      <dgm:spPr/>
      <dgm:t>
        <a:bodyPr/>
        <a:lstStyle/>
        <a:p>
          <a:r>
            <a:rPr lang="zh-CN" altLang="en-US" sz="2000" b="1" dirty="0">
              <a:solidFill>
                <a:srgbClr val="6F1687"/>
              </a:solidFill>
              <a:latin typeface="微软雅黑" panose="020B0503020204020204" pitchFamily="34" charset="-122"/>
              <a:ea typeface="微软雅黑" panose="020B0503020204020204" pitchFamily="34" charset="-122"/>
            </a:rPr>
            <a:t>向量化执行</a:t>
          </a:r>
          <a:br>
            <a:rPr lang="en-US" altLang="zh-CN" sz="2000" dirty="0">
              <a:solidFill>
                <a:srgbClr val="6F1687"/>
              </a:solidFill>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2005</a:t>
          </a:r>
          <a:r>
            <a:rPr lang="zh-CN" altLang="en-US" sz="2000" dirty="0">
              <a:latin typeface="微软雅黑" panose="020B0503020204020204" pitchFamily="34" charset="-122"/>
              <a:ea typeface="微软雅黑" panose="020B0503020204020204" pitchFamily="34" charset="-122"/>
            </a:rPr>
            <a:t>）</a:t>
          </a:r>
        </a:p>
      </dgm:t>
    </dgm:pt>
    <dgm:pt modelId="{2AC151FA-72FE-4403-B957-FC6279E86208}" type="parTrans" cxnId="{0F81230C-46D5-4EC1-9655-37C43403C3D7}">
      <dgm:prSet/>
      <dgm:spPr/>
      <dgm:t>
        <a:bodyPr/>
        <a:lstStyle/>
        <a:p>
          <a:endParaRPr lang="zh-CN" altLang="en-US" sz="2800">
            <a:latin typeface="SimHei" panose="02010609060101010101" pitchFamily="49" charset="-122"/>
            <a:ea typeface="SimHei" panose="02010609060101010101" pitchFamily="49" charset="-122"/>
          </a:endParaRPr>
        </a:p>
      </dgm:t>
    </dgm:pt>
    <dgm:pt modelId="{A0DE52C3-BE70-4BD6-A408-E4179AAB6D81}" type="sibTrans" cxnId="{0F81230C-46D5-4EC1-9655-37C43403C3D7}">
      <dgm:prSet/>
      <dgm:spPr/>
      <dgm:t>
        <a:bodyPr/>
        <a:lstStyle/>
        <a:p>
          <a:endParaRPr lang="zh-CN" altLang="en-US" sz="2800">
            <a:latin typeface="SimHei" panose="02010609060101010101" pitchFamily="49" charset="-122"/>
            <a:ea typeface="SimHei" panose="02010609060101010101" pitchFamily="49" charset="-122"/>
          </a:endParaRPr>
        </a:p>
      </dgm:t>
    </dgm:pt>
    <dgm:pt modelId="{9BE87777-F148-4325-B50D-8801E44A9300}">
      <dgm:prSet phldrT="[文本]" custT="1"/>
      <dgm:spPr/>
      <dgm:t>
        <a:bodyPr/>
        <a:lstStyle/>
        <a:p>
          <a:r>
            <a:rPr lang="zh-CN" altLang="en-US" sz="2000" b="1" dirty="0">
              <a:solidFill>
                <a:srgbClr val="6F1687"/>
              </a:solidFill>
              <a:latin typeface="微软雅黑" panose="020B0503020204020204" pitchFamily="34" charset="-122"/>
              <a:ea typeface="微软雅黑" panose="020B0503020204020204" pitchFamily="34" charset="-122"/>
            </a:rPr>
            <a:t>物化模型</a:t>
          </a:r>
          <a:br>
            <a:rPr lang="en-US" altLang="zh-CN"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2000</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年左右</a:t>
          </a:r>
          <a:r>
            <a:rPr lang="zh-CN" altLang="en-US" sz="2000" dirty="0">
              <a:latin typeface="微软雅黑" panose="020B0503020204020204" pitchFamily="34" charset="-122"/>
              <a:ea typeface="微软雅黑" panose="020B0503020204020204" pitchFamily="34" charset="-122"/>
            </a:rPr>
            <a:t>）</a:t>
          </a:r>
        </a:p>
      </dgm:t>
    </dgm:pt>
    <dgm:pt modelId="{CA24664C-3F72-40F6-B544-7EBBBD2D7F11}" type="parTrans" cxnId="{84EE6864-20EF-4F31-94A5-7B6EF342839C}">
      <dgm:prSet/>
      <dgm:spPr/>
      <dgm:t>
        <a:bodyPr/>
        <a:lstStyle/>
        <a:p>
          <a:endParaRPr lang="zh-CN" altLang="en-US" sz="2800">
            <a:latin typeface="SimHei" panose="02010609060101010101" pitchFamily="49" charset="-122"/>
            <a:ea typeface="SimHei" panose="02010609060101010101" pitchFamily="49" charset="-122"/>
          </a:endParaRPr>
        </a:p>
      </dgm:t>
    </dgm:pt>
    <dgm:pt modelId="{6F0FBAEB-3D4E-450F-BDE0-DF21D4C0236A}" type="sibTrans" cxnId="{84EE6864-20EF-4F31-94A5-7B6EF342839C}">
      <dgm:prSet/>
      <dgm:spPr/>
      <dgm:t>
        <a:bodyPr/>
        <a:lstStyle/>
        <a:p>
          <a:endParaRPr lang="zh-CN" altLang="en-US" sz="2800">
            <a:latin typeface="SimHei" panose="02010609060101010101" pitchFamily="49" charset="-122"/>
            <a:ea typeface="SimHei" panose="02010609060101010101" pitchFamily="49" charset="-122"/>
          </a:endParaRPr>
        </a:p>
      </dgm:t>
    </dgm:pt>
    <dgm:pt modelId="{0D220B37-70D6-46E5-BD96-BA83382B45D5}">
      <dgm:prSet phldrT="[文本]" custT="1"/>
      <dgm:spPr/>
      <dgm:t>
        <a:bodyPr/>
        <a:lstStyle/>
        <a:p>
          <a:r>
            <a:rPr lang="zh-CN" altLang="en-US" sz="2000" b="1" dirty="0">
              <a:solidFill>
                <a:srgbClr val="6F1687"/>
              </a:solidFill>
              <a:latin typeface="微软雅黑" panose="020B0503020204020204" pitchFamily="34" charset="-122"/>
              <a:ea typeface="微软雅黑" panose="020B0503020204020204" pitchFamily="34" charset="-122"/>
            </a:rPr>
            <a:t>源到源</a:t>
          </a:r>
          <a:r>
            <a:rPr lang="zh-CN" altLang="zh-CN" sz="2000" b="1" dirty="0">
              <a:solidFill>
                <a:srgbClr val="6F1687"/>
              </a:solidFill>
              <a:latin typeface="微软雅黑" panose="020B0503020204020204" pitchFamily="34" charset="-122"/>
              <a:ea typeface="微软雅黑" panose="020B0503020204020204" pitchFamily="34" charset="-122"/>
            </a:rPr>
            <a:t>编译</a:t>
          </a:r>
          <a:r>
            <a:rPr lang="zh-CN" altLang="en-US" sz="2000" b="1" dirty="0">
              <a:solidFill>
                <a:srgbClr val="6F1687"/>
              </a:solidFill>
              <a:latin typeface="微软雅黑" panose="020B0503020204020204" pitchFamily="34" charset="-122"/>
              <a:ea typeface="微软雅黑" panose="020B0503020204020204" pitchFamily="34" charset="-122"/>
            </a:rPr>
            <a:t>模型</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HIQUE</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2010</a:t>
          </a:r>
          <a:r>
            <a:rPr lang="zh-CN" altLang="en-US" sz="2000" dirty="0">
              <a:latin typeface="微软雅黑" panose="020B0503020204020204" pitchFamily="34" charset="-122"/>
              <a:ea typeface="微软雅黑" panose="020B0503020204020204" pitchFamily="34" charset="-122"/>
            </a:rPr>
            <a:t>）</a:t>
          </a:r>
        </a:p>
      </dgm:t>
    </dgm:pt>
    <dgm:pt modelId="{64593A1A-F030-4D34-BA7B-A0EEB1C0C005}" type="parTrans" cxnId="{50CAD715-65A8-4EAA-9DAC-E98521D93FC2}">
      <dgm:prSet/>
      <dgm:spPr/>
      <dgm:t>
        <a:bodyPr/>
        <a:lstStyle/>
        <a:p>
          <a:endParaRPr lang="zh-CN" altLang="en-US" sz="2800">
            <a:latin typeface="SimHei" panose="02010609060101010101" pitchFamily="49" charset="-122"/>
            <a:ea typeface="SimHei" panose="02010609060101010101" pitchFamily="49" charset="-122"/>
          </a:endParaRPr>
        </a:p>
      </dgm:t>
    </dgm:pt>
    <dgm:pt modelId="{A7BEE4E5-4767-48C2-9674-3E71EBAAE003}" type="sibTrans" cxnId="{50CAD715-65A8-4EAA-9DAC-E98521D93FC2}">
      <dgm:prSet/>
      <dgm:spPr/>
      <dgm:t>
        <a:bodyPr/>
        <a:lstStyle/>
        <a:p>
          <a:endParaRPr lang="zh-CN" altLang="en-US" sz="2800">
            <a:latin typeface="SimHei" panose="02010609060101010101" pitchFamily="49" charset="-122"/>
            <a:ea typeface="SimHei" panose="02010609060101010101" pitchFamily="49" charset="-122"/>
          </a:endParaRPr>
        </a:p>
      </dgm:t>
    </dgm:pt>
    <dgm:pt modelId="{29CC5B92-DA24-4062-8FB4-5D87F5258D97}">
      <dgm:prSet phldrT="[文本]" custT="1"/>
      <dgm:spPr/>
      <dgm:t>
        <a:bodyPr/>
        <a:lstStyle/>
        <a:p>
          <a:r>
            <a:rPr lang="zh-CN" altLang="zh-CN" sz="2400" b="1" dirty="0">
              <a:solidFill>
                <a:srgbClr val="6F1687"/>
              </a:solidFill>
              <a:latin typeface="SimHei" panose="02010609060101010101" pitchFamily="49" charset="-122"/>
              <a:ea typeface="SimHei" panose="02010609060101010101" pitchFamily="49" charset="-122"/>
            </a:rPr>
            <a:t>实时编译</a:t>
          </a:r>
          <a:r>
            <a:rPr lang="zh-CN" altLang="en-US" sz="2400" b="1" dirty="0">
              <a:solidFill>
                <a:srgbClr val="6F1687"/>
              </a:solidFill>
              <a:latin typeface="SimHei" panose="02010609060101010101" pitchFamily="49" charset="-122"/>
              <a:ea typeface="SimHei" panose="02010609060101010101" pitchFamily="49" charset="-122"/>
            </a:rPr>
            <a:t>模型</a:t>
          </a:r>
          <a:r>
            <a:rPr lang="en-US" altLang="zh-CN" sz="2400" b="1" dirty="0">
              <a:solidFill>
                <a:srgbClr val="6F1687"/>
              </a:solidFill>
              <a:latin typeface="SimHei" panose="02010609060101010101" pitchFamily="49" charset="-122"/>
              <a:ea typeface="SimHei" panose="02010609060101010101" pitchFamily="49" charset="-122"/>
              <a:cs typeface="Times New Roman" panose="02020603050405020304" pitchFamily="18" charset="0"/>
            </a:rPr>
            <a:t>HYPER</a:t>
          </a: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cs typeface="Times New Roman" panose="02020603050405020304" pitchFamily="18" charset="0"/>
            </a:rPr>
            <a:t>2011</a:t>
          </a:r>
          <a:r>
            <a:rPr lang="zh-CN" altLang="en-US" sz="2400" dirty="0">
              <a:latin typeface="SimHei" panose="02010609060101010101" pitchFamily="49" charset="-122"/>
              <a:ea typeface="SimHei" panose="02010609060101010101" pitchFamily="49" charset="-122"/>
            </a:rPr>
            <a:t>）</a:t>
          </a:r>
        </a:p>
      </dgm:t>
    </dgm:pt>
    <dgm:pt modelId="{964F54E7-43AB-4C29-A78F-ED0514FA9D37}" type="parTrans" cxnId="{9EA39376-662C-443E-842F-A6D4B89446CA}">
      <dgm:prSet/>
      <dgm:spPr/>
      <dgm:t>
        <a:bodyPr/>
        <a:lstStyle/>
        <a:p>
          <a:endParaRPr lang="zh-CN" altLang="en-US" sz="2800">
            <a:latin typeface="SimHei" panose="02010609060101010101" pitchFamily="49" charset="-122"/>
            <a:ea typeface="SimHei" panose="02010609060101010101" pitchFamily="49" charset="-122"/>
          </a:endParaRPr>
        </a:p>
      </dgm:t>
    </dgm:pt>
    <dgm:pt modelId="{25A0ADE8-5D39-4FDE-9FE9-A79B9A2D846C}" type="sibTrans" cxnId="{9EA39376-662C-443E-842F-A6D4B89446CA}">
      <dgm:prSet/>
      <dgm:spPr/>
      <dgm:t>
        <a:bodyPr/>
        <a:lstStyle/>
        <a:p>
          <a:endParaRPr lang="zh-CN" altLang="en-US" sz="2800">
            <a:latin typeface="SimHei" panose="02010609060101010101" pitchFamily="49" charset="-122"/>
            <a:ea typeface="SimHei" panose="02010609060101010101" pitchFamily="49" charset="-122"/>
          </a:endParaRPr>
        </a:p>
      </dgm:t>
    </dgm:pt>
    <dgm:pt modelId="{E41D7D33-0218-44EC-B3B6-48ABCE080649}" type="pres">
      <dgm:prSet presAssocID="{2D176EE9-E84D-4389-8F31-E007F50F0A23}" presName="arrowDiagram" presStyleCnt="0">
        <dgm:presLayoutVars>
          <dgm:chMax val="5"/>
          <dgm:dir/>
          <dgm:resizeHandles val="exact"/>
        </dgm:presLayoutVars>
      </dgm:prSet>
      <dgm:spPr/>
    </dgm:pt>
    <dgm:pt modelId="{C00EE782-F205-442E-8EBF-40390386D7A4}" type="pres">
      <dgm:prSet presAssocID="{2D176EE9-E84D-4389-8F31-E007F50F0A23}" presName="arrow" presStyleLbl="bgShp" presStyleIdx="0" presStyleCnt="1" custScaleX="129685" custLinFactNeighborX="-2165" custLinFactNeighborY="-7662"/>
      <dgm:spPr/>
    </dgm:pt>
    <dgm:pt modelId="{26270D14-0CFA-4568-A3BF-8B0112AB28F4}" type="pres">
      <dgm:prSet presAssocID="{2D176EE9-E84D-4389-8F31-E007F50F0A23}" presName="arrowDiagram5" presStyleCnt="0"/>
      <dgm:spPr/>
    </dgm:pt>
    <dgm:pt modelId="{510DEA9F-F9DD-4776-B516-7207070F6F71}" type="pres">
      <dgm:prSet presAssocID="{7BF22C3E-CD1A-4C06-9DD9-EDBCD74C6CC4}" presName="bullet5a" presStyleLbl="node1" presStyleIdx="0" presStyleCnt="5" custLinFactX="-200000" custLinFactNeighborX="-278414" custLinFactNeighborY="11482"/>
      <dgm:spPr/>
    </dgm:pt>
    <dgm:pt modelId="{FB05D7FF-CA75-4C3E-A39E-A25858F496FE}" type="pres">
      <dgm:prSet presAssocID="{7BF22C3E-CD1A-4C06-9DD9-EDBCD74C6CC4}" presName="textBox5a" presStyleLbl="revTx" presStyleIdx="0" presStyleCnt="5" custScaleX="168021" custScaleY="56208" custLinFactX="-4531" custLinFactNeighborX="-100000" custLinFactNeighborY="8740">
        <dgm:presLayoutVars>
          <dgm:bulletEnabled val="1"/>
        </dgm:presLayoutVars>
      </dgm:prSet>
      <dgm:spPr/>
    </dgm:pt>
    <dgm:pt modelId="{2528E734-9E76-43B8-A451-766E2C73FB71}" type="pres">
      <dgm:prSet presAssocID="{6249417D-52A9-400B-BBBE-30E620192C6E}" presName="bullet5b" presStyleLbl="node1" presStyleIdx="1" presStyleCnt="5" custLinFactX="-100000" custLinFactNeighborX="-107845" custLinFactNeighborY="-3564"/>
      <dgm:spPr/>
    </dgm:pt>
    <dgm:pt modelId="{C1BF95AB-9911-4ECF-B3DB-0F13BC390826}" type="pres">
      <dgm:prSet presAssocID="{6249417D-52A9-400B-BBBE-30E620192C6E}" presName="textBox5b" presStyleLbl="revTx" presStyleIdx="1" presStyleCnt="5" custScaleX="135039" custScaleY="34116" custLinFactNeighborX="37247" custLinFactNeighborY="-37490">
        <dgm:presLayoutVars>
          <dgm:bulletEnabled val="1"/>
        </dgm:presLayoutVars>
      </dgm:prSet>
      <dgm:spPr/>
    </dgm:pt>
    <dgm:pt modelId="{E251DCC0-D231-4B13-9745-12F75272117B}" type="pres">
      <dgm:prSet presAssocID="{9BE87777-F148-4325-B50D-8801E44A9300}" presName="bullet5c" presStyleLbl="node1" presStyleIdx="2" presStyleCnt="5" custLinFactNeighborX="-95364" custLinFactNeighborY="20173"/>
      <dgm:spPr/>
    </dgm:pt>
    <dgm:pt modelId="{5DC6CFDB-68B4-449B-A32F-71525BE6AF16}" type="pres">
      <dgm:prSet presAssocID="{9BE87777-F148-4325-B50D-8801E44A9300}" presName="textBox5c" presStyleLbl="revTx" presStyleIdx="2" presStyleCnt="5" custScaleX="158153" custScaleY="29327" custLinFactX="-41869" custLinFactNeighborX="-100000" custLinFactNeighborY="6291">
        <dgm:presLayoutVars>
          <dgm:bulletEnabled val="1"/>
        </dgm:presLayoutVars>
      </dgm:prSet>
      <dgm:spPr/>
    </dgm:pt>
    <dgm:pt modelId="{DF5C9FCE-4003-4273-AEAC-AC90D4C4C3F3}" type="pres">
      <dgm:prSet presAssocID="{0D220B37-70D6-46E5-BD96-BA83382B45D5}" presName="bullet5d" presStyleLbl="node1" presStyleIdx="3" presStyleCnt="5" custLinFactNeighborX="-34075" custLinFactNeighborY="26976"/>
      <dgm:spPr/>
    </dgm:pt>
    <dgm:pt modelId="{D7DB08BD-D95A-4DE5-BB36-EBFA45373823}" type="pres">
      <dgm:prSet presAssocID="{0D220B37-70D6-46E5-BD96-BA83382B45D5}" presName="textBox5d" presStyleLbl="revTx" presStyleIdx="3" presStyleCnt="5" custScaleX="144786" custScaleY="33151" custLinFactNeighborX="-36539" custLinFactNeighborY="-12818">
        <dgm:presLayoutVars>
          <dgm:bulletEnabled val="1"/>
        </dgm:presLayoutVars>
      </dgm:prSet>
      <dgm:spPr/>
    </dgm:pt>
    <dgm:pt modelId="{5A4C39BC-0DD0-4ACC-9F2A-ADC5060472F0}" type="pres">
      <dgm:prSet presAssocID="{29CC5B92-DA24-4062-8FB4-5D87F5258D97}" presName="bullet5e" presStyleLbl="node1" presStyleIdx="4" presStyleCnt="5" custLinFactNeighborX="8914" custLinFactNeighborY="16714"/>
      <dgm:spPr/>
    </dgm:pt>
    <dgm:pt modelId="{612DC7C0-677A-4925-8A7C-40C4F4F63528}" type="pres">
      <dgm:prSet presAssocID="{29CC5B92-DA24-4062-8FB4-5D87F5258D97}" presName="textBox5e" presStyleLbl="revTx" presStyleIdx="4" presStyleCnt="5" custScaleX="112414" custScaleY="62110" custLinFactNeighborX="2003" custLinFactNeighborY="-2733">
        <dgm:presLayoutVars>
          <dgm:bulletEnabled val="1"/>
        </dgm:presLayoutVars>
      </dgm:prSet>
      <dgm:spPr/>
    </dgm:pt>
  </dgm:ptLst>
  <dgm:cxnLst>
    <dgm:cxn modelId="{0F81230C-46D5-4EC1-9655-37C43403C3D7}" srcId="{2D176EE9-E84D-4389-8F31-E007F50F0A23}" destId="{6249417D-52A9-400B-BBBE-30E620192C6E}" srcOrd="1" destOrd="0" parTransId="{2AC151FA-72FE-4403-B957-FC6279E86208}" sibTransId="{A0DE52C3-BE70-4BD6-A408-E4179AAB6D81}"/>
    <dgm:cxn modelId="{50CAD715-65A8-4EAA-9DAC-E98521D93FC2}" srcId="{2D176EE9-E84D-4389-8F31-E007F50F0A23}" destId="{0D220B37-70D6-46E5-BD96-BA83382B45D5}" srcOrd="3" destOrd="0" parTransId="{64593A1A-F030-4D34-BA7B-A0EEB1C0C005}" sibTransId="{A7BEE4E5-4767-48C2-9674-3E71EBAAE003}"/>
    <dgm:cxn modelId="{F678281E-2997-4A88-856C-360C0C924777}" type="presOf" srcId="{9BE87777-F148-4325-B50D-8801E44A9300}" destId="{5DC6CFDB-68B4-449B-A32F-71525BE6AF16}" srcOrd="0" destOrd="0" presId="urn:microsoft.com/office/officeart/2005/8/layout/arrow2"/>
    <dgm:cxn modelId="{84EE6864-20EF-4F31-94A5-7B6EF342839C}" srcId="{2D176EE9-E84D-4389-8F31-E007F50F0A23}" destId="{9BE87777-F148-4325-B50D-8801E44A9300}" srcOrd="2" destOrd="0" parTransId="{CA24664C-3F72-40F6-B544-7EBBBD2D7F11}" sibTransId="{6F0FBAEB-3D4E-450F-BDE0-DF21D4C0236A}"/>
    <dgm:cxn modelId="{9EA39376-662C-443E-842F-A6D4B89446CA}" srcId="{2D176EE9-E84D-4389-8F31-E007F50F0A23}" destId="{29CC5B92-DA24-4062-8FB4-5D87F5258D97}" srcOrd="4" destOrd="0" parTransId="{964F54E7-43AB-4C29-A78F-ED0514FA9D37}" sibTransId="{25A0ADE8-5D39-4FDE-9FE9-A79B9A2D846C}"/>
    <dgm:cxn modelId="{A571B478-3D43-4328-9079-B8FF96DF2787}" type="presOf" srcId="{2D176EE9-E84D-4389-8F31-E007F50F0A23}" destId="{E41D7D33-0218-44EC-B3B6-48ABCE080649}" srcOrd="0" destOrd="0" presId="urn:microsoft.com/office/officeart/2005/8/layout/arrow2"/>
    <dgm:cxn modelId="{789E967F-3FEC-42FF-A774-CB314423C890}" type="presOf" srcId="{7BF22C3E-CD1A-4C06-9DD9-EDBCD74C6CC4}" destId="{FB05D7FF-CA75-4C3E-A39E-A25858F496FE}" srcOrd="0" destOrd="0" presId="urn:microsoft.com/office/officeart/2005/8/layout/arrow2"/>
    <dgm:cxn modelId="{E5A81090-4366-45A8-9FAB-D4C6EBA6861C}" srcId="{2D176EE9-E84D-4389-8F31-E007F50F0A23}" destId="{7BF22C3E-CD1A-4C06-9DD9-EDBCD74C6CC4}" srcOrd="0" destOrd="0" parTransId="{62009045-2B40-44A3-9E87-B55B262826BB}" sibTransId="{36725D67-BD1C-4437-A5C0-D7A8AACDDF51}"/>
    <dgm:cxn modelId="{09E6EE9F-F06A-401A-A8F6-6E8784D2C4BA}" type="presOf" srcId="{6249417D-52A9-400B-BBBE-30E620192C6E}" destId="{C1BF95AB-9911-4ECF-B3DB-0F13BC390826}" srcOrd="0" destOrd="0" presId="urn:microsoft.com/office/officeart/2005/8/layout/arrow2"/>
    <dgm:cxn modelId="{BEDFBDA6-6DA9-4B39-87A7-5135C311A341}" type="presOf" srcId="{0D220B37-70D6-46E5-BD96-BA83382B45D5}" destId="{D7DB08BD-D95A-4DE5-BB36-EBFA45373823}" srcOrd="0" destOrd="0" presId="urn:microsoft.com/office/officeart/2005/8/layout/arrow2"/>
    <dgm:cxn modelId="{5009DBE9-E721-4530-ABD6-052A5EBD7171}" type="presOf" srcId="{29CC5B92-DA24-4062-8FB4-5D87F5258D97}" destId="{612DC7C0-677A-4925-8A7C-40C4F4F63528}" srcOrd="0" destOrd="0" presId="urn:microsoft.com/office/officeart/2005/8/layout/arrow2"/>
    <dgm:cxn modelId="{83AFE693-CB84-434A-9826-C3EAA881C087}" type="presParOf" srcId="{E41D7D33-0218-44EC-B3B6-48ABCE080649}" destId="{C00EE782-F205-442E-8EBF-40390386D7A4}" srcOrd="0" destOrd="0" presId="urn:microsoft.com/office/officeart/2005/8/layout/arrow2"/>
    <dgm:cxn modelId="{7FA018B6-7495-48E9-9B54-4066A0F700C2}" type="presParOf" srcId="{E41D7D33-0218-44EC-B3B6-48ABCE080649}" destId="{26270D14-0CFA-4568-A3BF-8B0112AB28F4}" srcOrd="1" destOrd="0" presId="urn:microsoft.com/office/officeart/2005/8/layout/arrow2"/>
    <dgm:cxn modelId="{99CE7241-CA42-45AB-8A90-04CB96997556}" type="presParOf" srcId="{26270D14-0CFA-4568-A3BF-8B0112AB28F4}" destId="{510DEA9F-F9DD-4776-B516-7207070F6F71}" srcOrd="0" destOrd="0" presId="urn:microsoft.com/office/officeart/2005/8/layout/arrow2"/>
    <dgm:cxn modelId="{DB7692F6-E8D7-408B-8232-549F4644E331}" type="presParOf" srcId="{26270D14-0CFA-4568-A3BF-8B0112AB28F4}" destId="{FB05D7FF-CA75-4C3E-A39E-A25858F496FE}" srcOrd="1" destOrd="0" presId="urn:microsoft.com/office/officeart/2005/8/layout/arrow2"/>
    <dgm:cxn modelId="{742F3E11-FB27-4CF7-ABA7-6D0872D35CC9}" type="presParOf" srcId="{26270D14-0CFA-4568-A3BF-8B0112AB28F4}" destId="{2528E734-9E76-43B8-A451-766E2C73FB71}" srcOrd="2" destOrd="0" presId="urn:microsoft.com/office/officeart/2005/8/layout/arrow2"/>
    <dgm:cxn modelId="{C76EF700-310E-4F46-80A2-14A8B7F9C483}" type="presParOf" srcId="{26270D14-0CFA-4568-A3BF-8B0112AB28F4}" destId="{C1BF95AB-9911-4ECF-B3DB-0F13BC390826}" srcOrd="3" destOrd="0" presId="urn:microsoft.com/office/officeart/2005/8/layout/arrow2"/>
    <dgm:cxn modelId="{0058030D-BEFD-414C-8A95-2F1222AB657B}" type="presParOf" srcId="{26270D14-0CFA-4568-A3BF-8B0112AB28F4}" destId="{E251DCC0-D231-4B13-9745-12F75272117B}" srcOrd="4" destOrd="0" presId="urn:microsoft.com/office/officeart/2005/8/layout/arrow2"/>
    <dgm:cxn modelId="{6CE21C7E-7CBE-4B06-966B-263BFFC00A56}" type="presParOf" srcId="{26270D14-0CFA-4568-A3BF-8B0112AB28F4}" destId="{5DC6CFDB-68B4-449B-A32F-71525BE6AF16}" srcOrd="5" destOrd="0" presId="urn:microsoft.com/office/officeart/2005/8/layout/arrow2"/>
    <dgm:cxn modelId="{BD4FECD2-CF72-4333-BE58-53148F86F9E1}" type="presParOf" srcId="{26270D14-0CFA-4568-A3BF-8B0112AB28F4}" destId="{DF5C9FCE-4003-4273-AEAC-AC90D4C4C3F3}" srcOrd="6" destOrd="0" presId="urn:microsoft.com/office/officeart/2005/8/layout/arrow2"/>
    <dgm:cxn modelId="{D3221390-AB9B-47D6-BD0D-27140C3E7D83}" type="presParOf" srcId="{26270D14-0CFA-4568-A3BF-8B0112AB28F4}" destId="{D7DB08BD-D95A-4DE5-BB36-EBFA45373823}" srcOrd="7" destOrd="0" presId="urn:microsoft.com/office/officeart/2005/8/layout/arrow2"/>
    <dgm:cxn modelId="{7E549A0D-8C8D-4549-A7C7-1050E9DF8243}" type="presParOf" srcId="{26270D14-0CFA-4568-A3BF-8B0112AB28F4}" destId="{5A4C39BC-0DD0-4ACC-9F2A-ADC5060472F0}" srcOrd="8" destOrd="0" presId="urn:microsoft.com/office/officeart/2005/8/layout/arrow2"/>
    <dgm:cxn modelId="{AB7D5A89-6D1C-498E-B1AB-8B568D199AFE}" type="presParOf" srcId="{26270D14-0CFA-4568-A3BF-8B0112AB28F4}" destId="{612DC7C0-677A-4925-8A7C-40C4F4F63528}" srcOrd="9"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0EE782-F205-442E-8EBF-40390386D7A4}">
      <dsp:nvSpPr>
        <dsp:cNvPr id="0" name=""/>
        <dsp:cNvSpPr/>
      </dsp:nvSpPr>
      <dsp:spPr>
        <a:xfrm>
          <a:off x="499979" y="0"/>
          <a:ext cx="10119164" cy="4876800"/>
        </a:xfrm>
        <a:prstGeom prst="swooshArrow">
          <a:avLst>
            <a:gd name="adj1" fmla="val 25000"/>
            <a:gd name="adj2" fmla="val 25000"/>
          </a:avLst>
        </a:prstGeom>
        <a:solidFill>
          <a:schemeClr val="accent6">
            <a:tint val="55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510DEA9F-F9DD-4776-B516-7207070F6F71}">
      <dsp:nvSpPr>
        <dsp:cNvPr id="0" name=""/>
        <dsp:cNvSpPr/>
      </dsp:nvSpPr>
      <dsp:spPr>
        <a:xfrm>
          <a:off x="1737046" y="3646994"/>
          <a:ext cx="179466" cy="179466"/>
        </a:xfrm>
        <a:prstGeom prst="ellipse">
          <a:avLst/>
        </a:prstGeom>
        <a:solidFill>
          <a:schemeClr val="accent6">
            <a:shade val="5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FB05D7FF-CA75-4C3E-A39E-A25858F496FE}">
      <dsp:nvSpPr>
        <dsp:cNvPr id="0" name=""/>
        <dsp:cNvSpPr/>
      </dsp:nvSpPr>
      <dsp:spPr>
        <a:xfrm>
          <a:off x="1269231" y="4071707"/>
          <a:ext cx="1717472" cy="652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095" tIns="0" rIns="0" bIns="0" numCol="1" spcCol="1270" anchor="t" anchorCtr="0">
          <a:noAutofit/>
        </a:bodyPr>
        <a:lstStyle/>
        <a:p>
          <a:pPr marL="0" lvl="0" indent="0" algn="l" defTabSz="889000">
            <a:lnSpc>
              <a:spcPct val="90000"/>
            </a:lnSpc>
            <a:spcBef>
              <a:spcPct val="0"/>
            </a:spcBef>
            <a:spcAft>
              <a:spcPct val="35000"/>
            </a:spcAft>
            <a:buNone/>
          </a:pPr>
          <a:r>
            <a:rPr lang="zh-CN" altLang="en-US" sz="2000" b="1" kern="1200" dirty="0">
              <a:solidFill>
                <a:srgbClr val="6F1687"/>
              </a:solidFill>
              <a:latin typeface="微软雅黑" panose="020B0503020204020204" pitchFamily="34" charset="-122"/>
              <a:ea typeface="微软雅黑" panose="020B0503020204020204" pitchFamily="34" charset="-122"/>
            </a:rPr>
            <a:t>火山模型</a:t>
          </a:r>
          <a:br>
            <a:rPr lang="en-US" altLang="zh-CN" sz="2000" kern="1200" dirty="0">
              <a:latin typeface="微软雅黑" panose="020B0503020204020204" pitchFamily="34" charset="-122"/>
              <a:ea typeface="微软雅黑" panose="020B0503020204020204" pitchFamily="34" charset="-122"/>
            </a:rPr>
          </a:br>
          <a:r>
            <a:rPr lang="zh-CN" altLang="en-US" sz="2000" kern="1200" dirty="0">
              <a:latin typeface="微软雅黑" panose="020B0503020204020204" pitchFamily="34" charset="-122"/>
              <a:ea typeface="微软雅黑" panose="020B0503020204020204" pitchFamily="34" charset="-122"/>
            </a:rPr>
            <a:t>（</a:t>
          </a:r>
          <a:r>
            <a:rPr lang="en-US" altLang="zh-CN" sz="2000" kern="1200" dirty="0">
              <a:latin typeface="微软雅黑" panose="020B0503020204020204" pitchFamily="34" charset="-122"/>
              <a:ea typeface="微软雅黑" panose="020B0503020204020204" pitchFamily="34" charset="-122"/>
              <a:cs typeface="Times New Roman" panose="02020603050405020304" pitchFamily="18" charset="0"/>
            </a:rPr>
            <a:t>1994</a:t>
          </a:r>
          <a:r>
            <a:rPr lang="zh-CN" altLang="en-US" sz="2000" kern="1200" dirty="0">
              <a:latin typeface="微软雅黑" panose="020B0503020204020204" pitchFamily="34" charset="-122"/>
              <a:ea typeface="微软雅黑" panose="020B0503020204020204" pitchFamily="34" charset="-122"/>
            </a:rPr>
            <a:t>）</a:t>
          </a:r>
        </a:p>
      </dsp:txBody>
      <dsp:txXfrm>
        <a:off x="1269231" y="4071707"/>
        <a:ext cx="1717472" cy="652394"/>
      </dsp:txXfrm>
    </dsp:sp>
    <dsp:sp modelId="{2528E734-9E76-43B8-A451-766E2C73FB71}">
      <dsp:nvSpPr>
        <dsp:cNvPr id="0" name=""/>
        <dsp:cNvSpPr/>
      </dsp:nvSpPr>
      <dsp:spPr>
        <a:xfrm>
          <a:off x="2983251" y="2682957"/>
          <a:ext cx="280903" cy="280903"/>
        </a:xfrm>
        <a:prstGeom prst="ellipse">
          <a:avLst/>
        </a:prstGeom>
        <a:solidFill>
          <a:schemeClr val="accent6">
            <a:shade val="50000"/>
            <a:hueOff val="0"/>
            <a:satOff val="-11093"/>
            <a:lumOff val="18533"/>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C1BF95AB-9911-4ECF-B3DB-0F13BC390826}">
      <dsp:nvSpPr>
        <dsp:cNvPr id="0" name=""/>
        <dsp:cNvSpPr/>
      </dsp:nvSpPr>
      <dsp:spPr>
        <a:xfrm>
          <a:off x="3963074" y="2740487"/>
          <a:ext cx="1749130" cy="697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845" tIns="0" rIns="0" bIns="0" numCol="1" spcCol="1270" anchor="t" anchorCtr="0">
          <a:noAutofit/>
        </a:bodyPr>
        <a:lstStyle/>
        <a:p>
          <a:pPr marL="0" lvl="0" indent="0" algn="l" defTabSz="889000">
            <a:lnSpc>
              <a:spcPct val="90000"/>
            </a:lnSpc>
            <a:spcBef>
              <a:spcPct val="0"/>
            </a:spcBef>
            <a:spcAft>
              <a:spcPct val="35000"/>
            </a:spcAft>
            <a:buNone/>
          </a:pPr>
          <a:r>
            <a:rPr lang="zh-CN" altLang="en-US" sz="2000" b="1" kern="1200" dirty="0">
              <a:solidFill>
                <a:srgbClr val="6F1687"/>
              </a:solidFill>
              <a:latin typeface="微软雅黑" panose="020B0503020204020204" pitchFamily="34" charset="-122"/>
              <a:ea typeface="微软雅黑" panose="020B0503020204020204" pitchFamily="34" charset="-122"/>
            </a:rPr>
            <a:t>向量化执行</a:t>
          </a:r>
          <a:br>
            <a:rPr lang="en-US" altLang="zh-CN" sz="2000" kern="1200" dirty="0">
              <a:solidFill>
                <a:srgbClr val="6F1687"/>
              </a:solidFill>
              <a:latin typeface="微软雅黑" panose="020B0503020204020204" pitchFamily="34" charset="-122"/>
              <a:ea typeface="微软雅黑" panose="020B0503020204020204" pitchFamily="34" charset="-122"/>
            </a:rPr>
          </a:br>
          <a:r>
            <a:rPr lang="zh-CN" altLang="en-US" sz="2000" kern="1200" dirty="0">
              <a:latin typeface="微软雅黑" panose="020B0503020204020204" pitchFamily="34" charset="-122"/>
              <a:ea typeface="微软雅黑" panose="020B0503020204020204" pitchFamily="34" charset="-122"/>
            </a:rPr>
            <a:t>（</a:t>
          </a:r>
          <a:r>
            <a:rPr lang="en-US" altLang="zh-CN" sz="2000" kern="1200" dirty="0">
              <a:latin typeface="微软雅黑" panose="020B0503020204020204" pitchFamily="34" charset="-122"/>
              <a:ea typeface="微软雅黑" panose="020B0503020204020204" pitchFamily="34" charset="-122"/>
              <a:cs typeface="Times New Roman" panose="02020603050405020304" pitchFamily="18" charset="0"/>
            </a:rPr>
            <a:t>2005</a:t>
          </a:r>
          <a:r>
            <a:rPr lang="zh-CN" altLang="en-US" sz="2000" kern="1200" dirty="0">
              <a:latin typeface="微软雅黑" panose="020B0503020204020204" pitchFamily="34" charset="-122"/>
              <a:ea typeface="微软雅黑" panose="020B0503020204020204" pitchFamily="34" charset="-122"/>
            </a:rPr>
            <a:t>）</a:t>
          </a:r>
        </a:p>
      </dsp:txBody>
      <dsp:txXfrm>
        <a:off x="3963074" y="2740487"/>
        <a:ext cx="1749130" cy="697119"/>
      </dsp:txXfrm>
    </dsp:sp>
    <dsp:sp modelId="{E251DCC0-D231-4B13-9745-12F75272117B}">
      <dsp:nvSpPr>
        <dsp:cNvPr id="0" name=""/>
        <dsp:cNvSpPr/>
      </dsp:nvSpPr>
      <dsp:spPr>
        <a:xfrm>
          <a:off x="4458382" y="2024324"/>
          <a:ext cx="374538" cy="374538"/>
        </a:xfrm>
        <a:prstGeom prst="ellipse">
          <a:avLst/>
        </a:prstGeom>
        <a:solidFill>
          <a:schemeClr val="accent6">
            <a:shade val="50000"/>
            <a:hueOff val="0"/>
            <a:satOff val="-22186"/>
            <a:lumOff val="3706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5DC6CFDB-68B4-449B-A32F-71525BE6AF16}">
      <dsp:nvSpPr>
        <dsp:cNvPr id="0" name=""/>
        <dsp:cNvSpPr/>
      </dsp:nvSpPr>
      <dsp:spPr>
        <a:xfrm>
          <a:off x="2428462" y="3276948"/>
          <a:ext cx="2381714" cy="803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460" tIns="0" rIns="0" bIns="0" numCol="1" spcCol="1270" anchor="t" anchorCtr="0">
          <a:noAutofit/>
        </a:bodyPr>
        <a:lstStyle/>
        <a:p>
          <a:pPr marL="0" lvl="0" indent="0" algn="l" defTabSz="889000">
            <a:lnSpc>
              <a:spcPct val="90000"/>
            </a:lnSpc>
            <a:spcBef>
              <a:spcPct val="0"/>
            </a:spcBef>
            <a:spcAft>
              <a:spcPct val="35000"/>
            </a:spcAft>
            <a:buNone/>
          </a:pPr>
          <a:r>
            <a:rPr lang="zh-CN" altLang="en-US" sz="2000" b="1" kern="1200" dirty="0">
              <a:solidFill>
                <a:srgbClr val="6F1687"/>
              </a:solidFill>
              <a:latin typeface="微软雅黑" panose="020B0503020204020204" pitchFamily="34" charset="-122"/>
              <a:ea typeface="微软雅黑" panose="020B0503020204020204" pitchFamily="34" charset="-122"/>
            </a:rPr>
            <a:t>物化模型</a:t>
          </a:r>
          <a:br>
            <a:rPr lang="en-US" altLang="zh-CN" sz="2000" kern="1200" dirty="0">
              <a:latin typeface="微软雅黑" panose="020B0503020204020204" pitchFamily="34" charset="-122"/>
              <a:ea typeface="微软雅黑" panose="020B0503020204020204" pitchFamily="34" charset="-122"/>
            </a:rPr>
          </a:br>
          <a:r>
            <a:rPr lang="zh-CN" altLang="en-US" sz="2000" kern="1200" dirty="0">
              <a:latin typeface="微软雅黑" panose="020B0503020204020204" pitchFamily="34" charset="-122"/>
              <a:ea typeface="微软雅黑" panose="020B0503020204020204" pitchFamily="34" charset="-122"/>
            </a:rPr>
            <a:t>（</a:t>
          </a:r>
          <a:r>
            <a:rPr lang="en-US" altLang="zh-CN" sz="2000" kern="1200" dirty="0">
              <a:latin typeface="微软雅黑" panose="020B0503020204020204" pitchFamily="34" charset="-122"/>
              <a:ea typeface="微软雅黑" panose="020B0503020204020204" pitchFamily="34" charset="-122"/>
              <a:cs typeface="Times New Roman" panose="02020603050405020304" pitchFamily="18" charset="0"/>
            </a:rPr>
            <a:t>2000</a:t>
          </a:r>
          <a:r>
            <a:rPr lang="zh-CN" altLang="en-US" sz="2000" kern="1200" dirty="0">
              <a:latin typeface="微软雅黑" panose="020B0503020204020204" pitchFamily="34" charset="-122"/>
              <a:ea typeface="微软雅黑" panose="020B0503020204020204" pitchFamily="34" charset="-122"/>
              <a:cs typeface="Times New Roman" panose="02020603050405020304" pitchFamily="18" charset="0"/>
            </a:rPr>
            <a:t>年左右</a:t>
          </a:r>
          <a:r>
            <a:rPr lang="zh-CN" altLang="en-US" sz="2000" kern="1200" dirty="0">
              <a:latin typeface="微软雅黑" panose="020B0503020204020204" pitchFamily="34" charset="-122"/>
              <a:ea typeface="微软雅黑" panose="020B0503020204020204" pitchFamily="34" charset="-122"/>
            </a:rPr>
            <a:t>）</a:t>
          </a:r>
        </a:p>
      </dsp:txBody>
      <dsp:txXfrm>
        <a:off x="2428462" y="3276948"/>
        <a:ext cx="2381714" cy="803783"/>
      </dsp:txXfrm>
    </dsp:sp>
    <dsp:sp modelId="{DF5C9FCE-4003-4273-AEAC-AC90D4C4C3F3}">
      <dsp:nvSpPr>
        <dsp:cNvPr id="0" name=""/>
        <dsp:cNvSpPr/>
      </dsp:nvSpPr>
      <dsp:spPr>
        <a:xfrm>
          <a:off x="6102045" y="1497958"/>
          <a:ext cx="483778" cy="483778"/>
        </a:xfrm>
        <a:prstGeom prst="ellipse">
          <a:avLst/>
        </a:prstGeom>
        <a:solidFill>
          <a:schemeClr val="accent6">
            <a:shade val="50000"/>
            <a:hueOff val="0"/>
            <a:satOff val="-22186"/>
            <a:lumOff val="3706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D7DB08BD-D95A-4DE5-BB36-EBFA45373823}">
      <dsp:nvSpPr>
        <dsp:cNvPr id="0" name=""/>
        <dsp:cNvSpPr/>
      </dsp:nvSpPr>
      <dsp:spPr>
        <a:xfrm>
          <a:off x="5589103" y="2282652"/>
          <a:ext cx="2259495" cy="1083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344" tIns="0" rIns="0" bIns="0" numCol="1" spcCol="1270" anchor="t" anchorCtr="0">
          <a:noAutofit/>
        </a:bodyPr>
        <a:lstStyle/>
        <a:p>
          <a:pPr marL="0" lvl="0" indent="0" algn="l" defTabSz="889000">
            <a:lnSpc>
              <a:spcPct val="90000"/>
            </a:lnSpc>
            <a:spcBef>
              <a:spcPct val="0"/>
            </a:spcBef>
            <a:spcAft>
              <a:spcPct val="35000"/>
            </a:spcAft>
            <a:buNone/>
          </a:pPr>
          <a:r>
            <a:rPr lang="zh-CN" altLang="en-US" sz="2000" b="1" kern="1200" dirty="0">
              <a:solidFill>
                <a:srgbClr val="6F1687"/>
              </a:solidFill>
              <a:latin typeface="微软雅黑" panose="020B0503020204020204" pitchFamily="34" charset="-122"/>
              <a:ea typeface="微软雅黑" panose="020B0503020204020204" pitchFamily="34" charset="-122"/>
            </a:rPr>
            <a:t>源到源</a:t>
          </a:r>
          <a:r>
            <a:rPr lang="zh-CN" altLang="zh-CN" sz="2000" b="1" kern="1200" dirty="0">
              <a:solidFill>
                <a:srgbClr val="6F1687"/>
              </a:solidFill>
              <a:latin typeface="微软雅黑" panose="020B0503020204020204" pitchFamily="34" charset="-122"/>
              <a:ea typeface="微软雅黑" panose="020B0503020204020204" pitchFamily="34" charset="-122"/>
            </a:rPr>
            <a:t>编译</a:t>
          </a:r>
          <a:r>
            <a:rPr lang="zh-CN" altLang="en-US" sz="2000" b="1" kern="1200" dirty="0">
              <a:solidFill>
                <a:srgbClr val="6F1687"/>
              </a:solidFill>
              <a:latin typeface="微软雅黑" panose="020B0503020204020204" pitchFamily="34" charset="-122"/>
              <a:ea typeface="微软雅黑" panose="020B0503020204020204" pitchFamily="34" charset="-122"/>
            </a:rPr>
            <a:t>模型</a:t>
          </a:r>
          <a:r>
            <a:rPr lang="en-US" altLang="zh-CN" sz="2000" kern="1200" dirty="0">
              <a:latin typeface="微软雅黑" panose="020B0503020204020204" pitchFamily="34" charset="-122"/>
              <a:ea typeface="微软雅黑" panose="020B0503020204020204" pitchFamily="34" charset="-122"/>
              <a:cs typeface="Times New Roman" panose="02020603050405020304" pitchFamily="18" charset="0"/>
            </a:rPr>
            <a:t>HIQUE</a:t>
          </a:r>
          <a:r>
            <a:rPr lang="zh-CN" altLang="en-US" sz="2000" kern="1200" dirty="0">
              <a:latin typeface="微软雅黑" panose="020B0503020204020204" pitchFamily="34" charset="-122"/>
              <a:ea typeface="微软雅黑" panose="020B0503020204020204" pitchFamily="34" charset="-122"/>
            </a:rPr>
            <a:t>（</a:t>
          </a:r>
          <a:r>
            <a:rPr lang="en-US" altLang="zh-CN" sz="2000" kern="1200" dirty="0">
              <a:latin typeface="微软雅黑" panose="020B0503020204020204" pitchFamily="34" charset="-122"/>
              <a:ea typeface="微软雅黑" panose="020B0503020204020204" pitchFamily="34" charset="-122"/>
              <a:cs typeface="Times New Roman" panose="02020603050405020304" pitchFamily="18" charset="0"/>
            </a:rPr>
            <a:t>2010</a:t>
          </a:r>
          <a:r>
            <a:rPr lang="zh-CN" altLang="en-US" sz="2000" kern="1200" dirty="0">
              <a:latin typeface="微软雅黑" panose="020B0503020204020204" pitchFamily="34" charset="-122"/>
              <a:ea typeface="微软雅黑" panose="020B0503020204020204" pitchFamily="34" charset="-122"/>
            </a:rPr>
            <a:t>）</a:t>
          </a:r>
        </a:p>
      </dsp:txBody>
      <dsp:txXfrm>
        <a:off x="5589103" y="2282652"/>
        <a:ext cx="2259495" cy="1083194"/>
      </dsp:txXfrm>
    </dsp:sp>
    <dsp:sp modelId="{5A4C39BC-0DD0-4ACC-9F2A-ADC5060472F0}">
      <dsp:nvSpPr>
        <dsp:cNvPr id="0" name=""/>
        <dsp:cNvSpPr/>
      </dsp:nvSpPr>
      <dsp:spPr>
        <a:xfrm>
          <a:off x="7816092" y="1082291"/>
          <a:ext cx="616427" cy="616427"/>
        </a:xfrm>
        <a:prstGeom prst="ellipse">
          <a:avLst/>
        </a:prstGeom>
        <a:solidFill>
          <a:schemeClr val="accent6">
            <a:shade val="50000"/>
            <a:hueOff val="0"/>
            <a:satOff val="-11093"/>
            <a:lumOff val="18533"/>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612DC7C0-677A-4925-8A7C-40C4F4F63528}">
      <dsp:nvSpPr>
        <dsp:cNvPr id="0" name=""/>
        <dsp:cNvSpPr/>
      </dsp:nvSpPr>
      <dsp:spPr>
        <a:xfrm>
          <a:off x="8003751" y="1869376"/>
          <a:ext cx="1754305" cy="2229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6632" tIns="0" rIns="0" bIns="0" numCol="1" spcCol="1270" anchor="t" anchorCtr="0">
          <a:noAutofit/>
        </a:bodyPr>
        <a:lstStyle/>
        <a:p>
          <a:pPr marL="0" lvl="0" indent="0" algn="l" defTabSz="1066800">
            <a:lnSpc>
              <a:spcPct val="90000"/>
            </a:lnSpc>
            <a:spcBef>
              <a:spcPct val="0"/>
            </a:spcBef>
            <a:spcAft>
              <a:spcPct val="35000"/>
            </a:spcAft>
            <a:buNone/>
          </a:pPr>
          <a:r>
            <a:rPr lang="zh-CN" altLang="zh-CN" sz="2400" b="1" kern="1200" dirty="0">
              <a:solidFill>
                <a:srgbClr val="6F1687"/>
              </a:solidFill>
              <a:latin typeface="SimHei" panose="02010609060101010101" pitchFamily="49" charset="-122"/>
              <a:ea typeface="SimHei" panose="02010609060101010101" pitchFamily="49" charset="-122"/>
            </a:rPr>
            <a:t>实时编译</a:t>
          </a:r>
          <a:r>
            <a:rPr lang="zh-CN" altLang="en-US" sz="2400" b="1" kern="1200" dirty="0">
              <a:solidFill>
                <a:srgbClr val="6F1687"/>
              </a:solidFill>
              <a:latin typeface="SimHei" panose="02010609060101010101" pitchFamily="49" charset="-122"/>
              <a:ea typeface="SimHei" panose="02010609060101010101" pitchFamily="49" charset="-122"/>
            </a:rPr>
            <a:t>模型</a:t>
          </a:r>
          <a:r>
            <a:rPr lang="en-US" altLang="zh-CN" sz="2400" b="1" kern="1200" dirty="0">
              <a:solidFill>
                <a:srgbClr val="6F1687"/>
              </a:solidFill>
              <a:latin typeface="SimHei" panose="02010609060101010101" pitchFamily="49" charset="-122"/>
              <a:ea typeface="SimHei" panose="02010609060101010101" pitchFamily="49" charset="-122"/>
              <a:cs typeface="Times New Roman" panose="02020603050405020304" pitchFamily="18" charset="0"/>
            </a:rPr>
            <a:t>HYPER</a:t>
          </a:r>
          <a:r>
            <a:rPr lang="zh-CN" altLang="en-US" sz="2400" kern="1200" dirty="0">
              <a:latin typeface="SimHei" panose="02010609060101010101" pitchFamily="49" charset="-122"/>
              <a:ea typeface="SimHei" panose="02010609060101010101" pitchFamily="49" charset="-122"/>
            </a:rPr>
            <a:t>（</a:t>
          </a:r>
          <a:r>
            <a:rPr lang="en-US" altLang="zh-CN" sz="2400" kern="1200" dirty="0">
              <a:latin typeface="SimHei" panose="02010609060101010101" pitchFamily="49" charset="-122"/>
              <a:ea typeface="SimHei" panose="02010609060101010101" pitchFamily="49" charset="-122"/>
              <a:cs typeface="Times New Roman" panose="02020603050405020304" pitchFamily="18" charset="0"/>
            </a:rPr>
            <a:t>2011</a:t>
          </a:r>
          <a:r>
            <a:rPr lang="zh-CN" altLang="en-US" sz="2400" kern="1200" dirty="0">
              <a:latin typeface="SimHei" panose="02010609060101010101" pitchFamily="49" charset="-122"/>
              <a:ea typeface="SimHei" panose="02010609060101010101" pitchFamily="49" charset="-122"/>
            </a:rPr>
            <a:t>）</a:t>
          </a:r>
        </a:p>
      </dsp:txBody>
      <dsp:txXfrm>
        <a:off x="8003751" y="1869376"/>
        <a:ext cx="1754305" cy="2229329"/>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0116589F-D427-F04A-91D2-2AD451DC08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001085BB-6BB3-2147-AD5B-1A56B9C9B11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87AFB1-FC2E-A841-AABB-8627E0910947}" type="datetimeFigureOut">
              <a:rPr kumimoji="1" lang="zh-CN" altLang="en-US" smtClean="0"/>
              <a:t>2026/3/13</a:t>
            </a:fld>
            <a:endParaRPr kumimoji="1" lang="zh-CN" altLang="en-US"/>
          </a:p>
        </p:txBody>
      </p:sp>
      <p:sp>
        <p:nvSpPr>
          <p:cNvPr id="4" name="页脚占位符 3">
            <a:extLst>
              <a:ext uri="{FF2B5EF4-FFF2-40B4-BE49-F238E27FC236}">
                <a16:creationId xmlns:a16="http://schemas.microsoft.com/office/drawing/2014/main" id="{B64C79B2-FF71-F345-830D-9C5BA8B64E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FFF34E76-BC21-0A45-A642-1AA614B3E1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C95495-7EA9-3D41-A717-E01872EB964D}" type="slidenum">
              <a:rPr kumimoji="1" lang="zh-CN" altLang="en-US" smtClean="0"/>
              <a:t>‹#›</a:t>
            </a:fld>
            <a:endParaRPr kumimoji="1" lang="zh-CN" altLang="en-US"/>
          </a:p>
        </p:txBody>
      </p:sp>
    </p:spTree>
    <p:extLst>
      <p:ext uri="{BB962C8B-B14F-4D97-AF65-F5344CB8AC3E}">
        <p14:creationId xmlns:p14="http://schemas.microsoft.com/office/powerpoint/2010/main" val="327012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9A5006-524B-774E-9EF8-7C98BABD4FCD}" type="datetimeFigureOut">
              <a:t>3/13/26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FA5C0-9868-CE46-A0FF-56EEF184B354}" type="slidenum">
              <a:t>‹#›</a:t>
            </a:fld>
            <a:endParaRPr kumimoji="1" lang="zh-CN" altLang="en-US"/>
          </a:p>
        </p:txBody>
      </p:sp>
    </p:spTree>
    <p:extLst>
      <p:ext uri="{BB962C8B-B14F-4D97-AF65-F5344CB8AC3E}">
        <p14:creationId xmlns:p14="http://schemas.microsoft.com/office/powerpoint/2010/main" val="834877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a:t>
            </a:fld>
            <a:endParaRPr kumimoji="1" lang="zh-CN" altLang="en-US"/>
          </a:p>
        </p:txBody>
      </p:sp>
    </p:spTree>
    <p:extLst>
      <p:ext uri="{BB962C8B-B14F-4D97-AF65-F5344CB8AC3E}">
        <p14:creationId xmlns:p14="http://schemas.microsoft.com/office/powerpoint/2010/main" val="2066347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a:t>
            </a:fld>
            <a:endParaRPr kumimoji="1" lang="zh-CN" altLang="en-US"/>
          </a:p>
        </p:txBody>
      </p:sp>
    </p:spTree>
    <p:extLst>
      <p:ext uri="{BB962C8B-B14F-4D97-AF65-F5344CB8AC3E}">
        <p14:creationId xmlns:p14="http://schemas.microsoft.com/office/powerpoint/2010/main" val="179719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5</a:t>
            </a:fld>
            <a:endParaRPr kumimoji="1" lang="zh-CN" altLang="en-US"/>
          </a:p>
        </p:txBody>
      </p:sp>
    </p:spTree>
    <p:extLst>
      <p:ext uri="{BB962C8B-B14F-4D97-AF65-F5344CB8AC3E}">
        <p14:creationId xmlns:p14="http://schemas.microsoft.com/office/powerpoint/2010/main" val="1360507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a:t>
            </a:fld>
            <a:endParaRPr kumimoji="1" lang="zh-CN" altLang="en-US"/>
          </a:p>
        </p:txBody>
      </p:sp>
    </p:spTree>
    <p:extLst>
      <p:ext uri="{BB962C8B-B14F-4D97-AF65-F5344CB8AC3E}">
        <p14:creationId xmlns:p14="http://schemas.microsoft.com/office/powerpoint/2010/main" val="419063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a:t>
            </a:fld>
            <a:endParaRPr kumimoji="1" lang="zh-CN" altLang="en-US"/>
          </a:p>
        </p:txBody>
      </p:sp>
    </p:spTree>
    <p:extLst>
      <p:ext uri="{BB962C8B-B14F-4D97-AF65-F5344CB8AC3E}">
        <p14:creationId xmlns:p14="http://schemas.microsoft.com/office/powerpoint/2010/main" val="2786247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a:t>
            </a:fld>
            <a:endParaRPr kumimoji="1" lang="zh-CN" altLang="en-US"/>
          </a:p>
        </p:txBody>
      </p:sp>
    </p:spTree>
    <p:extLst>
      <p:ext uri="{BB962C8B-B14F-4D97-AF65-F5344CB8AC3E}">
        <p14:creationId xmlns:p14="http://schemas.microsoft.com/office/powerpoint/2010/main" val="1055218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a:t>
            </a:fld>
            <a:endParaRPr kumimoji="1" lang="zh-CN" altLang="en-US"/>
          </a:p>
        </p:txBody>
      </p:sp>
    </p:spTree>
    <p:extLst>
      <p:ext uri="{BB962C8B-B14F-4D97-AF65-F5344CB8AC3E}">
        <p14:creationId xmlns:p14="http://schemas.microsoft.com/office/powerpoint/2010/main" val="1181087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a:t>
            </a:fld>
            <a:endParaRPr kumimoji="1" lang="zh-CN" altLang="en-US"/>
          </a:p>
        </p:txBody>
      </p:sp>
    </p:spTree>
    <p:extLst>
      <p:ext uri="{BB962C8B-B14F-4D97-AF65-F5344CB8AC3E}">
        <p14:creationId xmlns:p14="http://schemas.microsoft.com/office/powerpoint/2010/main" val="3974776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15</a:t>
            </a:fld>
            <a:endParaRPr kumimoji="1" lang="zh-CN" altLang="en-US"/>
          </a:p>
        </p:txBody>
      </p:sp>
    </p:spTree>
    <p:extLst>
      <p:ext uri="{BB962C8B-B14F-4D97-AF65-F5344CB8AC3E}">
        <p14:creationId xmlns:p14="http://schemas.microsoft.com/office/powerpoint/2010/main" val="3549800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16</a:t>
            </a:fld>
            <a:endParaRPr kumimoji="1" lang="zh-CN" altLang="en-US"/>
          </a:p>
        </p:txBody>
      </p:sp>
    </p:spTree>
    <p:extLst>
      <p:ext uri="{BB962C8B-B14F-4D97-AF65-F5344CB8AC3E}">
        <p14:creationId xmlns:p14="http://schemas.microsoft.com/office/powerpoint/2010/main" val="3095858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17</a:t>
            </a:fld>
            <a:endParaRPr kumimoji="1" lang="zh-CN" altLang="en-US"/>
          </a:p>
        </p:txBody>
      </p:sp>
    </p:spTree>
    <p:extLst>
      <p:ext uri="{BB962C8B-B14F-4D97-AF65-F5344CB8AC3E}">
        <p14:creationId xmlns:p14="http://schemas.microsoft.com/office/powerpoint/2010/main" val="392576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18</a:t>
            </a:fld>
            <a:endParaRPr kumimoji="1" lang="zh-CN" altLang="en-US"/>
          </a:p>
        </p:txBody>
      </p:sp>
    </p:spTree>
    <p:extLst>
      <p:ext uri="{BB962C8B-B14F-4D97-AF65-F5344CB8AC3E}">
        <p14:creationId xmlns:p14="http://schemas.microsoft.com/office/powerpoint/2010/main" val="4173239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19</a:t>
            </a:fld>
            <a:endParaRPr kumimoji="1" lang="zh-CN" altLang="en-US"/>
          </a:p>
        </p:txBody>
      </p:sp>
    </p:spTree>
    <p:extLst>
      <p:ext uri="{BB962C8B-B14F-4D97-AF65-F5344CB8AC3E}">
        <p14:creationId xmlns:p14="http://schemas.microsoft.com/office/powerpoint/2010/main" val="985613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20</a:t>
            </a:fld>
            <a:endParaRPr kumimoji="1" lang="zh-CN" altLang="en-US"/>
          </a:p>
        </p:txBody>
      </p:sp>
    </p:spTree>
    <p:extLst>
      <p:ext uri="{BB962C8B-B14F-4D97-AF65-F5344CB8AC3E}">
        <p14:creationId xmlns:p14="http://schemas.microsoft.com/office/powerpoint/2010/main" val="9799030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21</a:t>
            </a:fld>
            <a:endParaRPr kumimoji="1" lang="zh-CN" altLang="en-US"/>
          </a:p>
        </p:txBody>
      </p:sp>
    </p:spTree>
    <p:extLst>
      <p:ext uri="{BB962C8B-B14F-4D97-AF65-F5344CB8AC3E}">
        <p14:creationId xmlns:p14="http://schemas.microsoft.com/office/powerpoint/2010/main" val="31322299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22</a:t>
            </a:fld>
            <a:endParaRPr kumimoji="1" lang="zh-CN" altLang="en-US"/>
          </a:p>
        </p:txBody>
      </p:sp>
    </p:spTree>
    <p:extLst>
      <p:ext uri="{BB962C8B-B14F-4D97-AF65-F5344CB8AC3E}">
        <p14:creationId xmlns:p14="http://schemas.microsoft.com/office/powerpoint/2010/main" val="2172745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23</a:t>
            </a:fld>
            <a:endParaRPr kumimoji="1" lang="zh-CN" altLang="en-US"/>
          </a:p>
        </p:txBody>
      </p:sp>
    </p:spTree>
    <p:extLst>
      <p:ext uri="{BB962C8B-B14F-4D97-AF65-F5344CB8AC3E}">
        <p14:creationId xmlns:p14="http://schemas.microsoft.com/office/powerpoint/2010/main" val="33481781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24</a:t>
            </a:fld>
            <a:endParaRPr kumimoji="1" lang="zh-CN" altLang="en-US"/>
          </a:p>
        </p:txBody>
      </p:sp>
    </p:spTree>
    <p:extLst>
      <p:ext uri="{BB962C8B-B14F-4D97-AF65-F5344CB8AC3E}">
        <p14:creationId xmlns:p14="http://schemas.microsoft.com/office/powerpoint/2010/main" val="28455086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25</a:t>
            </a:fld>
            <a:endParaRPr kumimoji="1" lang="zh-CN" altLang="en-US"/>
          </a:p>
        </p:txBody>
      </p:sp>
    </p:spTree>
    <p:extLst>
      <p:ext uri="{BB962C8B-B14F-4D97-AF65-F5344CB8AC3E}">
        <p14:creationId xmlns:p14="http://schemas.microsoft.com/office/powerpoint/2010/main" val="29270874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26</a:t>
            </a:fld>
            <a:endParaRPr kumimoji="1" lang="zh-CN" altLang="en-US"/>
          </a:p>
        </p:txBody>
      </p:sp>
    </p:spTree>
    <p:extLst>
      <p:ext uri="{BB962C8B-B14F-4D97-AF65-F5344CB8AC3E}">
        <p14:creationId xmlns:p14="http://schemas.microsoft.com/office/powerpoint/2010/main" val="2584778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27</a:t>
            </a:fld>
            <a:endParaRPr kumimoji="1" lang="zh-CN" altLang="en-US"/>
          </a:p>
        </p:txBody>
      </p:sp>
    </p:spTree>
    <p:extLst>
      <p:ext uri="{BB962C8B-B14F-4D97-AF65-F5344CB8AC3E}">
        <p14:creationId xmlns:p14="http://schemas.microsoft.com/office/powerpoint/2010/main" val="42635078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28</a:t>
            </a:fld>
            <a:endParaRPr kumimoji="1" lang="zh-CN" altLang="en-US"/>
          </a:p>
        </p:txBody>
      </p:sp>
    </p:spTree>
    <p:extLst>
      <p:ext uri="{BB962C8B-B14F-4D97-AF65-F5344CB8AC3E}">
        <p14:creationId xmlns:p14="http://schemas.microsoft.com/office/powerpoint/2010/main" val="4030475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29</a:t>
            </a:fld>
            <a:endParaRPr kumimoji="1" lang="zh-CN" altLang="en-US"/>
          </a:p>
        </p:txBody>
      </p:sp>
    </p:spTree>
    <p:extLst>
      <p:ext uri="{BB962C8B-B14F-4D97-AF65-F5344CB8AC3E}">
        <p14:creationId xmlns:p14="http://schemas.microsoft.com/office/powerpoint/2010/main" val="9612774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30</a:t>
            </a:fld>
            <a:endParaRPr kumimoji="1" lang="zh-CN" altLang="en-US"/>
          </a:p>
        </p:txBody>
      </p:sp>
    </p:spTree>
    <p:extLst>
      <p:ext uri="{BB962C8B-B14F-4D97-AF65-F5344CB8AC3E}">
        <p14:creationId xmlns:p14="http://schemas.microsoft.com/office/powerpoint/2010/main" val="16758346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31</a:t>
            </a:fld>
            <a:endParaRPr kumimoji="1" lang="zh-CN" altLang="en-US"/>
          </a:p>
        </p:txBody>
      </p:sp>
    </p:spTree>
    <p:extLst>
      <p:ext uri="{BB962C8B-B14F-4D97-AF65-F5344CB8AC3E}">
        <p14:creationId xmlns:p14="http://schemas.microsoft.com/office/powerpoint/2010/main" val="22376885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32</a:t>
            </a:fld>
            <a:endParaRPr kumimoji="1" lang="zh-CN" altLang="en-US"/>
          </a:p>
        </p:txBody>
      </p:sp>
    </p:spTree>
    <p:extLst>
      <p:ext uri="{BB962C8B-B14F-4D97-AF65-F5344CB8AC3E}">
        <p14:creationId xmlns:p14="http://schemas.microsoft.com/office/powerpoint/2010/main" val="5252561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33</a:t>
            </a:fld>
            <a:endParaRPr kumimoji="1" lang="zh-CN" altLang="en-US"/>
          </a:p>
        </p:txBody>
      </p:sp>
    </p:spTree>
    <p:extLst>
      <p:ext uri="{BB962C8B-B14F-4D97-AF65-F5344CB8AC3E}">
        <p14:creationId xmlns:p14="http://schemas.microsoft.com/office/powerpoint/2010/main" val="8802345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34</a:t>
            </a:fld>
            <a:endParaRPr kumimoji="1" lang="zh-CN" altLang="en-US"/>
          </a:p>
        </p:txBody>
      </p:sp>
    </p:spTree>
    <p:extLst>
      <p:ext uri="{BB962C8B-B14F-4D97-AF65-F5344CB8AC3E}">
        <p14:creationId xmlns:p14="http://schemas.microsoft.com/office/powerpoint/2010/main" val="20088810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35</a:t>
            </a:fld>
            <a:endParaRPr kumimoji="1" lang="zh-CN" altLang="en-US"/>
          </a:p>
        </p:txBody>
      </p:sp>
    </p:spTree>
    <p:extLst>
      <p:ext uri="{BB962C8B-B14F-4D97-AF65-F5344CB8AC3E}">
        <p14:creationId xmlns:p14="http://schemas.microsoft.com/office/powerpoint/2010/main" val="30617644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36</a:t>
            </a:fld>
            <a:endParaRPr kumimoji="1" lang="zh-CN" altLang="en-US"/>
          </a:p>
        </p:txBody>
      </p:sp>
    </p:spTree>
    <p:extLst>
      <p:ext uri="{BB962C8B-B14F-4D97-AF65-F5344CB8AC3E}">
        <p14:creationId xmlns:p14="http://schemas.microsoft.com/office/powerpoint/2010/main" val="37684088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37</a:t>
            </a:fld>
            <a:endParaRPr kumimoji="1" lang="zh-CN" altLang="en-US"/>
          </a:p>
        </p:txBody>
      </p:sp>
    </p:spTree>
    <p:extLst>
      <p:ext uri="{BB962C8B-B14F-4D97-AF65-F5344CB8AC3E}">
        <p14:creationId xmlns:p14="http://schemas.microsoft.com/office/powerpoint/2010/main" val="3511804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38</a:t>
            </a:fld>
            <a:endParaRPr kumimoji="1" lang="zh-CN" altLang="en-US"/>
          </a:p>
        </p:txBody>
      </p:sp>
    </p:spTree>
    <p:extLst>
      <p:ext uri="{BB962C8B-B14F-4D97-AF65-F5344CB8AC3E}">
        <p14:creationId xmlns:p14="http://schemas.microsoft.com/office/powerpoint/2010/main" val="1149712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39</a:t>
            </a:fld>
            <a:endParaRPr kumimoji="1" lang="zh-CN" altLang="en-US"/>
          </a:p>
        </p:txBody>
      </p:sp>
    </p:spTree>
    <p:extLst>
      <p:ext uri="{BB962C8B-B14F-4D97-AF65-F5344CB8AC3E}">
        <p14:creationId xmlns:p14="http://schemas.microsoft.com/office/powerpoint/2010/main" val="3244477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40</a:t>
            </a:fld>
            <a:endParaRPr kumimoji="1" lang="zh-CN" altLang="en-US"/>
          </a:p>
        </p:txBody>
      </p:sp>
    </p:spTree>
    <p:extLst>
      <p:ext uri="{BB962C8B-B14F-4D97-AF65-F5344CB8AC3E}">
        <p14:creationId xmlns:p14="http://schemas.microsoft.com/office/powerpoint/2010/main" val="19758946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41</a:t>
            </a:fld>
            <a:endParaRPr kumimoji="1" lang="zh-CN" altLang="en-US"/>
          </a:p>
        </p:txBody>
      </p:sp>
    </p:spTree>
    <p:extLst>
      <p:ext uri="{BB962C8B-B14F-4D97-AF65-F5344CB8AC3E}">
        <p14:creationId xmlns:p14="http://schemas.microsoft.com/office/powerpoint/2010/main" val="2399335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42</a:t>
            </a:fld>
            <a:endParaRPr kumimoji="1" lang="zh-CN" altLang="en-US"/>
          </a:p>
        </p:txBody>
      </p:sp>
    </p:spTree>
    <p:extLst>
      <p:ext uri="{BB962C8B-B14F-4D97-AF65-F5344CB8AC3E}">
        <p14:creationId xmlns:p14="http://schemas.microsoft.com/office/powerpoint/2010/main" val="26609156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43</a:t>
            </a:fld>
            <a:endParaRPr kumimoji="1" lang="zh-CN" altLang="en-US"/>
          </a:p>
        </p:txBody>
      </p:sp>
    </p:spTree>
    <p:extLst>
      <p:ext uri="{BB962C8B-B14F-4D97-AF65-F5344CB8AC3E}">
        <p14:creationId xmlns:p14="http://schemas.microsoft.com/office/powerpoint/2010/main" val="38648982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44</a:t>
            </a:fld>
            <a:endParaRPr kumimoji="1" lang="zh-CN" altLang="en-US"/>
          </a:p>
        </p:txBody>
      </p:sp>
    </p:spTree>
    <p:extLst>
      <p:ext uri="{BB962C8B-B14F-4D97-AF65-F5344CB8AC3E}">
        <p14:creationId xmlns:p14="http://schemas.microsoft.com/office/powerpoint/2010/main" val="15508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45</a:t>
            </a:fld>
            <a:endParaRPr kumimoji="1" lang="zh-CN" altLang="en-US"/>
          </a:p>
        </p:txBody>
      </p:sp>
    </p:spTree>
    <p:extLst>
      <p:ext uri="{BB962C8B-B14F-4D97-AF65-F5344CB8AC3E}">
        <p14:creationId xmlns:p14="http://schemas.microsoft.com/office/powerpoint/2010/main" val="38166870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333333"/>
                </a:solidFill>
                <a:effectLst/>
                <a:latin typeface="Arial" panose="020B0604020202020204" pitchFamily="34" charset="0"/>
              </a:rPr>
              <a:t>➀➁➂➃➄➅➆➇➈➉⑪⑫⑬⑭⑮⑯⑰⑱⑲⑳</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56</a:t>
            </a:fld>
            <a:endParaRPr kumimoji="1" lang="zh-CN" altLang="en-US"/>
          </a:p>
        </p:txBody>
      </p:sp>
    </p:spTree>
    <p:extLst>
      <p:ext uri="{BB962C8B-B14F-4D97-AF65-F5344CB8AC3E}">
        <p14:creationId xmlns:p14="http://schemas.microsoft.com/office/powerpoint/2010/main" val="15443327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59</a:t>
            </a:fld>
            <a:endParaRPr kumimoji="1" lang="zh-CN" altLang="en-US"/>
          </a:p>
        </p:txBody>
      </p:sp>
    </p:spTree>
    <p:extLst>
      <p:ext uri="{BB962C8B-B14F-4D97-AF65-F5344CB8AC3E}">
        <p14:creationId xmlns:p14="http://schemas.microsoft.com/office/powerpoint/2010/main" val="21112358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60</a:t>
            </a:fld>
            <a:endParaRPr kumimoji="1" lang="zh-CN" altLang="en-US"/>
          </a:p>
        </p:txBody>
      </p:sp>
    </p:spTree>
    <p:extLst>
      <p:ext uri="{BB962C8B-B14F-4D97-AF65-F5344CB8AC3E}">
        <p14:creationId xmlns:p14="http://schemas.microsoft.com/office/powerpoint/2010/main" val="18950359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64</a:t>
            </a:fld>
            <a:endParaRPr kumimoji="1" lang="zh-CN" altLang="en-US"/>
          </a:p>
        </p:txBody>
      </p:sp>
    </p:spTree>
    <p:extLst>
      <p:ext uri="{BB962C8B-B14F-4D97-AF65-F5344CB8AC3E}">
        <p14:creationId xmlns:p14="http://schemas.microsoft.com/office/powerpoint/2010/main" val="22249828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66</a:t>
            </a:fld>
            <a:endParaRPr kumimoji="1" lang="zh-CN" altLang="en-US"/>
          </a:p>
        </p:txBody>
      </p:sp>
    </p:spTree>
    <p:extLst>
      <p:ext uri="{BB962C8B-B14F-4D97-AF65-F5344CB8AC3E}">
        <p14:creationId xmlns:p14="http://schemas.microsoft.com/office/powerpoint/2010/main" val="18673286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67</a:t>
            </a:fld>
            <a:endParaRPr kumimoji="1" lang="zh-CN" altLang="en-US"/>
          </a:p>
        </p:txBody>
      </p:sp>
    </p:spTree>
    <p:extLst>
      <p:ext uri="{BB962C8B-B14F-4D97-AF65-F5344CB8AC3E}">
        <p14:creationId xmlns:p14="http://schemas.microsoft.com/office/powerpoint/2010/main" val="16167317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68</a:t>
            </a:fld>
            <a:endParaRPr kumimoji="1" lang="zh-CN" altLang="en-US"/>
          </a:p>
        </p:txBody>
      </p:sp>
    </p:spTree>
    <p:extLst>
      <p:ext uri="{BB962C8B-B14F-4D97-AF65-F5344CB8AC3E}">
        <p14:creationId xmlns:p14="http://schemas.microsoft.com/office/powerpoint/2010/main" val="22299286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69</a:t>
            </a:fld>
            <a:endParaRPr kumimoji="1" lang="zh-CN" altLang="en-US"/>
          </a:p>
        </p:txBody>
      </p:sp>
    </p:spTree>
    <p:extLst>
      <p:ext uri="{BB962C8B-B14F-4D97-AF65-F5344CB8AC3E}">
        <p14:creationId xmlns:p14="http://schemas.microsoft.com/office/powerpoint/2010/main" val="41382061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70</a:t>
            </a:fld>
            <a:endParaRPr kumimoji="1" lang="zh-CN" altLang="en-US"/>
          </a:p>
        </p:txBody>
      </p:sp>
    </p:spTree>
    <p:extLst>
      <p:ext uri="{BB962C8B-B14F-4D97-AF65-F5344CB8AC3E}">
        <p14:creationId xmlns:p14="http://schemas.microsoft.com/office/powerpoint/2010/main" val="238182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71</a:t>
            </a:fld>
            <a:endParaRPr kumimoji="1" lang="zh-CN" altLang="en-US"/>
          </a:p>
        </p:txBody>
      </p:sp>
    </p:spTree>
    <p:extLst>
      <p:ext uri="{BB962C8B-B14F-4D97-AF65-F5344CB8AC3E}">
        <p14:creationId xmlns:p14="http://schemas.microsoft.com/office/powerpoint/2010/main" val="24245732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72</a:t>
            </a:fld>
            <a:endParaRPr kumimoji="1" lang="zh-CN" altLang="en-US"/>
          </a:p>
        </p:txBody>
      </p:sp>
    </p:spTree>
    <p:extLst>
      <p:ext uri="{BB962C8B-B14F-4D97-AF65-F5344CB8AC3E}">
        <p14:creationId xmlns:p14="http://schemas.microsoft.com/office/powerpoint/2010/main" val="38313926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73</a:t>
            </a:fld>
            <a:endParaRPr kumimoji="1" lang="zh-CN" altLang="en-US"/>
          </a:p>
        </p:txBody>
      </p:sp>
    </p:spTree>
    <p:extLst>
      <p:ext uri="{BB962C8B-B14F-4D97-AF65-F5344CB8AC3E}">
        <p14:creationId xmlns:p14="http://schemas.microsoft.com/office/powerpoint/2010/main" val="8225095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74</a:t>
            </a:fld>
            <a:endParaRPr kumimoji="1" lang="zh-CN" altLang="en-US"/>
          </a:p>
        </p:txBody>
      </p:sp>
    </p:spTree>
    <p:extLst>
      <p:ext uri="{BB962C8B-B14F-4D97-AF65-F5344CB8AC3E}">
        <p14:creationId xmlns:p14="http://schemas.microsoft.com/office/powerpoint/2010/main" val="233802668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75</a:t>
            </a:fld>
            <a:endParaRPr kumimoji="1" lang="zh-CN" altLang="en-US"/>
          </a:p>
        </p:txBody>
      </p:sp>
    </p:spTree>
    <p:extLst>
      <p:ext uri="{BB962C8B-B14F-4D97-AF65-F5344CB8AC3E}">
        <p14:creationId xmlns:p14="http://schemas.microsoft.com/office/powerpoint/2010/main" val="24537436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76</a:t>
            </a:fld>
            <a:endParaRPr kumimoji="1" lang="zh-CN" altLang="en-US"/>
          </a:p>
        </p:txBody>
      </p:sp>
    </p:spTree>
    <p:extLst>
      <p:ext uri="{BB962C8B-B14F-4D97-AF65-F5344CB8AC3E}">
        <p14:creationId xmlns:p14="http://schemas.microsoft.com/office/powerpoint/2010/main" val="6926380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77</a:t>
            </a:fld>
            <a:endParaRPr kumimoji="1" lang="zh-CN" altLang="en-US"/>
          </a:p>
        </p:txBody>
      </p:sp>
    </p:spTree>
    <p:extLst>
      <p:ext uri="{BB962C8B-B14F-4D97-AF65-F5344CB8AC3E}">
        <p14:creationId xmlns:p14="http://schemas.microsoft.com/office/powerpoint/2010/main" val="40590448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78</a:t>
            </a:fld>
            <a:endParaRPr kumimoji="1" lang="zh-CN" altLang="en-US"/>
          </a:p>
        </p:txBody>
      </p:sp>
    </p:spTree>
    <p:extLst>
      <p:ext uri="{BB962C8B-B14F-4D97-AF65-F5344CB8AC3E}">
        <p14:creationId xmlns:p14="http://schemas.microsoft.com/office/powerpoint/2010/main" val="31518161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79</a:t>
            </a:fld>
            <a:endParaRPr kumimoji="1" lang="zh-CN" altLang="en-US"/>
          </a:p>
        </p:txBody>
      </p:sp>
    </p:spTree>
    <p:extLst>
      <p:ext uri="{BB962C8B-B14F-4D97-AF65-F5344CB8AC3E}">
        <p14:creationId xmlns:p14="http://schemas.microsoft.com/office/powerpoint/2010/main" val="12943291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81</a:t>
            </a:fld>
            <a:endParaRPr kumimoji="1" lang="zh-CN" altLang="en-US"/>
          </a:p>
        </p:txBody>
      </p:sp>
    </p:spTree>
    <p:extLst>
      <p:ext uri="{BB962C8B-B14F-4D97-AF65-F5344CB8AC3E}">
        <p14:creationId xmlns:p14="http://schemas.microsoft.com/office/powerpoint/2010/main" val="3449660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微软雅黑" panose="020B0503020204020204" pitchFamily="34" charset="-122"/>
                <a:ea typeface="微软雅黑" panose="020B0503020204020204" pitchFamily="34" charset="-122"/>
              </a:defRPr>
            </a:lvl1pPr>
          </a:lstStyle>
          <a:p>
            <a:r>
              <a:rPr kumimoji="1" lang="zh-CN" altLang="en-US" dirty="0"/>
              <a:t>单击此处编辑母版标题样式</a:t>
            </a:r>
          </a:p>
        </p:txBody>
      </p:sp>
      <p:sp>
        <p:nvSpPr>
          <p:cNvPr id="3" name="内容占位符 2"/>
          <p:cNvSpPr>
            <a:spLocks noGrp="1"/>
          </p:cNvSpPr>
          <p:nvPr>
            <p:ph idx="1"/>
          </p:nvPr>
        </p:nvSpPr>
        <p:spPr>
          <a:xfrm>
            <a:off x="1008000" y="1126800"/>
            <a:ext cx="11456894" cy="4876801"/>
          </a:xfrm>
        </p:spPr>
        <p:txBody>
          <a:bodyPr/>
          <a:lstStyle>
            <a:lvl1pPr marL="316531" indent="-316531">
              <a:buFont typeface="Wingdings" panose="05000000000000000000" pitchFamily="2" charset="2"/>
              <a:buChar char="Ø"/>
              <a:defRPr sz="2000" b="1">
                <a:latin typeface="微软雅黑" panose="020B0503020204020204" pitchFamily="34" charset="-122"/>
                <a:ea typeface="微软雅黑" panose="020B0503020204020204" pitchFamily="34" charset="-122"/>
              </a:defRPr>
            </a:lvl1pPr>
            <a:lvl2pPr marL="685817" indent="-263776">
              <a:buFont typeface="Arial" panose="020B0604020202020204" pitchFamily="34" charset="0"/>
              <a:buChar char="•"/>
              <a:defRPr>
                <a:latin typeface="SimHei" panose="02010609060101010101" pitchFamily="49" charset="-122"/>
                <a:ea typeface="SimHei" panose="02010609060101010101" pitchFamily="49" charset="-122"/>
              </a:defRPr>
            </a:lvl2pPr>
            <a:lvl3pPr marL="1055103" indent="-211021">
              <a:buSzPct val="50000"/>
              <a:buFont typeface="Wingdings" panose="05000000000000000000" pitchFamily="2" charset="2"/>
              <a:buChar char="n"/>
              <a:defRPr>
                <a:latin typeface="SimHei" panose="02010609060101010101" pitchFamily="49" charset="-122"/>
                <a:ea typeface="SimHei" panose="02010609060101010101" pitchFamily="49" charset="-122"/>
              </a:defRPr>
            </a:lvl3pPr>
            <a:lvl4pPr>
              <a:defRPr>
                <a:latin typeface="SimHei" panose="02010609060101010101" pitchFamily="49" charset="-122"/>
                <a:ea typeface="SimHei" panose="02010609060101010101" pitchFamily="49" charset="-122"/>
              </a:defRPr>
            </a:lvl4pPr>
            <a:lvl5pPr>
              <a:defRPr>
                <a:latin typeface="SimHei" panose="02010609060101010101" pitchFamily="49" charset="-122"/>
                <a:ea typeface="SimHei" panose="02010609060101010101" pitchFamily="49"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页脚占位符 4"/>
          <p:cNvSpPr>
            <a:spLocks noGrp="1"/>
          </p:cNvSpPr>
          <p:nvPr>
            <p:ph type="ftr" sz="quarter" idx="11"/>
          </p:nvPr>
        </p:nvSpPr>
        <p:spPr>
          <a:xfrm>
            <a:off x="4038600" y="6356350"/>
            <a:ext cx="4114800" cy="501650"/>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dirty="0"/>
              <a:t>数据库系统</a:t>
            </a:r>
            <a:r>
              <a:rPr kumimoji="1" lang="en-US" altLang="zh-CN" dirty="0"/>
              <a:t>—</a:t>
            </a:r>
            <a:r>
              <a:rPr kumimoji="1" lang="zh-CN" altLang="en-US" dirty="0"/>
              <a:t>执行器</a:t>
            </a:r>
          </a:p>
        </p:txBody>
      </p:sp>
      <p:sp>
        <p:nvSpPr>
          <p:cNvPr id="6" name="灯片编号占位符 5"/>
          <p:cNvSpPr>
            <a:spLocks noGrp="1"/>
          </p:cNvSpPr>
          <p:nvPr>
            <p:ph type="sldNum" sz="quarter" idx="12"/>
          </p:nvPr>
        </p:nvSpPr>
        <p:spPr/>
        <p:txBody>
          <a:bodyPr/>
          <a:lstStyle/>
          <a:p>
            <a:fld id="{4B0D34C0-35A8-654C-9FBA-7B4E017BD630}" type="slidenum">
              <a:rPr/>
              <a:t>‹#›</a:t>
            </a:fld>
            <a:endParaRPr kumimoji="1" lang="zh-CN" altLang="en-US"/>
          </a:p>
        </p:txBody>
      </p:sp>
    </p:spTree>
    <p:extLst>
      <p:ext uri="{BB962C8B-B14F-4D97-AF65-F5344CB8AC3E}">
        <p14:creationId xmlns:p14="http://schemas.microsoft.com/office/powerpoint/2010/main" val="2529396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A43A6EF-72EA-BF49-9572-4A36487CB914}"/>
              </a:ext>
            </a:extLst>
          </p:cNvPr>
          <p:cNvSpPr>
            <a:spLocks noGrp="1"/>
          </p:cNvSpPr>
          <p:nvPr>
            <p:ph type="sldNum" sz="quarter" idx="10"/>
          </p:nvPr>
        </p:nvSpPr>
        <p:spPr/>
        <p:txBody>
          <a:bodyPr/>
          <a:lstStyle/>
          <a:p>
            <a:fld id="{87BBDC00-B9E2-4EFD-9306-2934E87247C6}" type="slidenum">
              <a:rPr lang="zh-CN" altLang="en-US" smtClean="0"/>
              <a:pPr/>
              <a:t>‹#›</a:t>
            </a:fld>
            <a:endParaRPr lang="zh-CN" altLang="en-US"/>
          </a:p>
        </p:txBody>
      </p:sp>
      <p:sp>
        <p:nvSpPr>
          <p:cNvPr id="5" name="Rectangle 7">
            <a:extLst>
              <a:ext uri="{FF2B5EF4-FFF2-40B4-BE49-F238E27FC236}">
                <a16:creationId xmlns:a16="http://schemas.microsoft.com/office/drawing/2014/main" id="{A0DC9526-AEAB-C547-9BBC-659D55C0F681}"/>
              </a:ext>
            </a:extLst>
          </p:cNvPr>
          <p:cNvSpPr>
            <a:spLocks noGrp="1" noChangeArrowheads="1"/>
          </p:cNvSpPr>
          <p:nvPr>
            <p:ph type="title"/>
          </p:nvPr>
        </p:nvSpPr>
        <p:spPr bwMode="auto">
          <a:xfrm>
            <a:off x="1050551" y="109584"/>
            <a:ext cx="10090897" cy="6784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kumimoji="1" lang="zh-CN" altLang="en-US" sz="3600" b="1" i="0" dirty="0">
                <a:solidFill>
                  <a:schemeClr val="tx2"/>
                </a:solidFill>
                <a:effectLst/>
                <a:latin typeface="微软雅黑" panose="020B0503020204020204" pitchFamily="34" charset="-122"/>
                <a:ea typeface="微软雅黑" panose="020B0503020204020204" pitchFamily="34" charset="-122"/>
                <a:cs typeface="Arial"/>
              </a:defRPr>
            </a:lvl1pPr>
          </a:lstStyle>
          <a:p>
            <a:pPr lvl="0"/>
            <a:r>
              <a:rPr lang="zh-CN" altLang="en-US" dirty="0"/>
              <a:t>单击此处编辑母版标题样式</a:t>
            </a:r>
          </a:p>
        </p:txBody>
      </p:sp>
      <p:sp>
        <p:nvSpPr>
          <p:cNvPr id="8" name="Rectangle 4">
            <a:extLst>
              <a:ext uri="{FF2B5EF4-FFF2-40B4-BE49-F238E27FC236}">
                <a16:creationId xmlns:a16="http://schemas.microsoft.com/office/drawing/2014/main" id="{E17AFDEE-BBF8-634D-A3D6-F4ABC9CB6190}"/>
              </a:ext>
            </a:extLst>
          </p:cNvPr>
          <p:cNvSpPr>
            <a:spLocks noGrp="1" noChangeArrowheads="1"/>
          </p:cNvSpPr>
          <p:nvPr>
            <p:ph idx="1"/>
          </p:nvPr>
        </p:nvSpPr>
        <p:spPr bwMode="auto">
          <a:xfrm>
            <a:off x="457200" y="1125538"/>
            <a:ext cx="10874188"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defRPr kumimoji="1" lang="en-US" altLang="zh-CN" sz="2000" b="1" dirty="0">
                <a:solidFill>
                  <a:schemeClr val="tx1"/>
                </a:solidFill>
                <a:effectLst/>
                <a:latin typeface="微软雅黑" panose="020B0503020204020204" pitchFamily="34" charset="-122"/>
                <a:ea typeface="微软雅黑" panose="020B0503020204020204" pitchFamily="34" charset="-122"/>
                <a:cs typeface="Arial"/>
              </a:defRPr>
            </a:lvl1pPr>
            <a:lvl2pPr marL="685817" indent="-263776">
              <a:defRPr kumimoji="1" lang="en-US" altLang="zh-CN" sz="2800" b="0" dirty="0">
                <a:solidFill>
                  <a:schemeClr val="tx1"/>
                </a:solidFill>
                <a:effectLst/>
                <a:latin typeface="SimHei" panose="02010609060101010101" pitchFamily="49" charset="-122"/>
                <a:ea typeface="SimHei" panose="02010609060101010101" pitchFamily="49" charset="-122"/>
                <a:cs typeface="Arial"/>
              </a:defRPr>
            </a:lvl2pPr>
            <a:lvl3pPr marL="1055103" indent="-211021">
              <a:defRPr kumimoji="1" lang="en-US" altLang="zh-CN" sz="2400" b="0" dirty="0">
                <a:solidFill>
                  <a:schemeClr val="tx1"/>
                </a:solidFill>
                <a:effectLst/>
                <a:latin typeface="SimHei" panose="02010609060101010101" pitchFamily="49" charset="-122"/>
                <a:ea typeface="SimHei" panose="02010609060101010101" pitchFamily="49" charset="-122"/>
                <a:cs typeface="Arial"/>
              </a:defRPr>
            </a:lvl3pPr>
            <a:lvl4pPr>
              <a:defRPr>
                <a:latin typeface="SimHei" panose="02010609060101010101" pitchFamily="49" charset="-122"/>
                <a:ea typeface="SimHei" panose="02010609060101010101" pitchFamily="49" charset="-122"/>
              </a:defRPr>
            </a:lvl4pPr>
            <a:lvl5pPr>
              <a:defRPr>
                <a:latin typeface="SimHei" panose="02010609060101010101" pitchFamily="49" charset="-122"/>
                <a:ea typeface="SimHei" panose="02010609060101010101" pitchFamily="49" charset="-122"/>
              </a:defRPr>
            </a:lvl5pPr>
          </a:lstStyle>
          <a:p>
            <a:pPr marL="316531" lvl="0" indent="-316531" algn="l" rtl="0" eaLnBrk="1" fontAlgn="base" hangingPunct="1">
              <a:spcBef>
                <a:spcPct val="20000"/>
              </a:spcBef>
              <a:spcAft>
                <a:spcPct val="0"/>
              </a:spcAft>
              <a:buFont typeface="Wingdings" panose="05000000000000000000" pitchFamily="2" charset="2"/>
              <a:buChar char="Ø"/>
            </a:pPr>
            <a:r>
              <a:rPr lang="en-US" altLang="zh-CN" dirty="0" err="1"/>
              <a:t>单击此处编辑母版文本样式</a:t>
            </a:r>
            <a:endParaRPr lang="en-US" altLang="zh-CN" dirty="0"/>
          </a:p>
          <a:p>
            <a:pPr marL="685817" lvl="1" indent="-263776" algn="l" rtl="0" eaLnBrk="1" fontAlgn="base" hangingPunct="1">
              <a:spcBef>
                <a:spcPct val="20000"/>
              </a:spcBef>
              <a:spcAft>
                <a:spcPct val="0"/>
              </a:spcAft>
              <a:buFont typeface="Arial" panose="020B0604020202020204" pitchFamily="34" charset="0"/>
              <a:buChar char="•"/>
            </a:pPr>
            <a:r>
              <a:rPr lang="en-US" altLang="zh-CN" dirty="0" err="1"/>
              <a:t>第二级</a:t>
            </a:r>
            <a:endParaRPr lang="en-US" altLang="zh-CN" dirty="0"/>
          </a:p>
          <a:p>
            <a:pPr marL="1055103" lvl="2" indent="-211021" algn="l" rtl="0" eaLnBrk="1" fontAlgn="base" hangingPunct="1">
              <a:spcBef>
                <a:spcPct val="20000"/>
              </a:spcBef>
              <a:spcAft>
                <a:spcPct val="0"/>
              </a:spcAft>
              <a:buSzPct val="50000"/>
              <a:buFont typeface="Wingdings" panose="05000000000000000000" pitchFamily="2" charset="2"/>
              <a:buChar char="n"/>
            </a:pPr>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9" name="Rectangle 6">
            <a:extLst>
              <a:ext uri="{FF2B5EF4-FFF2-40B4-BE49-F238E27FC236}">
                <a16:creationId xmlns:a16="http://schemas.microsoft.com/office/drawing/2014/main" id="{E0A0153D-2D6F-DA49-B92D-436E519A825E}"/>
              </a:ext>
            </a:extLst>
          </p:cNvPr>
          <p:cNvSpPr>
            <a:spLocks noGrp="1" noChangeArrowheads="1"/>
          </p:cNvSpPr>
          <p:nvPr>
            <p:ph type="ftr" sz="quarter" idx="3"/>
          </p:nvPr>
        </p:nvSpPr>
        <p:spPr bwMode="auto">
          <a:xfrm>
            <a:off x="4090567" y="6548437"/>
            <a:ext cx="3852862" cy="3095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latin typeface="SimHei" panose="02010609060101010101" pitchFamily="49" charset="-122"/>
                <a:ea typeface="SimHei" panose="02010609060101010101" pitchFamily="49" charset="-122"/>
                <a:cs typeface="+mn-cs"/>
              </a:defRPr>
            </a:lvl1pPr>
          </a:lstStyle>
          <a:p>
            <a:pPr>
              <a:defRPr/>
            </a:pPr>
            <a:r>
              <a:rPr lang="zh-CN" altLang="en-US"/>
              <a:t>数据库系统</a:t>
            </a:r>
            <a:r>
              <a:rPr lang="en-US" altLang="zh-CN"/>
              <a:t>—</a:t>
            </a:r>
            <a:r>
              <a:rPr lang="zh-CN" altLang="en-US"/>
              <a:t>执行器</a:t>
            </a:r>
            <a:endParaRPr lang="en-US" altLang="zh-CN" sz="1200" dirty="0"/>
          </a:p>
        </p:txBody>
      </p:sp>
    </p:spTree>
    <p:extLst>
      <p:ext uri="{BB962C8B-B14F-4D97-AF65-F5344CB8AC3E}">
        <p14:creationId xmlns:p14="http://schemas.microsoft.com/office/powerpoint/2010/main" val="14909748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7"/>
          <p:cNvSpPr>
            <a:spLocks noGrp="1" noChangeArrowheads="1"/>
          </p:cNvSpPr>
          <p:nvPr>
            <p:ph type="title"/>
          </p:nvPr>
        </p:nvSpPr>
        <p:spPr bwMode="auto">
          <a:xfrm>
            <a:off x="971550" y="53752"/>
            <a:ext cx="10090897" cy="6784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4104" name="Rectangle 8"/>
          <p:cNvSpPr>
            <a:spLocks noGrp="1" noChangeArrowheads="1"/>
          </p:cNvSpPr>
          <p:nvPr>
            <p:ph type="body" idx="1"/>
          </p:nvPr>
        </p:nvSpPr>
        <p:spPr bwMode="auto">
          <a:xfrm>
            <a:off x="1008000" y="1126800"/>
            <a:ext cx="11456894" cy="55400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16531" lvl="0" indent="-316531" algn="l" rtl="0" eaLnBrk="1" fontAlgn="base" hangingPunct="1">
              <a:spcBef>
                <a:spcPct val="20000"/>
              </a:spcBef>
              <a:spcAft>
                <a:spcPct val="0"/>
              </a:spcAft>
              <a:buFont typeface="Wingdings" panose="05000000000000000000" pitchFamily="2" charset="2"/>
              <a:buChar char="Ø"/>
            </a:pPr>
            <a:r>
              <a:rPr lang="zh-CN" altLang="en-US" dirty="0"/>
              <a:t>单击此处编辑母版文本样式</a:t>
            </a:r>
          </a:p>
          <a:p>
            <a:pPr marL="685817" lvl="1" indent="-263776" algn="l" rtl="0" eaLnBrk="1" fontAlgn="base" hangingPunct="1">
              <a:spcBef>
                <a:spcPct val="20000"/>
              </a:spcBef>
              <a:spcAft>
                <a:spcPct val="0"/>
              </a:spcAft>
              <a:buFont typeface="Arial" panose="020B0604020202020204" pitchFamily="34" charset="0"/>
              <a:buChar char="•"/>
            </a:pPr>
            <a:r>
              <a:rPr lang="zh-CN" altLang="en-US" dirty="0"/>
              <a:t>第二级</a:t>
            </a:r>
          </a:p>
          <a:p>
            <a:pPr marL="1055103" lvl="2" indent="-211021" algn="l" rtl="0" eaLnBrk="1" fontAlgn="base" hangingPunct="1">
              <a:spcBef>
                <a:spcPct val="20000"/>
              </a:spcBef>
              <a:spcAft>
                <a:spcPct val="0"/>
              </a:spcAft>
              <a:buSzPct val="50000"/>
              <a:buFont typeface="Wingdings" panose="05000000000000000000" pitchFamily="2" charset="2"/>
              <a:buChar char="n"/>
            </a:pPr>
            <a:r>
              <a:rPr lang="zh-CN" altLang="en-US" dirty="0"/>
              <a:t>第三级</a:t>
            </a:r>
          </a:p>
        </p:txBody>
      </p:sp>
      <p:sp>
        <p:nvSpPr>
          <p:cNvPr id="4" name="Rectangle 11"/>
          <p:cNvSpPr>
            <a:spLocks noGrp="1" noChangeArrowheads="1"/>
          </p:cNvSpPr>
          <p:nvPr>
            <p:ph type="sldNum" sz="quarter" idx="4"/>
          </p:nvPr>
        </p:nvSpPr>
        <p:spPr>
          <a:xfrm>
            <a:off x="11571088" y="6517146"/>
            <a:ext cx="765605" cy="476250"/>
          </a:xfrm>
          <a:prstGeom prst="rect">
            <a:avLst/>
          </a:prstGeom>
          <a:ln/>
        </p:spPr>
        <p:txBody>
          <a:bodyPr/>
          <a:lstStyle>
            <a:lvl1pPr>
              <a:defRPr/>
            </a:lvl1pPr>
          </a:lstStyle>
          <a:p>
            <a:fld id="{87BBDC00-B9E2-4EFD-9306-2934E87247C6}" type="slidenum">
              <a:rPr lang="zh-CN" altLang="en-US" smtClean="0"/>
              <a:pPr/>
              <a:t>‹#›</a:t>
            </a:fld>
            <a:endParaRPr lang="zh-CN" altLang="en-US"/>
          </a:p>
        </p:txBody>
      </p:sp>
    </p:spTree>
    <p:extLst>
      <p:ext uri="{BB962C8B-B14F-4D97-AF65-F5344CB8AC3E}">
        <p14:creationId xmlns:p14="http://schemas.microsoft.com/office/powerpoint/2010/main" val="1687947087"/>
      </p:ext>
    </p:extLst>
  </p:cSld>
  <p:clrMap bg1="lt1" tx1="dk1" bg2="lt2" tx2="dk2" accent1="accent1" accent2="accent2" accent3="accent3" accent4="accent4" accent5="accent5" accent6="accent6" hlink="hlink" folHlink="folHlink"/>
  <p:sldLayoutIdLst>
    <p:sldLayoutId id="2147483705" r:id="rId1"/>
    <p:sldLayoutId id="2147483704" r:id="rId2"/>
  </p:sldLayoutIdLst>
  <p:hf hdr="0"/>
  <p:txStyles>
    <p:titleStyle>
      <a:lvl1pPr algn="ctr" rtl="0" eaLnBrk="1" fontAlgn="base" hangingPunct="1">
        <a:spcBef>
          <a:spcPct val="0"/>
        </a:spcBef>
        <a:spcAft>
          <a:spcPct val="0"/>
        </a:spcAft>
        <a:defRPr kumimoji="1" lang="zh-CN" altLang="en-US" sz="3600" b="1" i="0" dirty="0">
          <a:solidFill>
            <a:schemeClr val="tx2"/>
          </a:solidFill>
          <a:effectLst/>
          <a:latin typeface="微软雅黑" panose="020B0503020204020204" pitchFamily="34" charset="-122"/>
          <a:ea typeface="微软雅黑" panose="020B0503020204020204" pitchFamily="34" charset="-122"/>
          <a:cs typeface="Arial"/>
        </a:defRPr>
      </a:lvl1pPr>
      <a:lvl2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2pPr>
      <a:lvl3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3pPr>
      <a:lvl4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4pPr>
      <a:lvl5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5pPr>
      <a:lvl6pPr marL="422041"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6pPr>
      <a:lvl7pPr marL="844083"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7pPr>
      <a:lvl8pPr marL="1266124"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8pPr>
      <a:lvl9pPr marL="1688165"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9pPr>
    </p:titleStyle>
    <p:bodyStyle>
      <a:lvl1pPr marL="316531" indent="-316531" algn="l" rtl="0" eaLnBrk="1" fontAlgn="base" hangingPunct="1">
        <a:spcBef>
          <a:spcPct val="20000"/>
        </a:spcBef>
        <a:spcAft>
          <a:spcPct val="0"/>
        </a:spcAft>
        <a:buFont typeface="Wingdings" charset="2"/>
        <a:buChar char="p"/>
        <a:defRPr kumimoji="1" lang="zh-CN" altLang="en-US" sz="2000" b="1" dirty="0">
          <a:solidFill>
            <a:schemeClr val="tx1"/>
          </a:solidFill>
          <a:effectLst/>
          <a:latin typeface="微软雅黑" panose="020B0503020204020204" pitchFamily="34" charset="-122"/>
          <a:ea typeface="微软雅黑" panose="020B0503020204020204" pitchFamily="34" charset="-122"/>
          <a:cs typeface="Arial"/>
        </a:defRPr>
      </a:lvl1pPr>
      <a:lvl2pPr marL="685817" indent="-263776" algn="l" rtl="0" eaLnBrk="1" fontAlgn="base" hangingPunct="1">
        <a:spcBef>
          <a:spcPct val="20000"/>
        </a:spcBef>
        <a:spcAft>
          <a:spcPct val="0"/>
        </a:spcAft>
        <a:buChar char="–"/>
        <a:defRPr kumimoji="1" lang="zh-CN" altLang="en-US" sz="2800" b="0" dirty="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lang="zh-CN" altLang="en-US" sz="2400" b="0" dirty="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10.png"/><Relationship Id="rId4" Type="http://schemas.openxmlformats.org/officeDocument/2006/relationships/image" Target="../media/image410.png"/></Relationships>
</file>

<file path=ppt/slides/_rels/slide14.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3.png"/><Relationship Id="rId4" Type="http://schemas.openxmlformats.org/officeDocument/2006/relationships/image" Target="../media/image15.png"/><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3.png"/><Relationship Id="rId4" Type="http://schemas.openxmlformats.org/officeDocument/2006/relationships/image" Target="../media/image15.png"/><Relationship Id="rId9" Type="http://schemas.openxmlformats.org/officeDocument/2006/relationships/image" Target="../media/image20.png"/></Relationships>
</file>

<file path=ppt/slides/_rels/slide1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3.png"/><Relationship Id="rId4" Type="http://schemas.openxmlformats.org/officeDocument/2006/relationships/image" Target="../media/image15.png"/><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3.png"/><Relationship Id="rId4" Type="http://schemas.openxmlformats.org/officeDocument/2006/relationships/image" Target="../media/image15.png"/><Relationship Id="rId9" Type="http://schemas.openxmlformats.org/officeDocument/2006/relationships/image" Target="../media/image25.png"/></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3.png"/><Relationship Id="rId4" Type="http://schemas.openxmlformats.org/officeDocument/2006/relationships/image" Target="../media/image15.png"/><Relationship Id="rId9" Type="http://schemas.openxmlformats.org/officeDocument/2006/relationships/image" Target="../media/image25.png"/></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3.png"/><Relationship Id="rId4" Type="http://schemas.openxmlformats.org/officeDocument/2006/relationships/image" Target="../media/image15.png"/><Relationship Id="rId9" Type="http://schemas.openxmlformats.org/officeDocument/2006/relationships/image" Target="../media/image25.png"/></Relationships>
</file>

<file path=ppt/slides/_rels/slide2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3.png"/><Relationship Id="rId4" Type="http://schemas.openxmlformats.org/officeDocument/2006/relationships/image" Target="../media/image15.png"/><Relationship Id="rId9" Type="http://schemas.openxmlformats.org/officeDocument/2006/relationships/image" Target="../media/image2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2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2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2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39.png"/><Relationship Id="rId10" Type="http://schemas.openxmlformats.org/officeDocument/2006/relationships/image" Target="../media/image49.png"/><Relationship Id="rId4" Type="http://schemas.openxmlformats.org/officeDocument/2006/relationships/image" Target="../media/image38.png"/><Relationship Id="rId9" Type="http://schemas.openxmlformats.org/officeDocument/2006/relationships/image" Target="../media/image48.png"/></Relationships>
</file>

<file path=ppt/slides/_rels/slide3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37.png"/><Relationship Id="rId7"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39.png"/><Relationship Id="rId10" Type="http://schemas.openxmlformats.org/officeDocument/2006/relationships/image" Target="../media/image53.png"/><Relationship Id="rId4" Type="http://schemas.openxmlformats.org/officeDocument/2006/relationships/image" Target="../media/image38.png"/><Relationship Id="rId9" Type="http://schemas.openxmlformats.org/officeDocument/2006/relationships/image" Target="../media/image43.png"/></Relationships>
</file>

<file path=ppt/slides/_rels/slide3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37.png"/><Relationship Id="rId7"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39.png"/><Relationship Id="rId10" Type="http://schemas.openxmlformats.org/officeDocument/2006/relationships/image" Target="../media/image58.png"/><Relationship Id="rId4" Type="http://schemas.openxmlformats.org/officeDocument/2006/relationships/image" Target="../media/image38.png"/><Relationship Id="rId9" Type="http://schemas.openxmlformats.org/officeDocument/2006/relationships/image" Target="../media/image57.png"/></Relationships>
</file>

<file path=ppt/slides/_rels/slide32.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37.png"/><Relationship Id="rId7" Type="http://schemas.openxmlformats.org/officeDocument/2006/relationships/image" Target="../media/image60.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39.png"/><Relationship Id="rId10" Type="http://schemas.openxmlformats.org/officeDocument/2006/relationships/image" Target="../media/image63.png"/><Relationship Id="rId4" Type="http://schemas.openxmlformats.org/officeDocument/2006/relationships/image" Target="../media/image38.png"/><Relationship Id="rId9" Type="http://schemas.openxmlformats.org/officeDocument/2006/relationships/image" Target="../media/image62.png"/></Relationships>
</file>

<file path=ppt/slides/_rels/slide3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37.png"/><Relationship Id="rId7" Type="http://schemas.openxmlformats.org/officeDocument/2006/relationships/image" Target="../media/image6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39.png"/><Relationship Id="rId10" Type="http://schemas.openxmlformats.org/officeDocument/2006/relationships/image" Target="../media/image67.png"/><Relationship Id="rId4" Type="http://schemas.openxmlformats.org/officeDocument/2006/relationships/image" Target="../media/image38.png"/><Relationship Id="rId9" Type="http://schemas.openxmlformats.org/officeDocument/2006/relationships/image" Target="../media/image62.png"/></Relationships>
</file>

<file path=ppt/slides/_rels/slide3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37.png"/><Relationship Id="rId7" Type="http://schemas.openxmlformats.org/officeDocument/2006/relationships/image" Target="../media/image68.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70.png"/><Relationship Id="rId4" Type="http://schemas.openxmlformats.org/officeDocument/2006/relationships/image" Target="../media/image38.png"/><Relationship Id="rId9" Type="http://schemas.openxmlformats.org/officeDocument/2006/relationships/image" Target="../media/image6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37.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s>
</file>

<file path=ppt/slides/_rels/slide38.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85.png"/><Relationship Id="rId5" Type="http://schemas.openxmlformats.org/officeDocument/2006/relationships/image" Target="../media/image84.png"/><Relationship Id="rId10" Type="http://schemas.openxmlformats.org/officeDocument/2006/relationships/image" Target="../media/image88.png"/><Relationship Id="rId4" Type="http://schemas.openxmlformats.org/officeDocument/2006/relationships/image" Target="../media/image83.png"/><Relationship Id="rId9" Type="http://schemas.openxmlformats.org/officeDocument/2006/relationships/image" Target="../media/image80.png"/></Relationships>
</file>

<file path=ppt/slides/_rels/slide39.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90.png"/><Relationship Id="rId7" Type="http://schemas.openxmlformats.org/officeDocument/2006/relationships/image" Target="../media/image93.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92.png"/><Relationship Id="rId5" Type="http://schemas.openxmlformats.org/officeDocument/2006/relationships/image" Target="../media/image91.png"/><Relationship Id="rId10" Type="http://schemas.openxmlformats.org/officeDocument/2006/relationships/image" Target="../media/image95.png"/><Relationship Id="rId4" Type="http://schemas.openxmlformats.org/officeDocument/2006/relationships/image" Target="../media/image900.png"/><Relationship Id="rId9" Type="http://schemas.openxmlformats.org/officeDocument/2006/relationships/image" Target="../media/image94.png"/></Relationships>
</file>

<file path=ppt/slides/_rels/slide40.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99.png"/><Relationship Id="rId5" Type="http://schemas.openxmlformats.org/officeDocument/2006/relationships/image" Target="../media/image98.png"/><Relationship Id="rId10" Type="http://schemas.openxmlformats.org/officeDocument/2006/relationships/image" Target="../media/image102.png"/><Relationship Id="rId4" Type="http://schemas.openxmlformats.org/officeDocument/2006/relationships/image" Target="../media/image97.png"/><Relationship Id="rId9" Type="http://schemas.openxmlformats.org/officeDocument/2006/relationships/image" Target="../media/image80.png"/></Relationships>
</file>

<file path=ppt/slides/_rels/slide41.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14.png"/><Relationship Id="rId7" Type="http://schemas.openxmlformats.org/officeDocument/2006/relationships/image" Target="../media/image93.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85.png"/><Relationship Id="rId5" Type="http://schemas.openxmlformats.org/officeDocument/2006/relationships/image" Target="../media/image16.png"/><Relationship Id="rId10" Type="http://schemas.openxmlformats.org/officeDocument/2006/relationships/image" Target="../media/image102.png"/><Relationship Id="rId4" Type="http://schemas.openxmlformats.org/officeDocument/2006/relationships/image" Target="../media/image15.png"/><Relationship Id="rId9" Type="http://schemas.openxmlformats.org/officeDocument/2006/relationships/image" Target="../media/image80.png"/></Relationships>
</file>

<file path=ppt/slides/_rels/slide42.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890.png"/><Relationship Id="rId7" Type="http://schemas.openxmlformats.org/officeDocument/2006/relationships/image" Target="../media/image103.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92.png"/><Relationship Id="rId5" Type="http://schemas.openxmlformats.org/officeDocument/2006/relationships/image" Target="../media/image91.png"/><Relationship Id="rId10" Type="http://schemas.openxmlformats.org/officeDocument/2006/relationships/image" Target="../media/image95.png"/><Relationship Id="rId4" Type="http://schemas.openxmlformats.org/officeDocument/2006/relationships/image" Target="../media/image900.png"/><Relationship Id="rId9" Type="http://schemas.openxmlformats.org/officeDocument/2006/relationships/image" Target="../media/image80.png"/></Relationships>
</file>

<file path=ppt/slides/_rels/slide43.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4.png"/><Relationship Id="rId7" Type="http://schemas.openxmlformats.org/officeDocument/2006/relationships/image" Target="../media/image93.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85.png"/><Relationship Id="rId5" Type="http://schemas.openxmlformats.org/officeDocument/2006/relationships/image" Target="../media/image16.png"/><Relationship Id="rId10" Type="http://schemas.openxmlformats.org/officeDocument/2006/relationships/image" Target="../media/image107.png"/><Relationship Id="rId4" Type="http://schemas.openxmlformats.org/officeDocument/2006/relationships/image" Target="../media/image15.png"/><Relationship Id="rId9" Type="http://schemas.openxmlformats.org/officeDocument/2006/relationships/image" Target="../media/image106.png"/></Relationships>
</file>

<file path=ppt/slides/_rels/slide44.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11.png"/><Relationship Id="rId5" Type="http://schemas.openxmlformats.org/officeDocument/2006/relationships/image" Target="../media/image110.png"/><Relationship Id="rId10" Type="http://schemas.openxmlformats.org/officeDocument/2006/relationships/image" Target="../media/image115.png"/><Relationship Id="rId4" Type="http://schemas.openxmlformats.org/officeDocument/2006/relationships/image" Target="../media/image109.png"/><Relationship Id="rId9" Type="http://schemas.openxmlformats.org/officeDocument/2006/relationships/image" Target="../media/image114.png"/></Relationships>
</file>

<file path=ppt/slides/_rels/slide45.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116.png"/><Relationship Id="rId7" Type="http://schemas.openxmlformats.org/officeDocument/2006/relationships/image" Target="../media/image100.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99.png"/><Relationship Id="rId5" Type="http://schemas.openxmlformats.org/officeDocument/2006/relationships/image" Target="../media/image118.png"/><Relationship Id="rId10" Type="http://schemas.openxmlformats.org/officeDocument/2006/relationships/image" Target="../media/image107.png"/><Relationship Id="rId4" Type="http://schemas.openxmlformats.org/officeDocument/2006/relationships/image" Target="../media/image117.png"/><Relationship Id="rId9" Type="http://schemas.openxmlformats.org/officeDocument/2006/relationships/image" Target="../media/image11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s>
</file>

<file path=ppt/slides/_rels/slide49.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18" Type="http://schemas.openxmlformats.org/officeDocument/2006/relationships/image" Target="../media/image150.png"/><Relationship Id="rId26" Type="http://schemas.openxmlformats.org/officeDocument/2006/relationships/image" Target="../media/image158.png"/><Relationship Id="rId3" Type="http://schemas.openxmlformats.org/officeDocument/2006/relationships/image" Target="../media/image135.png"/><Relationship Id="rId21" Type="http://schemas.openxmlformats.org/officeDocument/2006/relationships/image" Target="../media/image153.png"/><Relationship Id="rId7" Type="http://schemas.openxmlformats.org/officeDocument/2006/relationships/image" Target="../media/image139.png"/><Relationship Id="rId12" Type="http://schemas.openxmlformats.org/officeDocument/2006/relationships/image" Target="../media/image144.png"/><Relationship Id="rId17" Type="http://schemas.openxmlformats.org/officeDocument/2006/relationships/image" Target="../media/image149.png"/><Relationship Id="rId25" Type="http://schemas.openxmlformats.org/officeDocument/2006/relationships/image" Target="../media/image157.png"/><Relationship Id="rId2" Type="http://schemas.openxmlformats.org/officeDocument/2006/relationships/notesSlide" Target="../notesSlides/notesSlide41.xml"/><Relationship Id="rId16" Type="http://schemas.openxmlformats.org/officeDocument/2006/relationships/image" Target="../media/image148.png"/><Relationship Id="rId20" Type="http://schemas.openxmlformats.org/officeDocument/2006/relationships/image" Target="../media/image152.png"/><Relationship Id="rId1" Type="http://schemas.openxmlformats.org/officeDocument/2006/relationships/slideLayout" Target="../slideLayouts/slideLayout1.xml"/><Relationship Id="rId6" Type="http://schemas.openxmlformats.org/officeDocument/2006/relationships/image" Target="../media/image138.png"/><Relationship Id="rId11" Type="http://schemas.openxmlformats.org/officeDocument/2006/relationships/image" Target="../media/image143.png"/><Relationship Id="rId24" Type="http://schemas.openxmlformats.org/officeDocument/2006/relationships/image" Target="../media/image156.png"/><Relationship Id="rId5" Type="http://schemas.openxmlformats.org/officeDocument/2006/relationships/image" Target="../media/image137.png"/><Relationship Id="rId15" Type="http://schemas.openxmlformats.org/officeDocument/2006/relationships/image" Target="../media/image147.png"/><Relationship Id="rId23" Type="http://schemas.openxmlformats.org/officeDocument/2006/relationships/image" Target="../media/image155.png"/><Relationship Id="rId10" Type="http://schemas.openxmlformats.org/officeDocument/2006/relationships/image" Target="../media/image142.png"/><Relationship Id="rId19" Type="http://schemas.openxmlformats.org/officeDocument/2006/relationships/image" Target="../media/image151.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6.png"/><Relationship Id="rId22" Type="http://schemas.openxmlformats.org/officeDocument/2006/relationships/image" Target="../media/image15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image" Target="../media/image161.png"/><Relationship Id="rId7" Type="http://schemas.openxmlformats.org/officeDocument/2006/relationships/image" Target="../media/image165.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164.png"/><Relationship Id="rId5" Type="http://schemas.openxmlformats.org/officeDocument/2006/relationships/image" Target="../media/image163.png"/><Relationship Id="rId4" Type="http://schemas.openxmlformats.org/officeDocument/2006/relationships/image" Target="../media/image162.png"/></Relationships>
</file>

<file path=ppt/slides/_rels/slide6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90.png"/></Relationships>
</file>

<file path=ppt/slides/_rels/slide70.xml.rels><?xml version="1.0" encoding="UTF-8" standalone="yes"?>
<Relationships xmlns="http://schemas.openxmlformats.org/package/2006/relationships"><Relationship Id="rId3" Type="http://schemas.openxmlformats.org/officeDocument/2006/relationships/image" Target="../media/image173.png"/><Relationship Id="rId7" Type="http://schemas.openxmlformats.org/officeDocument/2006/relationships/image" Target="../media/image177.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174.png"/></Relationships>
</file>

<file path=ppt/slides/_rels/slide7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73.png"/><Relationship Id="rId7" Type="http://schemas.openxmlformats.org/officeDocument/2006/relationships/image" Target="../media/image177.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174.png"/></Relationships>
</file>

<file path=ppt/slides/_rels/slide76.xml.rels><?xml version="1.0" encoding="UTF-8" standalone="yes"?>
<Relationships xmlns="http://schemas.openxmlformats.org/package/2006/relationships"><Relationship Id="rId3" Type="http://schemas.openxmlformats.org/officeDocument/2006/relationships/image" Target="../media/image178.png"/><Relationship Id="rId7" Type="http://schemas.openxmlformats.org/officeDocument/2006/relationships/image" Target="../media/image18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s>
</file>

<file path=ppt/slides/_rels/slide77.xml.rels><?xml version="1.0" encoding="UTF-8" standalone="yes"?>
<Relationships xmlns="http://schemas.openxmlformats.org/package/2006/relationships"><Relationship Id="rId3" Type="http://schemas.openxmlformats.org/officeDocument/2006/relationships/image" Target="../media/image183.png"/><Relationship Id="rId7" Type="http://schemas.openxmlformats.org/officeDocument/2006/relationships/image" Target="../media/image187.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186.png"/><Relationship Id="rId5" Type="http://schemas.openxmlformats.org/officeDocument/2006/relationships/image" Target="../media/image185.png"/><Relationship Id="rId4" Type="http://schemas.openxmlformats.org/officeDocument/2006/relationships/image" Target="../media/image184.png"/></Relationships>
</file>

<file path=ppt/slides/_rels/slide78.xml.rels><?xml version="1.0" encoding="UTF-8" standalone="yes"?>
<Relationships xmlns="http://schemas.openxmlformats.org/package/2006/relationships"><Relationship Id="rId3" Type="http://schemas.openxmlformats.org/officeDocument/2006/relationships/image" Target="../media/image188.png"/><Relationship Id="rId7" Type="http://schemas.openxmlformats.org/officeDocument/2006/relationships/image" Target="../media/image19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191.png"/><Relationship Id="rId5" Type="http://schemas.openxmlformats.org/officeDocument/2006/relationships/image" Target="../media/image190.png"/><Relationship Id="rId4" Type="http://schemas.openxmlformats.org/officeDocument/2006/relationships/image" Target="../media/image189.png"/></Relationships>
</file>

<file path=ppt/slides/_rels/slide79.xml.rels><?xml version="1.0" encoding="UTF-8" standalone="yes"?>
<Relationships xmlns="http://schemas.openxmlformats.org/package/2006/relationships"><Relationship Id="rId3" Type="http://schemas.openxmlformats.org/officeDocument/2006/relationships/image" Target="../media/image193.png"/><Relationship Id="rId7" Type="http://schemas.openxmlformats.org/officeDocument/2006/relationships/image" Target="../media/image197.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196.png"/><Relationship Id="rId5" Type="http://schemas.openxmlformats.org/officeDocument/2006/relationships/image" Target="../media/image195.png"/><Relationship Id="rId4" Type="http://schemas.openxmlformats.org/officeDocument/2006/relationships/image" Target="../media/image19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7FC0382-AAFD-23F9-35B9-F90C608416E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3" name="灯片编号占位符 2">
            <a:extLst>
              <a:ext uri="{FF2B5EF4-FFF2-40B4-BE49-F238E27FC236}">
                <a16:creationId xmlns:a16="http://schemas.microsoft.com/office/drawing/2014/main" id="{3F663233-27B7-9059-341C-F1FB0D504D2F}"/>
              </a:ext>
            </a:extLst>
          </p:cNvPr>
          <p:cNvSpPr>
            <a:spLocks noGrp="1"/>
          </p:cNvSpPr>
          <p:nvPr>
            <p:ph type="sldNum" sz="quarter" idx="12"/>
          </p:nvPr>
        </p:nvSpPr>
        <p:spPr/>
        <p:txBody>
          <a:bodyPr/>
          <a:lstStyle/>
          <a:p>
            <a:fld id="{4B0D34C0-35A8-654C-9FBA-7B4E017BD630}" type="slidenum">
              <a:rPr lang="en-US" altLang="zh-CN" smtClean="0"/>
              <a:t>1</a:t>
            </a:fld>
            <a:endParaRPr kumimoji="1" lang="zh-CN" altLang="en-US"/>
          </a:p>
        </p:txBody>
      </p:sp>
      <p:sp>
        <p:nvSpPr>
          <p:cNvPr id="9" name="Shape1">
            <a:extLst>
              <a:ext uri="{FF2B5EF4-FFF2-40B4-BE49-F238E27FC236}">
                <a16:creationId xmlns:a16="http://schemas.microsoft.com/office/drawing/2014/main" id="{C4136EDC-C11C-433A-AB51-6DCC551D9B87}"/>
              </a:ext>
            </a:extLst>
          </p:cNvPr>
          <p:cNvSpPr/>
          <p:nvPr/>
        </p:nvSpPr>
        <p:spPr>
          <a:xfrm flipH="1">
            <a:off x="2311055" y="1436523"/>
            <a:ext cx="4950343" cy="1218418"/>
          </a:xfrm>
          <a:prstGeom prst="roundRect">
            <a:avLst>
              <a:gd name="adj" fmla="val 50000"/>
            </a:avLst>
          </a:prstGeom>
          <a:gradFill>
            <a:gsLst>
              <a:gs pos="0">
                <a:srgbClr val="6F1787"/>
              </a:gs>
              <a:gs pos="100000">
                <a:schemeClr val="bg1">
                  <a:alpha val="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latin typeface="微软雅黑" panose="020B0503020204020204" pitchFamily="82" charset="2"/>
              <a:ea typeface="微软雅黑" panose="020B0503020204020204" pitchFamily="82" charset="2"/>
              <a:cs typeface="思源黑体 CN Light" panose="020B0300000000000000" charset="-122"/>
            </a:endParaRPr>
          </a:p>
        </p:txBody>
      </p:sp>
      <p:sp>
        <p:nvSpPr>
          <p:cNvPr id="10" name="文本框 9">
            <a:extLst>
              <a:ext uri="{FF2B5EF4-FFF2-40B4-BE49-F238E27FC236}">
                <a16:creationId xmlns:a16="http://schemas.microsoft.com/office/drawing/2014/main" id="{0364D808-BF34-4239-93A3-A09ECB10142E}"/>
              </a:ext>
            </a:extLst>
          </p:cNvPr>
          <p:cNvSpPr txBox="1"/>
          <p:nvPr/>
        </p:nvSpPr>
        <p:spPr>
          <a:xfrm>
            <a:off x="2880198" y="1537901"/>
            <a:ext cx="6673377" cy="1015663"/>
          </a:xfrm>
          <a:prstGeom prst="rect">
            <a:avLst/>
          </a:prstGeom>
          <a:noFill/>
        </p:spPr>
        <p:txBody>
          <a:bodyPr wrap="square" rtlCol="0">
            <a:spAutoFit/>
          </a:bodyPr>
          <a:lstStyle/>
          <a:p>
            <a:pPr algn="dist"/>
            <a:r>
              <a:rPr kumimoji="1" lang="zh-CN" altLang="en-US" sz="6000" b="1" dirty="0">
                <a:solidFill>
                  <a:srgbClr val="3A006A"/>
                </a:solidFill>
                <a:latin typeface="微软雅黑" panose="020B0503020204020204" pitchFamily="82" charset="2"/>
                <a:ea typeface="微软雅黑" panose="020B0503020204020204" pitchFamily="82" charset="2"/>
              </a:rPr>
              <a:t>第</a:t>
            </a:r>
            <a:r>
              <a:rPr kumimoji="1" lang="en-US" altLang="zh-CN" sz="6000" b="1" dirty="0">
                <a:solidFill>
                  <a:srgbClr val="3A006A"/>
                </a:solidFill>
                <a:latin typeface="微软雅黑" panose="020B0503020204020204" pitchFamily="82" charset="2"/>
                <a:ea typeface="微软雅黑" panose="020B0503020204020204" pitchFamily="82" charset="2"/>
              </a:rPr>
              <a:t>12</a:t>
            </a:r>
            <a:r>
              <a:rPr kumimoji="1" lang="zh-CN" altLang="en-US" sz="6000" b="1" dirty="0">
                <a:solidFill>
                  <a:srgbClr val="3A006A"/>
                </a:solidFill>
                <a:latin typeface="微软雅黑" panose="020B0503020204020204" pitchFamily="82" charset="2"/>
                <a:ea typeface="微软雅黑" panose="020B0503020204020204" pitchFamily="82" charset="2"/>
              </a:rPr>
              <a:t>章 </a:t>
            </a:r>
            <a:r>
              <a:rPr kumimoji="1" lang="zh-CN" altLang="en-US" sz="6000" b="1" dirty="0">
                <a:latin typeface="微软雅黑" panose="020B0503020204020204" pitchFamily="82" charset="2"/>
                <a:ea typeface="微软雅黑" panose="020B0503020204020204" pitchFamily="82" charset="2"/>
              </a:rPr>
              <a:t>查询执行</a:t>
            </a:r>
          </a:p>
        </p:txBody>
      </p:sp>
    </p:spTree>
    <p:extLst>
      <p:ext uri="{BB962C8B-B14F-4D97-AF65-F5344CB8AC3E}">
        <p14:creationId xmlns:p14="http://schemas.microsoft.com/office/powerpoint/2010/main" val="1828024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100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1+#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形状 6">
            <a:extLst>
              <a:ext uri="{FF2B5EF4-FFF2-40B4-BE49-F238E27FC236}">
                <a16:creationId xmlns:a16="http://schemas.microsoft.com/office/drawing/2014/main" id="{C9FA3C56-1BE4-4096-A6D3-726E4CF07600}"/>
              </a:ext>
            </a:extLst>
          </p:cNvPr>
          <p:cNvSpPr/>
          <p:nvPr/>
        </p:nvSpPr>
        <p:spPr bwMode="auto">
          <a:xfrm>
            <a:off x="1045820" y="1008469"/>
            <a:ext cx="10100361" cy="4449356"/>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查询执行概述</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534926" y="1601774"/>
            <a:ext cx="9122149" cy="2960701"/>
          </a:xfrm>
        </p:spPr>
        <p:txBody>
          <a:bodyPr/>
          <a:lstStyle/>
          <a:p>
            <a:pPr>
              <a:lnSpc>
                <a:spcPct val="150000"/>
              </a:lnSpc>
              <a:buFont typeface="Wingdings" panose="05000000000000000000" pitchFamily="2" charset="2"/>
              <a:buChar char="Ø"/>
            </a:pPr>
            <a:r>
              <a:rPr lang="zh-CN" altLang="en-US" sz="2000" b="1" dirty="0">
                <a:solidFill>
                  <a:srgbClr val="6F1687"/>
                </a:solidFill>
                <a:latin typeface="微软雅黑" panose="020B0503020204020204" pitchFamily="34" charset="-122"/>
                <a:ea typeface="微软雅黑" panose="020B0503020204020204" pitchFamily="34" charset="-122"/>
              </a:rPr>
              <a:t>查询执行模块的输入是物理执行计划 ，而输出则是可执行的编程代码，甚至是机器码。</a:t>
            </a:r>
            <a:endParaRPr lang="en-US" altLang="zh-CN" sz="2000" b="1" dirty="0">
              <a:solidFill>
                <a:srgbClr val="6F1687"/>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en-US" sz="2000" b="1" dirty="0">
                <a:solidFill>
                  <a:srgbClr val="6F1687"/>
                </a:solidFill>
                <a:latin typeface="微软雅黑" panose="020B0503020204020204" pitchFamily="34" charset="-122"/>
                <a:ea typeface="微软雅黑" panose="020B0503020204020204" pitchFamily="34" charset="-122"/>
              </a:rPr>
              <a:t>查询执行模型的优化目标：以更短的时间来完成精确的查询。</a:t>
            </a:r>
            <a:endParaRPr lang="en-US" altLang="zh-CN" sz="2000" b="1" dirty="0">
              <a:solidFill>
                <a:srgbClr val="6F1687"/>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en-US" sz="2000" b="1" dirty="0">
                <a:solidFill>
                  <a:srgbClr val="6F1687"/>
                </a:solidFill>
                <a:latin typeface="微软雅黑" panose="020B0503020204020204" pitchFamily="34" charset="-122"/>
                <a:ea typeface="微软雅黑" panose="020B0503020204020204" pitchFamily="34" charset="-122"/>
              </a:rPr>
              <a:t>对于这一目标有三种可行的方法：</a:t>
            </a:r>
          </a:p>
          <a:p>
            <a:pPr marL="0" indent="0">
              <a:lnSpc>
                <a:spcPct val="150000"/>
              </a:lnSpc>
              <a:buNone/>
            </a:pP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 通过合理规划减少总的指令数量。</a:t>
            </a:r>
          </a:p>
          <a:p>
            <a:pPr marL="0" indent="0">
              <a:lnSpc>
                <a:spcPct val="150000"/>
              </a:lnSpc>
              <a:buNone/>
            </a:pP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 减少循环数量，尽量在更少的循环数量中做更多的事。</a:t>
            </a:r>
          </a:p>
          <a:p>
            <a:pPr marL="0" indent="0">
              <a:lnSpc>
                <a:spcPct val="150000"/>
              </a:lnSpc>
              <a:buNone/>
            </a:pP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3</a:t>
            </a:r>
            <a:r>
              <a:rPr lang="zh-CN" altLang="en-US" sz="1800" dirty="0">
                <a:latin typeface="微软雅黑" panose="020B0503020204020204" pitchFamily="34" charset="-122"/>
                <a:ea typeface="微软雅黑" panose="020B0503020204020204" pitchFamily="34" charset="-122"/>
              </a:rPr>
              <a:t>） 并行处理查询：数据并行、计算并行</a:t>
            </a:r>
          </a:p>
          <a:p>
            <a:pPr>
              <a:lnSpc>
                <a:spcPct val="150000"/>
              </a:lnSpc>
            </a:pPr>
            <a:endParaRPr kumimoji="1" lang="zh-CN" altLang="en-US" sz="1800" dirty="0">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C6E5F6C6-D991-4736-A1DA-46F94A91EDCB}"/>
              </a:ext>
            </a:extLst>
          </p:cNvPr>
          <p:cNvSpPr>
            <a:spLocks noGrp="1"/>
          </p:cNvSpPr>
          <p:nvPr>
            <p:ph type="sldNum" sz="quarter" idx="12"/>
          </p:nvPr>
        </p:nvSpPr>
        <p:spPr/>
        <p:txBody>
          <a:bodyPr/>
          <a:lstStyle/>
          <a:p>
            <a:fld id="{4B0D34C0-35A8-654C-9FBA-7B4E017BD630}" type="slidenum">
              <a:rPr lang="en-US" altLang="zh-CN" smtClean="0"/>
              <a:t>2</a:t>
            </a:fld>
            <a:endParaRPr kumimoji="1" lang="zh-CN" altLang="en-US"/>
          </a:p>
        </p:txBody>
      </p:sp>
      <p:sp>
        <p:nvSpPr>
          <p:cNvPr id="5" name="页脚占位符 4">
            <a:extLst>
              <a:ext uri="{FF2B5EF4-FFF2-40B4-BE49-F238E27FC236}">
                <a16:creationId xmlns:a16="http://schemas.microsoft.com/office/drawing/2014/main" id="{74E7B401-D707-76B3-340C-A4D1CA276020}"/>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3446184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查询执行发展过程</a:t>
            </a:r>
          </a:p>
        </p:txBody>
      </p:sp>
      <p:graphicFrame>
        <p:nvGraphicFramePr>
          <p:cNvPr id="5" name="内容占位符 4">
            <a:extLst>
              <a:ext uri="{FF2B5EF4-FFF2-40B4-BE49-F238E27FC236}">
                <a16:creationId xmlns:a16="http://schemas.microsoft.com/office/drawing/2014/main" id="{B3BC5B58-06F3-4C19-8EB3-4A263F5F154B}"/>
              </a:ext>
            </a:extLst>
          </p:cNvPr>
          <p:cNvGraphicFramePr>
            <a:graphicFrameLocks noGrp="1"/>
          </p:cNvGraphicFramePr>
          <p:nvPr>
            <p:ph idx="1"/>
            <p:extLst>
              <p:ext uri="{D42A27DB-BD31-4B8C-83A1-F6EECF244321}">
                <p14:modId xmlns:p14="http://schemas.microsoft.com/office/powerpoint/2010/main" val="2459347348"/>
              </p:ext>
            </p:extLst>
          </p:nvPr>
        </p:nvGraphicFramePr>
        <p:xfrm>
          <a:off x="367506" y="732222"/>
          <a:ext cx="11456988"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灯片编号占位符 2">
            <a:extLst>
              <a:ext uri="{FF2B5EF4-FFF2-40B4-BE49-F238E27FC236}">
                <a16:creationId xmlns:a16="http://schemas.microsoft.com/office/drawing/2014/main" id="{018559E7-C86C-4190-A8A9-5410BFF7742A}"/>
              </a:ext>
            </a:extLst>
          </p:cNvPr>
          <p:cNvSpPr>
            <a:spLocks noGrp="1"/>
          </p:cNvSpPr>
          <p:nvPr>
            <p:ph type="sldNum" sz="quarter" idx="12"/>
          </p:nvPr>
        </p:nvSpPr>
        <p:spPr/>
        <p:txBody>
          <a:bodyPr/>
          <a:lstStyle/>
          <a:p>
            <a:fld id="{4B0D34C0-35A8-654C-9FBA-7B4E017BD630}" type="slidenum">
              <a:rPr lang="en-US" altLang="zh-CN" smtClean="0"/>
              <a:t>3</a:t>
            </a:fld>
            <a:endParaRPr kumimoji="1" lang="zh-CN" altLang="en-US"/>
          </a:p>
        </p:txBody>
      </p:sp>
      <p:sp>
        <p:nvSpPr>
          <p:cNvPr id="4" name="页脚占位符 3">
            <a:extLst>
              <a:ext uri="{FF2B5EF4-FFF2-40B4-BE49-F238E27FC236}">
                <a16:creationId xmlns:a16="http://schemas.microsoft.com/office/drawing/2014/main" id="{3CD4D723-1F9E-D4A1-E1E0-EF56D39136A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1771201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9">
            <a:extLst>
              <a:ext uri="{FF2B5EF4-FFF2-40B4-BE49-F238E27FC236}">
                <a16:creationId xmlns:a16="http://schemas.microsoft.com/office/drawing/2014/main" id="{B4143B1E-DA28-47EF-9B94-A5F714C065C1}"/>
              </a:ext>
            </a:extLst>
          </p:cNvPr>
          <p:cNvSpPr/>
          <p:nvPr/>
        </p:nvSpPr>
        <p:spPr>
          <a:xfrm rot="10800000">
            <a:off x="4125551" y="1349050"/>
            <a:ext cx="6316353" cy="66501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0">
                <a:srgbClr val="6F1787">
                  <a:alpha val="62000"/>
                </a:srgbClr>
              </a:gs>
              <a:gs pos="100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a:xfrm>
            <a:off x="971550" y="128441"/>
            <a:ext cx="10090897" cy="678470"/>
          </a:xfrm>
        </p:spPr>
        <p:txBody>
          <a:bodyPr/>
          <a:lstStyle/>
          <a:p>
            <a:r>
              <a:rPr lang="zh-CN" altLang="en-US" sz="3600" dirty="0">
                <a:latin typeface="微软雅黑" panose="020B0503020204020204" pitchFamily="82" charset="2"/>
                <a:ea typeface="微软雅黑" panose="020B0503020204020204" pitchFamily="82" charset="2"/>
              </a:rPr>
              <a:t>目录</a:t>
            </a:r>
          </a:p>
        </p:txBody>
      </p:sp>
      <p:sp>
        <p:nvSpPr>
          <p:cNvPr id="4" name="页脚占位符 3">
            <a:extLst>
              <a:ext uri="{FF2B5EF4-FFF2-40B4-BE49-F238E27FC236}">
                <a16:creationId xmlns:a16="http://schemas.microsoft.com/office/drawing/2014/main" id="{BB4E260B-AA0A-3CBF-B9C0-0FB2B9CE693E}"/>
              </a:ext>
            </a:extLst>
          </p:cNvPr>
          <p:cNvSpPr>
            <a:spLocks noGrp="1"/>
          </p:cNvSpPr>
          <p:nvPr>
            <p:ph type="ftr" sz="quarter" idx="3"/>
          </p:nvPr>
        </p:nvSpPr>
        <p:spPr>
          <a:xfrm>
            <a:off x="4368800" y="6593840"/>
            <a:ext cx="3784600" cy="264160"/>
          </a:xfrm>
          <a:prstGeom prst="rect">
            <a:avLst/>
          </a:prstGeom>
        </p:spPr>
        <p:txBody>
          <a:bodyPr vert="horz" lIns="91440" tIns="45720" rIns="91440" bIns="45720" rtlCol="0" anchor="ctr"/>
          <a:lstStyle>
            <a:defPPr>
              <a:defRPr lang="zh-CN"/>
            </a:defPPr>
            <a:lvl1pPr marL="0" algn="ctr" defTabSz="914400" rtl="0" eaLnBrk="1" latinLnBrk="0" hangingPunct="1">
              <a:defRPr sz="1600" kern="1200">
                <a:solidFill>
                  <a:schemeClr val="tx1">
                    <a:tint val="75000"/>
                  </a:schemeClr>
                </a:solidFill>
                <a:latin typeface="SimHei" panose="02010609060101010101" pitchFamily="49" charset="-122"/>
                <a:ea typeface="SimHei"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a:t>数据库 </a:t>
            </a:r>
            <a:r>
              <a:rPr kumimoji="1" lang="en-US" altLang="zh-CN"/>
              <a:t>- </a:t>
            </a:r>
            <a:r>
              <a:rPr kumimoji="1" lang="zh-CN" altLang="en-US"/>
              <a:t>概述</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EF3277EB-9B57-874C-5CC3-E2905549047A}"/>
              </a:ext>
            </a:extLst>
          </p:cNvPr>
          <p:cNvSpPr>
            <a:spLocks noGrp="1"/>
          </p:cNvSpPr>
          <p:nvPr>
            <p:ph type="sldNum" sz="quarter" idx="12"/>
          </p:nvPr>
        </p:nvSpPr>
        <p:spPr/>
        <p:txBody>
          <a:bodyPr/>
          <a:lstStyle/>
          <a:p>
            <a:fld id="{4B0D34C0-35A8-654C-9FBA-7B4E017BD630}" type="slidenum">
              <a:rPr lang="en-US" altLang="zh-CN" smtClean="0"/>
              <a:t>4</a:t>
            </a:fld>
            <a:endParaRPr kumimoji="1" lang="zh-CN" altLang="en-US"/>
          </a:p>
        </p:txBody>
      </p:sp>
      <p:grpSp>
        <p:nvGrpSpPr>
          <p:cNvPr id="2" name="组合 1">
            <a:extLst>
              <a:ext uri="{FF2B5EF4-FFF2-40B4-BE49-F238E27FC236}">
                <a16:creationId xmlns:a16="http://schemas.microsoft.com/office/drawing/2014/main" id="{775C39C2-CF18-45AE-A582-A04D1B9D506A}"/>
              </a:ext>
            </a:extLst>
          </p:cNvPr>
          <p:cNvGrpSpPr/>
          <p:nvPr/>
        </p:nvGrpSpPr>
        <p:grpSpPr>
          <a:xfrm>
            <a:off x="4020047" y="1349051"/>
            <a:ext cx="4634349" cy="665018"/>
            <a:chOff x="4135652" y="1885567"/>
            <a:chExt cx="4634349" cy="665018"/>
          </a:xfrm>
        </p:grpSpPr>
        <p:sp>
          <p:nvSpPr>
            <p:cNvPr id="7" name="Shape7">
              <a:extLst>
                <a:ext uri="{FF2B5EF4-FFF2-40B4-BE49-F238E27FC236}">
                  <a16:creationId xmlns:a16="http://schemas.microsoft.com/office/drawing/2014/main" id="{45E0359E-5A0A-45E2-AC35-8A1E79629B7D}"/>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pitchFamily="82" charset="2"/>
                  <a:ea typeface="微软雅黑" panose="020B0503020204020204" pitchFamily="82" charset="2"/>
                  <a:cs typeface="Arial" panose="020B0604020202020204" pitchFamily="34" charset="0"/>
                </a:rPr>
                <a:t>01</a:t>
              </a:r>
              <a:endParaRPr kumimoji="1" lang="zh-CN" altLang="en-US" sz="2400" b="1" dirty="0">
                <a:latin typeface="微软雅黑" panose="020B0503020204020204" pitchFamily="82" charset="2"/>
                <a:ea typeface="微软雅黑" panose="020B0503020204020204" pitchFamily="82" charset="2"/>
              </a:endParaRPr>
            </a:p>
          </p:txBody>
        </p:sp>
        <p:sp>
          <p:nvSpPr>
            <p:cNvPr id="8" name="Shape11">
              <a:extLst>
                <a:ext uri="{FF2B5EF4-FFF2-40B4-BE49-F238E27FC236}">
                  <a16:creationId xmlns:a16="http://schemas.microsoft.com/office/drawing/2014/main" id="{DAB1AAD5-3D63-4798-8C97-968F7E263553}"/>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执行器概述</a:t>
              </a:r>
              <a:endParaRPr lang="en-US" altLang="zh-CN" sz="2800" b="1" dirty="0">
                <a:latin typeface="微软雅黑" panose="020B0503020204020204" pitchFamily="82" charset="2"/>
                <a:ea typeface="微软雅黑" panose="020B0503020204020204" pitchFamily="82" charset="2"/>
              </a:endParaRPr>
            </a:p>
          </p:txBody>
        </p:sp>
      </p:grpSp>
      <p:grpSp>
        <p:nvGrpSpPr>
          <p:cNvPr id="10" name="组合 9">
            <a:extLst>
              <a:ext uri="{FF2B5EF4-FFF2-40B4-BE49-F238E27FC236}">
                <a16:creationId xmlns:a16="http://schemas.microsoft.com/office/drawing/2014/main" id="{6A93E10F-2B97-4814-88DD-C651D1C55E79}"/>
              </a:ext>
            </a:extLst>
          </p:cNvPr>
          <p:cNvGrpSpPr/>
          <p:nvPr/>
        </p:nvGrpSpPr>
        <p:grpSpPr>
          <a:xfrm>
            <a:off x="4020047" y="2233212"/>
            <a:ext cx="4634349" cy="665018"/>
            <a:chOff x="4135652" y="1885567"/>
            <a:chExt cx="4634349" cy="665018"/>
          </a:xfrm>
        </p:grpSpPr>
        <p:sp>
          <p:nvSpPr>
            <p:cNvPr id="11" name="Shape7">
              <a:extLst>
                <a:ext uri="{FF2B5EF4-FFF2-40B4-BE49-F238E27FC236}">
                  <a16:creationId xmlns:a16="http://schemas.microsoft.com/office/drawing/2014/main" id="{6261503F-148D-4095-B348-A0D6BD7EC76F}"/>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02</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12" name="Shape11">
              <a:extLst>
                <a:ext uri="{FF2B5EF4-FFF2-40B4-BE49-F238E27FC236}">
                  <a16:creationId xmlns:a16="http://schemas.microsoft.com/office/drawing/2014/main" id="{F52512A1-B6C1-42C1-869E-275F2396AC7E}"/>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拉取式模型</a:t>
              </a:r>
              <a:endParaRPr lang="en-US" altLang="zh-CN" sz="2800" b="1" dirty="0">
                <a:latin typeface="微软雅黑" panose="020B0503020204020204" pitchFamily="82" charset="2"/>
                <a:ea typeface="微软雅黑" panose="020B0503020204020204" pitchFamily="82" charset="2"/>
              </a:endParaRPr>
            </a:p>
          </p:txBody>
        </p:sp>
      </p:grpSp>
      <p:grpSp>
        <p:nvGrpSpPr>
          <p:cNvPr id="13" name="组合 12">
            <a:extLst>
              <a:ext uri="{FF2B5EF4-FFF2-40B4-BE49-F238E27FC236}">
                <a16:creationId xmlns:a16="http://schemas.microsoft.com/office/drawing/2014/main" id="{5B252E89-84DF-475E-BA64-1141AE533921}"/>
              </a:ext>
            </a:extLst>
          </p:cNvPr>
          <p:cNvGrpSpPr/>
          <p:nvPr/>
        </p:nvGrpSpPr>
        <p:grpSpPr>
          <a:xfrm>
            <a:off x="4020047" y="3117373"/>
            <a:ext cx="4634349" cy="665018"/>
            <a:chOff x="4135652" y="1885567"/>
            <a:chExt cx="4634349" cy="665018"/>
          </a:xfrm>
        </p:grpSpPr>
        <p:sp>
          <p:nvSpPr>
            <p:cNvPr id="14" name="Shape7">
              <a:extLst>
                <a:ext uri="{FF2B5EF4-FFF2-40B4-BE49-F238E27FC236}">
                  <a16:creationId xmlns:a16="http://schemas.microsoft.com/office/drawing/2014/main" id="{4CB0BB56-F18D-4783-9D5C-C2DFE36D0214}"/>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03</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15" name="Shape11">
              <a:extLst>
                <a:ext uri="{FF2B5EF4-FFF2-40B4-BE49-F238E27FC236}">
                  <a16:creationId xmlns:a16="http://schemas.microsoft.com/office/drawing/2014/main" id="{71B0AF24-BF04-4E07-B151-2CF74C1C2305}"/>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推送式模型</a:t>
              </a:r>
              <a:endParaRPr lang="en-US" altLang="zh-CN" sz="2800" b="1" dirty="0">
                <a:latin typeface="微软雅黑" panose="020B0503020204020204" pitchFamily="82" charset="2"/>
                <a:ea typeface="微软雅黑" panose="020B0503020204020204" pitchFamily="82" charset="2"/>
              </a:endParaRPr>
            </a:p>
          </p:txBody>
        </p:sp>
      </p:grpSp>
      <p:grpSp>
        <p:nvGrpSpPr>
          <p:cNvPr id="16" name="组合 15">
            <a:extLst>
              <a:ext uri="{FF2B5EF4-FFF2-40B4-BE49-F238E27FC236}">
                <a16:creationId xmlns:a16="http://schemas.microsoft.com/office/drawing/2014/main" id="{9B6E5760-9F47-4366-A113-F74E01091910}"/>
              </a:ext>
            </a:extLst>
          </p:cNvPr>
          <p:cNvGrpSpPr/>
          <p:nvPr/>
        </p:nvGrpSpPr>
        <p:grpSpPr>
          <a:xfrm>
            <a:off x="4020047" y="4001534"/>
            <a:ext cx="4634349" cy="665018"/>
            <a:chOff x="4135652" y="1885567"/>
            <a:chExt cx="4634349" cy="665018"/>
          </a:xfrm>
        </p:grpSpPr>
        <p:sp>
          <p:nvSpPr>
            <p:cNvPr id="17" name="Shape7">
              <a:extLst>
                <a:ext uri="{FF2B5EF4-FFF2-40B4-BE49-F238E27FC236}">
                  <a16:creationId xmlns:a16="http://schemas.microsoft.com/office/drawing/2014/main" id="{41A9F2F9-3315-4D8C-B6DD-F0A50CADE1A3}"/>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04</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18" name="Shape11">
              <a:extLst>
                <a:ext uri="{FF2B5EF4-FFF2-40B4-BE49-F238E27FC236}">
                  <a16:creationId xmlns:a16="http://schemas.microsoft.com/office/drawing/2014/main" id="{455598EE-DA02-4891-8249-2B3F4C1C1709}"/>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并行执行</a:t>
              </a:r>
            </a:p>
          </p:txBody>
        </p:sp>
      </p:grpSp>
      <p:grpSp>
        <p:nvGrpSpPr>
          <p:cNvPr id="3" name="组合 2">
            <a:extLst>
              <a:ext uri="{FF2B5EF4-FFF2-40B4-BE49-F238E27FC236}">
                <a16:creationId xmlns:a16="http://schemas.microsoft.com/office/drawing/2014/main" id="{83888CFD-3031-0ECC-BE9D-80C4E5778794}"/>
              </a:ext>
            </a:extLst>
          </p:cNvPr>
          <p:cNvGrpSpPr/>
          <p:nvPr/>
        </p:nvGrpSpPr>
        <p:grpSpPr>
          <a:xfrm>
            <a:off x="4020047" y="4956594"/>
            <a:ext cx="4634349" cy="665018"/>
            <a:chOff x="4135652" y="1885567"/>
            <a:chExt cx="4634349" cy="665018"/>
          </a:xfrm>
        </p:grpSpPr>
        <p:sp>
          <p:nvSpPr>
            <p:cNvPr id="9" name="Shape7">
              <a:extLst>
                <a:ext uri="{FF2B5EF4-FFF2-40B4-BE49-F238E27FC236}">
                  <a16:creationId xmlns:a16="http://schemas.microsoft.com/office/drawing/2014/main" id="{80A8D71F-7A4E-7BF2-1389-B3924F2F9DE9}"/>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05</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19" name="Shape11">
              <a:extLst>
                <a:ext uri="{FF2B5EF4-FFF2-40B4-BE49-F238E27FC236}">
                  <a16:creationId xmlns:a16="http://schemas.microsoft.com/office/drawing/2014/main" id="{422467F2-12F1-6D70-C0C8-DB2D6D74B347}"/>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编译执行</a:t>
              </a:r>
            </a:p>
          </p:txBody>
        </p:sp>
      </p:grpSp>
    </p:spTree>
    <p:extLst>
      <p:ext uri="{BB962C8B-B14F-4D97-AF65-F5344CB8AC3E}">
        <p14:creationId xmlns:p14="http://schemas.microsoft.com/office/powerpoint/2010/main" val="3765078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hape6">
            <a:extLst>
              <a:ext uri="{FF2B5EF4-FFF2-40B4-BE49-F238E27FC236}">
                <a16:creationId xmlns:a16="http://schemas.microsoft.com/office/drawing/2014/main" id="{0513CD80-3FE5-40A8-AD1A-13DE677E6F4A}"/>
              </a:ext>
            </a:extLst>
          </p:cNvPr>
          <p:cNvSpPr/>
          <p:nvPr/>
        </p:nvSpPr>
        <p:spPr>
          <a:xfrm>
            <a:off x="1360070" y="1446548"/>
            <a:ext cx="9471860" cy="4242222"/>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查询执行框架</a:t>
            </a:r>
          </a:p>
        </p:txBody>
      </p:sp>
      <p:sp>
        <p:nvSpPr>
          <p:cNvPr id="3" name="灯片编号占位符 2">
            <a:extLst>
              <a:ext uri="{FF2B5EF4-FFF2-40B4-BE49-F238E27FC236}">
                <a16:creationId xmlns:a16="http://schemas.microsoft.com/office/drawing/2014/main" id="{266A24ED-6306-44FB-A380-3BFBF640335A}"/>
              </a:ext>
            </a:extLst>
          </p:cNvPr>
          <p:cNvSpPr>
            <a:spLocks noGrp="1"/>
          </p:cNvSpPr>
          <p:nvPr>
            <p:ph type="sldNum" sz="quarter" idx="12"/>
          </p:nvPr>
        </p:nvSpPr>
        <p:spPr/>
        <p:txBody>
          <a:bodyPr/>
          <a:lstStyle/>
          <a:p>
            <a:fld id="{4B0D34C0-35A8-654C-9FBA-7B4E017BD630}" type="slidenum">
              <a:rPr lang="en-US" altLang="zh-CN" smtClean="0"/>
              <a:t>5</a:t>
            </a:fld>
            <a:endParaRPr kumimoji="1" lang="zh-CN" altLang="en-US"/>
          </a:p>
        </p:txBody>
      </p:sp>
      <p:sp>
        <p:nvSpPr>
          <p:cNvPr id="34" name="页脚占位符 33">
            <a:extLst>
              <a:ext uri="{FF2B5EF4-FFF2-40B4-BE49-F238E27FC236}">
                <a16:creationId xmlns:a16="http://schemas.microsoft.com/office/drawing/2014/main" id="{AAF93F05-0F26-B3ED-6640-D7E9AE23403F}"/>
              </a:ext>
            </a:extLst>
          </p:cNvPr>
          <p:cNvSpPr>
            <a:spLocks noGrp="1"/>
          </p:cNvSpPr>
          <p:nvPr>
            <p:ph type="ftr" sz="quarter" idx="11"/>
          </p:nvPr>
        </p:nvSpPr>
        <p:spPr/>
        <p:txBody>
          <a:bodyPr/>
          <a:lstStyle/>
          <a:p>
            <a:r>
              <a:rPr kumimoji="1" lang="zh-CN" altLang="en-US" dirty="0">
                <a:latin typeface="微软雅黑" panose="020B0503020204020204" pitchFamily="34" charset="-122"/>
                <a:ea typeface="微软雅黑" panose="020B0503020204020204" pitchFamily="34" charset="-122"/>
              </a:rPr>
              <a:t>数据库系统</a:t>
            </a:r>
            <a:r>
              <a:rPr kumimoji="1" lang="en-US"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执行器</a:t>
            </a:r>
          </a:p>
        </p:txBody>
      </p:sp>
      <p:grpSp>
        <p:nvGrpSpPr>
          <p:cNvPr id="14" name="组合 13">
            <a:extLst>
              <a:ext uri="{FF2B5EF4-FFF2-40B4-BE49-F238E27FC236}">
                <a16:creationId xmlns:a16="http://schemas.microsoft.com/office/drawing/2014/main" id="{A81732E6-60A1-40B5-84C7-1F2ED9FBD7D5}"/>
              </a:ext>
            </a:extLst>
          </p:cNvPr>
          <p:cNvGrpSpPr/>
          <p:nvPr/>
        </p:nvGrpSpPr>
        <p:grpSpPr>
          <a:xfrm>
            <a:off x="1913794" y="1647457"/>
            <a:ext cx="8369955" cy="3853922"/>
            <a:chOff x="601591" y="1321721"/>
            <a:chExt cx="10286489" cy="4736384"/>
          </a:xfrm>
        </p:grpSpPr>
        <p:sp>
          <p:nvSpPr>
            <p:cNvPr id="5" name="矩形: 圆角 4">
              <a:extLst>
                <a:ext uri="{FF2B5EF4-FFF2-40B4-BE49-F238E27FC236}">
                  <a16:creationId xmlns:a16="http://schemas.microsoft.com/office/drawing/2014/main" id="{29A0C08F-FCC5-4ED7-8C15-ADB7878B6F84}"/>
                </a:ext>
              </a:extLst>
            </p:cNvPr>
            <p:cNvSpPr/>
            <p:nvPr/>
          </p:nvSpPr>
          <p:spPr>
            <a:xfrm>
              <a:off x="3569829" y="1526904"/>
              <a:ext cx="1401909" cy="527437"/>
            </a:xfrm>
            <a:prstGeom prst="roundRect">
              <a:avLst/>
            </a:prstGeom>
            <a:ln>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火山模型</a:t>
              </a:r>
            </a:p>
          </p:txBody>
        </p:sp>
        <p:sp>
          <p:nvSpPr>
            <p:cNvPr id="6" name="平行四边形 5">
              <a:extLst>
                <a:ext uri="{FF2B5EF4-FFF2-40B4-BE49-F238E27FC236}">
                  <a16:creationId xmlns:a16="http://schemas.microsoft.com/office/drawing/2014/main" id="{BB9CE703-1939-43F9-AA9B-D12ED32FA6C3}"/>
                </a:ext>
              </a:extLst>
            </p:cNvPr>
            <p:cNvSpPr/>
            <p:nvPr/>
          </p:nvSpPr>
          <p:spPr>
            <a:xfrm>
              <a:off x="1297764" y="3021657"/>
              <a:ext cx="1155247" cy="698047"/>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查询计划</a:t>
              </a:r>
              <a:endParaRPr lang="en-US" sz="1600" dirty="0">
                <a:latin typeface="微软雅黑" panose="020B0503020204020204" pitchFamily="34" charset="-122"/>
                <a:ea typeface="微软雅黑" panose="020B0503020204020204" pitchFamily="34" charset="-122"/>
              </a:endParaRPr>
            </a:p>
          </p:txBody>
        </p:sp>
        <p:sp>
          <p:nvSpPr>
            <p:cNvPr id="7" name="平行四边形 6">
              <a:extLst>
                <a:ext uri="{FF2B5EF4-FFF2-40B4-BE49-F238E27FC236}">
                  <a16:creationId xmlns:a16="http://schemas.microsoft.com/office/drawing/2014/main" id="{BEB20854-5AE0-49D4-832E-244DFF73F96C}"/>
                </a:ext>
              </a:extLst>
            </p:cNvPr>
            <p:cNvSpPr/>
            <p:nvPr/>
          </p:nvSpPr>
          <p:spPr>
            <a:xfrm>
              <a:off x="7062203" y="3018134"/>
              <a:ext cx="1386057" cy="698047"/>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执行代码</a:t>
              </a:r>
              <a:endParaRPr lang="en-US" sz="1600" dirty="0">
                <a:latin typeface="微软雅黑" panose="020B0503020204020204" pitchFamily="34" charset="-122"/>
                <a:ea typeface="微软雅黑" panose="020B0503020204020204" pitchFamily="34" charset="-122"/>
              </a:endParaRPr>
            </a:p>
          </p:txBody>
        </p:sp>
        <p:sp>
          <p:nvSpPr>
            <p:cNvPr id="8" name="平行四边形 7">
              <a:extLst>
                <a:ext uri="{FF2B5EF4-FFF2-40B4-BE49-F238E27FC236}">
                  <a16:creationId xmlns:a16="http://schemas.microsoft.com/office/drawing/2014/main" id="{45F5E460-5EBA-47CC-A67F-A3122BAE93CD}"/>
                </a:ext>
              </a:extLst>
            </p:cNvPr>
            <p:cNvSpPr/>
            <p:nvPr/>
          </p:nvSpPr>
          <p:spPr>
            <a:xfrm>
              <a:off x="9047761" y="3018133"/>
              <a:ext cx="1219842" cy="698047"/>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机器码</a:t>
              </a:r>
              <a:endParaRPr lang="en-US" sz="1600" dirty="0">
                <a:latin typeface="微软雅黑" panose="020B0503020204020204" pitchFamily="34" charset="-122"/>
                <a:ea typeface="微软雅黑" panose="020B0503020204020204" pitchFamily="34" charset="-122"/>
              </a:endParaRPr>
            </a:p>
          </p:txBody>
        </p:sp>
        <p:sp>
          <p:nvSpPr>
            <p:cNvPr id="9" name="矩形: 圆角 8">
              <a:extLst>
                <a:ext uri="{FF2B5EF4-FFF2-40B4-BE49-F238E27FC236}">
                  <a16:creationId xmlns:a16="http://schemas.microsoft.com/office/drawing/2014/main" id="{D7C4D637-6BBF-4F29-8C66-8F53D0680861}"/>
                </a:ext>
              </a:extLst>
            </p:cNvPr>
            <p:cNvSpPr/>
            <p:nvPr/>
          </p:nvSpPr>
          <p:spPr>
            <a:xfrm>
              <a:off x="3588199" y="4676452"/>
              <a:ext cx="1401909" cy="527437"/>
            </a:xfrm>
            <a:prstGeom prst="roundRect">
              <a:avLst/>
            </a:prstGeom>
            <a:ln>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物化模型</a:t>
              </a:r>
            </a:p>
          </p:txBody>
        </p:sp>
        <p:sp>
          <p:nvSpPr>
            <p:cNvPr id="13" name="矩形: 圆角 12">
              <a:extLst>
                <a:ext uri="{FF2B5EF4-FFF2-40B4-BE49-F238E27FC236}">
                  <a16:creationId xmlns:a16="http://schemas.microsoft.com/office/drawing/2014/main" id="{17AC1CCF-4E8B-4B8A-A001-70D944579B9D}"/>
                </a:ext>
              </a:extLst>
            </p:cNvPr>
            <p:cNvSpPr/>
            <p:nvPr/>
          </p:nvSpPr>
          <p:spPr>
            <a:xfrm>
              <a:off x="6754094" y="2313411"/>
              <a:ext cx="1955161" cy="527437"/>
            </a:xfrm>
            <a:prstGeom prst="roundRect">
              <a:avLst/>
            </a:prstGeom>
            <a:ln>
              <a:solidFill>
                <a:srgbClr val="7030A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编译执行</a:t>
              </a:r>
            </a:p>
          </p:txBody>
        </p:sp>
        <p:cxnSp>
          <p:nvCxnSpPr>
            <p:cNvPr id="17" name="连接符: 肘形 16">
              <a:extLst>
                <a:ext uri="{FF2B5EF4-FFF2-40B4-BE49-F238E27FC236}">
                  <a16:creationId xmlns:a16="http://schemas.microsoft.com/office/drawing/2014/main" id="{FD542266-4E8A-403B-9D83-64C8CC76DC31}"/>
                </a:ext>
              </a:extLst>
            </p:cNvPr>
            <p:cNvCxnSpPr>
              <a:stCxn id="6" idx="2"/>
              <a:endCxn id="5" idx="1"/>
            </p:cNvCxnSpPr>
            <p:nvPr/>
          </p:nvCxnSpPr>
          <p:spPr>
            <a:xfrm flipV="1">
              <a:off x="2365755" y="1790623"/>
              <a:ext cx="1204074" cy="1580058"/>
            </a:xfrm>
            <a:prstGeom prst="bentConnector3">
              <a:avLst>
                <a:gd name="adj1" fmla="val 21109"/>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5BEF4F3D-4FAC-4A8C-9FC9-7206E43A2FEA}"/>
                </a:ext>
              </a:extLst>
            </p:cNvPr>
            <p:cNvCxnSpPr>
              <a:cxnSpLocks/>
              <a:stCxn id="6" idx="2"/>
              <a:endCxn id="9" idx="1"/>
            </p:cNvCxnSpPr>
            <p:nvPr/>
          </p:nvCxnSpPr>
          <p:spPr>
            <a:xfrm>
              <a:off x="2365755" y="3370681"/>
              <a:ext cx="1222444" cy="1569490"/>
            </a:xfrm>
            <a:prstGeom prst="bentConnector3">
              <a:avLst>
                <a:gd name="adj1" fmla="val 20730"/>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51A32EFF-26C7-448C-8D1B-CC36651CF2EF}"/>
                </a:ext>
              </a:extLst>
            </p:cNvPr>
            <p:cNvCxnSpPr>
              <a:cxnSpLocks/>
              <a:endCxn id="7" idx="5"/>
            </p:cNvCxnSpPr>
            <p:nvPr/>
          </p:nvCxnSpPr>
          <p:spPr>
            <a:xfrm flipV="1">
              <a:off x="2623930" y="3367158"/>
              <a:ext cx="4525529" cy="352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8F06D700-2790-49B8-9C0A-F81034813771}"/>
                </a:ext>
              </a:extLst>
            </p:cNvPr>
            <p:cNvCxnSpPr>
              <a:cxnSpLocks/>
              <a:endCxn id="7" idx="5"/>
            </p:cNvCxnSpPr>
            <p:nvPr/>
          </p:nvCxnSpPr>
          <p:spPr>
            <a:xfrm flipV="1">
              <a:off x="6694213" y="3367158"/>
              <a:ext cx="455246" cy="3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1B9289B5-4E74-4636-8332-4FA2E3161D1D}"/>
                </a:ext>
              </a:extLst>
            </p:cNvPr>
            <p:cNvCxnSpPr>
              <a:cxnSpLocks/>
              <a:stCxn id="9" idx="3"/>
              <a:endCxn id="7" idx="5"/>
            </p:cNvCxnSpPr>
            <p:nvPr/>
          </p:nvCxnSpPr>
          <p:spPr>
            <a:xfrm flipV="1">
              <a:off x="4990108" y="3367158"/>
              <a:ext cx="2159351" cy="1573013"/>
            </a:xfrm>
            <a:prstGeom prst="bentConnector3">
              <a:avLst>
                <a:gd name="adj1" fmla="val 4309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480F9560-DDEA-4740-AC15-7FF3AB26D63A}"/>
                </a:ext>
              </a:extLst>
            </p:cNvPr>
            <p:cNvCxnSpPr>
              <a:cxnSpLocks/>
              <a:stCxn id="7" idx="2"/>
              <a:endCxn id="8" idx="5"/>
            </p:cNvCxnSpPr>
            <p:nvPr/>
          </p:nvCxnSpPr>
          <p:spPr>
            <a:xfrm flipV="1">
              <a:off x="8361004" y="3367157"/>
              <a:ext cx="774013"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48A30622-E688-4959-90DB-7B5B6AC4B216}"/>
                </a:ext>
              </a:extLst>
            </p:cNvPr>
            <p:cNvCxnSpPr>
              <a:cxnSpLocks/>
              <a:stCxn id="13" idx="3"/>
              <a:endCxn id="8" idx="5"/>
            </p:cNvCxnSpPr>
            <p:nvPr/>
          </p:nvCxnSpPr>
          <p:spPr>
            <a:xfrm>
              <a:off x="8709255" y="2577130"/>
              <a:ext cx="425762" cy="790027"/>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E19F8EA3-13DC-4C3A-833F-48CEA7733CB6}"/>
                </a:ext>
              </a:extLst>
            </p:cNvPr>
            <p:cNvSpPr txBox="1"/>
            <p:nvPr/>
          </p:nvSpPr>
          <p:spPr>
            <a:xfrm>
              <a:off x="601591" y="3186015"/>
              <a:ext cx="59503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输入</a:t>
              </a:r>
            </a:p>
          </p:txBody>
        </p:sp>
        <p:sp>
          <p:nvSpPr>
            <p:cNvPr id="33" name="文本框 32">
              <a:extLst>
                <a:ext uri="{FF2B5EF4-FFF2-40B4-BE49-F238E27FC236}">
                  <a16:creationId xmlns:a16="http://schemas.microsoft.com/office/drawing/2014/main" id="{C2FF4AE2-836F-49AF-9D61-6D2546BBCF95}"/>
                </a:ext>
              </a:extLst>
            </p:cNvPr>
            <p:cNvSpPr txBox="1"/>
            <p:nvPr/>
          </p:nvSpPr>
          <p:spPr>
            <a:xfrm>
              <a:off x="10293045" y="3187445"/>
              <a:ext cx="59503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输出</a:t>
              </a:r>
            </a:p>
          </p:txBody>
        </p:sp>
        <p:sp>
          <p:nvSpPr>
            <p:cNvPr id="10" name="矩形: 圆角 9">
              <a:extLst>
                <a:ext uri="{FF2B5EF4-FFF2-40B4-BE49-F238E27FC236}">
                  <a16:creationId xmlns:a16="http://schemas.microsoft.com/office/drawing/2014/main" id="{EA7356BF-8F15-4ED1-93B0-68EBB532ACE0}"/>
                </a:ext>
              </a:extLst>
            </p:cNvPr>
            <p:cNvSpPr/>
            <p:nvPr/>
          </p:nvSpPr>
          <p:spPr>
            <a:xfrm>
              <a:off x="3595074" y="3101678"/>
              <a:ext cx="1534723" cy="527437"/>
            </a:xfrm>
            <a:prstGeom prst="roundRect">
              <a:avLst/>
            </a:prstGeom>
            <a:ln>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向量化执行</a:t>
              </a:r>
            </a:p>
          </p:txBody>
        </p:sp>
        <p:cxnSp>
          <p:nvCxnSpPr>
            <p:cNvPr id="44" name="连接符: 肘形 24">
              <a:extLst>
                <a:ext uri="{FF2B5EF4-FFF2-40B4-BE49-F238E27FC236}">
                  <a16:creationId xmlns:a16="http://schemas.microsoft.com/office/drawing/2014/main" id="{DA96A963-4732-7A87-A1C8-3BB4FC5F5767}"/>
                </a:ext>
              </a:extLst>
            </p:cNvPr>
            <p:cNvCxnSpPr>
              <a:cxnSpLocks/>
              <a:stCxn id="5" idx="3"/>
            </p:cNvCxnSpPr>
            <p:nvPr/>
          </p:nvCxnSpPr>
          <p:spPr>
            <a:xfrm>
              <a:off x="4971738" y="1790623"/>
              <a:ext cx="943991" cy="1573012"/>
            </a:xfrm>
            <a:prstGeom prst="bentConnector2">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连接符: 肘形 22">
              <a:extLst>
                <a:ext uri="{FF2B5EF4-FFF2-40B4-BE49-F238E27FC236}">
                  <a16:creationId xmlns:a16="http://schemas.microsoft.com/office/drawing/2014/main" id="{094DA19F-CEBE-73C8-DA77-3CFEF569997C}"/>
                </a:ext>
              </a:extLst>
            </p:cNvPr>
            <p:cNvCxnSpPr>
              <a:cxnSpLocks/>
              <a:endCxn id="13" idx="1"/>
            </p:cNvCxnSpPr>
            <p:nvPr/>
          </p:nvCxnSpPr>
          <p:spPr>
            <a:xfrm rot="5400000" flipH="1" flipV="1">
              <a:off x="6183241" y="2792782"/>
              <a:ext cx="786505" cy="35520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835F5512-8A2C-A7BC-65BB-FEF753838C90}"/>
                </a:ext>
              </a:extLst>
            </p:cNvPr>
            <p:cNvSpPr/>
            <p:nvPr/>
          </p:nvSpPr>
          <p:spPr bwMode="auto">
            <a:xfrm>
              <a:off x="3344035" y="1321721"/>
              <a:ext cx="1922270" cy="4009758"/>
            </a:xfrm>
            <a:prstGeom prst="rect">
              <a:avLst/>
            </a:prstGeom>
            <a:noFill/>
            <a:ln w="1270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A0290CFA-A78B-A372-2941-1794CDC4D4E3}"/>
                </a:ext>
              </a:extLst>
            </p:cNvPr>
            <p:cNvSpPr txBox="1"/>
            <p:nvPr/>
          </p:nvSpPr>
          <p:spPr>
            <a:xfrm>
              <a:off x="2918860" y="5338525"/>
              <a:ext cx="2887147" cy="719580"/>
            </a:xfrm>
            <a:prstGeom prst="rect">
              <a:avLst/>
            </a:prstGeom>
            <a:noFill/>
          </p:spPr>
          <p:txBody>
            <a:bodyPr wrap="square" rtlCol="0">
              <a:spAutoFit/>
            </a:bodyPr>
            <a:lstStyle/>
            <a:p>
              <a:r>
                <a:rPr kumimoji="1" lang="en-US" altLang="zh-CN" b="1" dirty="0">
                  <a:solidFill>
                    <a:srgbClr val="6F1687"/>
                  </a:solidFill>
                  <a:latin typeface="微软雅黑" panose="020B0503020204020204" pitchFamily="34" charset="-122"/>
                  <a:ea typeface="微软雅黑" panose="020B0503020204020204" pitchFamily="34" charset="-122"/>
                </a:rPr>
                <a:t>Pull-based</a:t>
              </a:r>
              <a:r>
                <a:rPr kumimoji="1" lang="zh-CN" altLang="en-US" b="1" dirty="0">
                  <a:solidFill>
                    <a:srgbClr val="6F1687"/>
                  </a:solidFill>
                  <a:latin typeface="微软雅黑" panose="020B0503020204020204" pitchFamily="34" charset="-122"/>
                  <a:ea typeface="微软雅黑" panose="020B0503020204020204" pitchFamily="34" charset="-122"/>
                </a:rPr>
                <a:t> 拉取式</a:t>
              </a:r>
              <a:endParaRPr kumimoji="1" lang="en-US" altLang="zh-CN" b="1" dirty="0">
                <a:solidFill>
                  <a:srgbClr val="6F1687"/>
                </a:solidFill>
                <a:latin typeface="微软雅黑" panose="020B0503020204020204" pitchFamily="34" charset="-122"/>
                <a:ea typeface="微软雅黑" panose="020B0503020204020204" pitchFamily="34" charset="-122"/>
              </a:endParaRPr>
            </a:p>
            <a:p>
              <a:r>
                <a:rPr kumimoji="1" lang="en-US" altLang="zh-CN" b="1" dirty="0">
                  <a:solidFill>
                    <a:srgbClr val="6F1687"/>
                  </a:solidFill>
                  <a:latin typeface="微软雅黑" panose="020B0503020204020204" pitchFamily="34" charset="-122"/>
                  <a:ea typeface="微软雅黑" panose="020B0503020204020204" pitchFamily="34" charset="-122"/>
                </a:rPr>
                <a:t>Push-based</a:t>
              </a:r>
              <a:r>
                <a:rPr kumimoji="1" lang="zh-CN" altLang="en-US" b="1" dirty="0">
                  <a:solidFill>
                    <a:srgbClr val="6F1687"/>
                  </a:solidFill>
                  <a:latin typeface="微软雅黑" panose="020B0503020204020204" pitchFamily="34" charset="-122"/>
                  <a:ea typeface="微软雅黑" panose="020B0503020204020204" pitchFamily="34" charset="-122"/>
                </a:rPr>
                <a:t> 推送式</a:t>
              </a:r>
            </a:p>
          </p:txBody>
        </p:sp>
      </p:grpSp>
    </p:spTree>
    <p:extLst>
      <p:ext uri="{BB962C8B-B14F-4D97-AF65-F5344CB8AC3E}">
        <p14:creationId xmlns:p14="http://schemas.microsoft.com/office/powerpoint/2010/main" val="3056904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9">
            <a:extLst>
              <a:ext uri="{FF2B5EF4-FFF2-40B4-BE49-F238E27FC236}">
                <a16:creationId xmlns:a16="http://schemas.microsoft.com/office/drawing/2014/main" id="{64AF1E3E-264F-46D6-AD80-3AA28C7DC886}"/>
              </a:ext>
            </a:extLst>
          </p:cNvPr>
          <p:cNvSpPr/>
          <p:nvPr/>
        </p:nvSpPr>
        <p:spPr>
          <a:xfrm>
            <a:off x="1031111" y="1157047"/>
            <a:ext cx="3794729" cy="494903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灯片编号占位符 1">
            <a:extLst>
              <a:ext uri="{FF2B5EF4-FFF2-40B4-BE49-F238E27FC236}">
                <a16:creationId xmlns:a16="http://schemas.microsoft.com/office/drawing/2014/main" id="{ED7F2A0B-6FAB-853B-F391-67F52CDEE02D}"/>
              </a:ext>
            </a:extLst>
          </p:cNvPr>
          <p:cNvSpPr>
            <a:spLocks noGrp="1"/>
          </p:cNvSpPr>
          <p:nvPr>
            <p:ph type="sldNum" sz="quarter" idx="10"/>
          </p:nvPr>
        </p:nvSpPr>
        <p:spPr/>
        <p:txBody>
          <a:bodyPr/>
          <a:lstStyle/>
          <a:p>
            <a:fld id="{87BBDC00-B9E2-4EFD-9306-2934E87247C6}" type="slidenum">
              <a:rPr lang="zh-CN" altLang="en-US" smtClean="0"/>
              <a:pPr/>
              <a:t>6</a:t>
            </a:fld>
            <a:endParaRPr lang="zh-CN" altLang="en-US"/>
          </a:p>
        </p:txBody>
      </p:sp>
      <p:sp>
        <p:nvSpPr>
          <p:cNvPr id="3" name="标题 2">
            <a:extLst>
              <a:ext uri="{FF2B5EF4-FFF2-40B4-BE49-F238E27FC236}">
                <a16:creationId xmlns:a16="http://schemas.microsoft.com/office/drawing/2014/main" id="{9FB6DDE2-7C84-CAEB-22CE-98B12FAA4F44}"/>
              </a:ext>
            </a:extLst>
          </p:cNvPr>
          <p:cNvSpPr>
            <a:spLocks noGrp="1"/>
          </p:cNvSpPr>
          <p:nvPr>
            <p:ph type="title"/>
          </p:nvPr>
        </p:nvSpPr>
        <p:spPr>
          <a:xfrm>
            <a:off x="1050551" y="52434"/>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拉取式模型 </a:t>
            </a:r>
            <a:r>
              <a:rPr lang="en-US" altLang="zh-CN" sz="3600" dirty="0">
                <a:latin typeface="微软雅黑" panose="020B0503020204020204" pitchFamily="82" charset="2"/>
                <a:ea typeface="微软雅黑" panose="020B0503020204020204" pitchFamily="82" charset="2"/>
              </a:rPr>
              <a:t>Pull-based</a:t>
            </a:r>
            <a:endParaRPr lang="zh-CN" altLang="en-US" sz="3600" dirty="0">
              <a:latin typeface="微软雅黑" panose="020B0503020204020204" pitchFamily="82" charset="2"/>
              <a:ea typeface="微软雅黑" panose="020B0503020204020204" pitchFamily="82" charset="2"/>
            </a:endParaRPr>
          </a:p>
        </p:txBody>
      </p:sp>
      <p:sp>
        <p:nvSpPr>
          <p:cNvPr id="4" name="内容占位符 3">
            <a:extLst>
              <a:ext uri="{FF2B5EF4-FFF2-40B4-BE49-F238E27FC236}">
                <a16:creationId xmlns:a16="http://schemas.microsoft.com/office/drawing/2014/main" id="{3C491683-6EBA-4FD6-2570-1CDCCB2063AB}"/>
              </a:ext>
            </a:extLst>
          </p:cNvPr>
          <p:cNvSpPr>
            <a:spLocks noGrp="1"/>
          </p:cNvSpPr>
          <p:nvPr>
            <p:ph idx="1"/>
          </p:nvPr>
        </p:nvSpPr>
        <p:spPr>
          <a:xfrm>
            <a:off x="1061196" y="1237520"/>
            <a:ext cx="3764646" cy="4606947"/>
          </a:xfrm>
        </p:spPr>
        <p:txBody>
          <a:bodyPr/>
          <a:lstStyle/>
          <a:p>
            <a:pPr>
              <a:lnSpc>
                <a:spcPct val="150000"/>
              </a:lnSpc>
              <a:buFont typeface="Wingdings" panose="05000000000000000000" pitchFamily="2" charset="2"/>
              <a:buChar char="Ø"/>
            </a:pPr>
            <a:r>
              <a:rPr lang="en" altLang="zh-CN" sz="2000" b="1" dirty="0">
                <a:solidFill>
                  <a:srgbClr val="6F1687"/>
                </a:solidFill>
                <a:latin typeface="微软雅黑" panose="020B0503020204020204" pitchFamily="34" charset="-122"/>
                <a:ea typeface="微软雅黑" panose="020B0503020204020204" pitchFamily="34" charset="-122"/>
              </a:rPr>
              <a:t>Open()</a:t>
            </a:r>
          </a:p>
          <a:p>
            <a:pPr lvl="1">
              <a:lnSpc>
                <a:spcPct val="150000"/>
              </a:lnSpc>
              <a:buFont typeface="Arial" panose="020B0604020202020204" pitchFamily="34" charset="0"/>
              <a:buChar char="•"/>
            </a:pPr>
            <a:r>
              <a:rPr kumimoji="1" lang="zh-CN" altLang="en" sz="1800" dirty="0">
                <a:latin typeface="微软雅黑" panose="020B0503020204020204" pitchFamily="34" charset="-122"/>
                <a:ea typeface="微软雅黑" panose="020B0503020204020204" pitchFamily="34" charset="-122"/>
              </a:rPr>
              <a:t>初始化</a:t>
            </a:r>
            <a:endParaRPr kumimoji="1" lang="en-US" altLang="zh-CN" sz="1800" dirty="0">
              <a:latin typeface="微软雅黑" panose="020B0503020204020204" pitchFamily="34" charset="-122"/>
              <a:ea typeface="微软雅黑" panose="020B0503020204020204" pitchFamily="34" charset="-122"/>
            </a:endParaRPr>
          </a:p>
          <a:p>
            <a:pPr lvl="1">
              <a:lnSpc>
                <a:spcPct val="150000"/>
              </a:lnSpc>
              <a:buFont typeface="Arial" panose="020B0604020202020204" pitchFamily="34" charset="0"/>
              <a:buChar char="•"/>
            </a:pPr>
            <a:r>
              <a:rPr kumimoji="1" lang="zh-CN" altLang="en" sz="1800" dirty="0">
                <a:latin typeface="微软雅黑" panose="020B0503020204020204" pitchFamily="34" charset="-122"/>
                <a:ea typeface="微软雅黑" panose="020B0503020204020204" pitchFamily="34" charset="-122"/>
              </a:rPr>
              <a:t>申请</a:t>
            </a:r>
            <a:r>
              <a:rPr kumimoji="1" lang="zh-CN" altLang="en-US" sz="1800" dirty="0">
                <a:latin typeface="微软雅黑" panose="020B0503020204020204" pitchFamily="34" charset="-122"/>
                <a:ea typeface="微软雅黑" panose="020B0503020204020204" pitchFamily="34" charset="-122"/>
              </a:rPr>
              <a:t>空间和设置连接、选择条件的参数</a:t>
            </a:r>
            <a:endParaRPr kumimoji="1" lang="en" altLang="zh-CN" sz="18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en" altLang="zh-CN" sz="2000" b="1" dirty="0" err="1">
                <a:solidFill>
                  <a:srgbClr val="6F1687"/>
                </a:solidFill>
                <a:latin typeface="微软雅黑" panose="020B0503020204020204" pitchFamily="34" charset="-122"/>
                <a:ea typeface="微软雅黑" panose="020B0503020204020204" pitchFamily="34" charset="-122"/>
              </a:rPr>
              <a:t>getNext</a:t>
            </a:r>
            <a:r>
              <a:rPr lang="en" altLang="zh-CN" sz="2000" b="1" dirty="0">
                <a:solidFill>
                  <a:srgbClr val="6F1687"/>
                </a:solidFill>
                <a:latin typeface="微软雅黑" panose="020B0503020204020204" pitchFamily="34" charset="-122"/>
                <a:ea typeface="微软雅黑" panose="020B0503020204020204" pitchFamily="34" charset="-122"/>
              </a:rPr>
              <a:t>()</a:t>
            </a:r>
          </a:p>
          <a:p>
            <a:pPr lvl="1">
              <a:lnSpc>
                <a:spcPct val="15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获取下一条</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一批记录</a:t>
            </a:r>
            <a:endParaRPr lang="en" altLang="zh-CN" sz="1800" dirty="0">
              <a:latin typeface="微软雅黑" panose="020B0503020204020204" pitchFamily="34" charset="-122"/>
              <a:ea typeface="微软雅黑" panose="020B0503020204020204" pitchFamily="34" charset="-122"/>
            </a:endParaRPr>
          </a:p>
          <a:p>
            <a:pPr lvl="1">
              <a:lnSpc>
                <a:spcPct val="150000"/>
              </a:lnSpc>
              <a:buFont typeface="Arial" panose="020B0604020202020204" pitchFamily="34" charset="0"/>
              <a:buChar char="•"/>
            </a:pPr>
            <a:r>
              <a:rPr lang="zh-CN" altLang="en" sz="1800" dirty="0">
                <a:latin typeface="微软雅黑" panose="020B0503020204020204" pitchFamily="34" charset="-122"/>
                <a:ea typeface="微软雅黑" panose="020B0503020204020204" pitchFamily="34" charset="-122"/>
              </a:rPr>
              <a:t>验证</a:t>
            </a:r>
            <a:r>
              <a:rPr lang="zh-CN" altLang="en-US" sz="1800" dirty="0">
                <a:latin typeface="微软雅黑" panose="020B0503020204020204" pitchFamily="34" charset="-122"/>
                <a:ea typeface="微软雅黑" panose="020B0503020204020204" pitchFamily="34" charset="-122"/>
              </a:rPr>
              <a:t>是否满足条件，若满足返回父节点；否则中止</a:t>
            </a:r>
            <a:endParaRPr lang="en" altLang="zh-CN" sz="18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en" altLang="zh-CN" sz="2000" b="1" dirty="0">
                <a:solidFill>
                  <a:srgbClr val="6F1687"/>
                </a:solidFill>
                <a:latin typeface="微软雅黑" panose="020B0503020204020204" pitchFamily="34" charset="-122"/>
                <a:ea typeface="微软雅黑" panose="020B0503020204020204" pitchFamily="34" charset="-122"/>
              </a:rPr>
              <a:t>Close()</a:t>
            </a:r>
          </a:p>
          <a:p>
            <a:pPr lvl="1">
              <a:lnSpc>
                <a:spcPct val="150000"/>
              </a:lnSpc>
              <a:buFont typeface="Arial" panose="020B0604020202020204" pitchFamily="34" charset="0"/>
              <a:buChar char="•"/>
            </a:pPr>
            <a:r>
              <a:rPr lang="zh-CN" altLang="en" sz="1800" dirty="0">
                <a:latin typeface="微软雅黑" panose="020B0503020204020204" pitchFamily="34" charset="-122"/>
                <a:ea typeface="微软雅黑" panose="020B0503020204020204" pitchFamily="34" charset="-122"/>
              </a:rPr>
              <a:t>清理</a:t>
            </a:r>
            <a:endParaRPr lang="zh-CN" altLang="en-US" sz="1800" dirty="0">
              <a:latin typeface="微软雅黑" panose="020B0503020204020204" pitchFamily="34" charset="-122"/>
              <a:ea typeface="微软雅黑" panose="020B0503020204020204" pitchFamily="34" charset="-122"/>
            </a:endParaRPr>
          </a:p>
        </p:txBody>
      </p:sp>
      <p:sp>
        <p:nvSpPr>
          <p:cNvPr id="5" name="页脚占位符 4">
            <a:extLst>
              <a:ext uri="{FF2B5EF4-FFF2-40B4-BE49-F238E27FC236}">
                <a16:creationId xmlns:a16="http://schemas.microsoft.com/office/drawing/2014/main" id="{4CBCCB5D-4268-2C1F-ADEA-352E2B42A4A1}"/>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sp>
        <p:nvSpPr>
          <p:cNvPr id="31" name="Text Box 3">
            <a:extLst>
              <a:ext uri="{FF2B5EF4-FFF2-40B4-BE49-F238E27FC236}">
                <a16:creationId xmlns:a16="http://schemas.microsoft.com/office/drawing/2014/main" id="{1FB39408-E737-924A-ACD5-793F75894333}"/>
              </a:ext>
            </a:extLst>
          </p:cNvPr>
          <p:cNvSpPr txBox="1">
            <a:spLocks noChangeArrowheads="1"/>
          </p:cNvSpPr>
          <p:nvPr/>
        </p:nvSpPr>
        <p:spPr bwMode="auto">
          <a:xfrm>
            <a:off x="6444146" y="1174842"/>
            <a:ext cx="5007218" cy="1015663"/>
          </a:xfrm>
          <a:prstGeom prst="rect">
            <a:avLst/>
          </a:prstGeom>
          <a:noFill/>
          <a:ln w="9525">
            <a:solidFill>
              <a:srgbClr val="6F1687"/>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500" dirty="0">
                <a:solidFill>
                  <a:srgbClr val="0000FF"/>
                </a:solidFill>
                <a:latin typeface="微软雅黑" panose="020B0503020204020204" pitchFamily="34" charset="-122"/>
                <a:ea typeface="微软雅黑" panose="020B0503020204020204" pitchFamily="34" charset="-122"/>
              </a:rPr>
              <a:t>Open() </a:t>
            </a:r>
            <a:r>
              <a:rPr lang="en-US" altLang="zh-CN" sz="1500" dirty="0">
                <a:latin typeface="微软雅黑" panose="020B0503020204020204" pitchFamily="34" charset="-122"/>
                <a:ea typeface="微软雅黑" panose="020B0503020204020204" pitchFamily="34" charset="-122"/>
              </a:rPr>
              <a:t>{/* initialize variables */</a:t>
            </a:r>
          </a:p>
          <a:p>
            <a:r>
              <a:rPr lang="en-US" altLang="zh-CN" sz="1500" dirty="0">
                <a:latin typeface="微软雅黑" panose="020B0503020204020204" pitchFamily="34" charset="-122"/>
                <a:ea typeface="微软雅黑" panose="020B0503020204020204" pitchFamily="34" charset="-122"/>
              </a:rPr>
              <a:t>  b = first block of SC;</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malloc</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a</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buffer</a:t>
            </a:r>
          </a:p>
          <a:p>
            <a:r>
              <a:rPr lang="en-US" altLang="zh-CN" sz="1500" dirty="0">
                <a:latin typeface="微软雅黑" panose="020B0503020204020204" pitchFamily="34" charset="-122"/>
                <a:ea typeface="微软雅黑" panose="020B0503020204020204" pitchFamily="34" charset="-122"/>
              </a:rPr>
              <a:t>  t = first tuple in block b;</a:t>
            </a:r>
          </a:p>
          <a:p>
            <a:r>
              <a:rPr lang="en-US" altLang="zh-CN" sz="1500" dirty="0">
                <a:latin typeface="微软雅黑" panose="020B0503020204020204" pitchFamily="34" charset="-122"/>
                <a:ea typeface="微软雅黑" panose="020B0503020204020204" pitchFamily="34" charset="-122"/>
              </a:rPr>
              <a:t>}</a:t>
            </a:r>
          </a:p>
        </p:txBody>
      </p:sp>
      <p:sp>
        <p:nvSpPr>
          <p:cNvPr id="32" name="Text Box 4">
            <a:extLst>
              <a:ext uri="{FF2B5EF4-FFF2-40B4-BE49-F238E27FC236}">
                <a16:creationId xmlns:a16="http://schemas.microsoft.com/office/drawing/2014/main" id="{0D55A3CE-0E7A-706D-9436-724AE74B575E}"/>
              </a:ext>
            </a:extLst>
          </p:cNvPr>
          <p:cNvSpPr txBox="1">
            <a:spLocks noChangeArrowheads="1"/>
          </p:cNvSpPr>
          <p:nvPr/>
        </p:nvSpPr>
        <p:spPr bwMode="auto">
          <a:xfrm>
            <a:off x="6444146" y="2480681"/>
            <a:ext cx="5007218" cy="2400657"/>
          </a:xfrm>
          <a:prstGeom prst="rect">
            <a:avLst/>
          </a:prstGeom>
          <a:noFill/>
          <a:ln w="9525">
            <a:solidFill>
              <a:srgbClr val="6F1687"/>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500" dirty="0" err="1">
                <a:solidFill>
                  <a:srgbClr val="0000FF"/>
                </a:solidFill>
                <a:latin typeface="微软雅黑" panose="020B0503020204020204" pitchFamily="34" charset="-122"/>
                <a:ea typeface="微软雅黑" panose="020B0503020204020204" pitchFamily="34" charset="-122"/>
              </a:rPr>
              <a:t>getNext</a:t>
            </a:r>
            <a:r>
              <a:rPr lang="en-US" altLang="zh-CN" sz="1500" dirty="0">
                <a:solidFill>
                  <a:srgbClr val="0000FF"/>
                </a:solidFill>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a:t>
            </a:r>
          </a:p>
          <a:p>
            <a:r>
              <a:rPr lang="en-US" altLang="zh-CN" sz="1500" dirty="0">
                <a:latin typeface="微软雅黑" panose="020B0503020204020204" pitchFamily="34" charset="-122"/>
                <a:ea typeface="微软雅黑" panose="020B0503020204020204" pitchFamily="34" charset="-122"/>
              </a:rPr>
              <a:t>  IF (there</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is</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no</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next</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tuple</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in block b):</a:t>
            </a:r>
          </a:p>
          <a:p>
            <a:r>
              <a:rPr lang="en-US" altLang="zh-CN" sz="1500" dirty="0">
                <a:latin typeface="微软雅黑" panose="020B0503020204020204" pitchFamily="34" charset="-122"/>
                <a:ea typeface="微软雅黑" panose="020B0503020204020204" pitchFamily="34" charset="-122"/>
              </a:rPr>
              <a:t>      </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set b to next block;</a:t>
            </a:r>
          </a:p>
          <a:p>
            <a:r>
              <a:rPr lang="en-US" altLang="zh-CN" sz="1500" dirty="0">
                <a:latin typeface="微软雅黑" panose="020B0503020204020204" pitchFamily="34" charset="-122"/>
                <a:ea typeface="微软雅黑" panose="020B0503020204020204" pitchFamily="34" charset="-122"/>
              </a:rPr>
              <a:t>      </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IF(there is no next block):</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 no more tuples */</a:t>
            </a:r>
          </a:p>
          <a:p>
            <a:r>
              <a:rPr lang="en-US" altLang="zh-CN" sz="1500" dirty="0">
                <a:latin typeface="微软雅黑" panose="020B0503020204020204" pitchFamily="34" charset="-122"/>
                <a:ea typeface="微软雅黑" panose="020B0503020204020204" pitchFamily="34" charset="-122"/>
              </a:rPr>
              <a:t>         </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 RETURN NULL;</a:t>
            </a:r>
          </a:p>
          <a:p>
            <a:r>
              <a:rPr lang="en-US" altLang="zh-CN" sz="1500" dirty="0">
                <a:latin typeface="微软雅黑" panose="020B0503020204020204" pitchFamily="34" charset="-122"/>
                <a:ea typeface="微软雅黑" panose="020B0503020204020204" pitchFamily="34" charset="-122"/>
              </a:rPr>
              <a:t>      </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ELSE: t = first tuple in b;     </a:t>
            </a:r>
          </a:p>
          <a:p>
            <a:r>
              <a:rPr lang="en-US" altLang="zh-CN" sz="1500" dirty="0">
                <a:latin typeface="微软雅黑" panose="020B0503020204020204" pitchFamily="34" charset="-122"/>
                <a:ea typeface="微软雅黑" panose="020B0503020204020204" pitchFamily="34" charset="-122"/>
              </a:rPr>
              <a:t>  next-first = t;</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 return current tuple */</a:t>
            </a:r>
          </a:p>
          <a:p>
            <a:r>
              <a:rPr lang="en-US" altLang="zh-CN" sz="1500" dirty="0">
                <a:latin typeface="微软雅黑" panose="020B0503020204020204" pitchFamily="34" charset="-122"/>
                <a:ea typeface="微软雅黑" panose="020B0503020204020204" pitchFamily="34" charset="-122"/>
              </a:rPr>
              <a:t>  set t to next tuple in block b;</a:t>
            </a:r>
          </a:p>
          <a:p>
            <a:r>
              <a:rPr lang="en-US" altLang="zh-CN" sz="1500" dirty="0">
                <a:latin typeface="微软雅黑" panose="020B0503020204020204" pitchFamily="34" charset="-122"/>
                <a:ea typeface="微软雅黑" panose="020B0503020204020204" pitchFamily="34" charset="-122"/>
              </a:rPr>
              <a:t>  RETURN next-first;</a:t>
            </a:r>
          </a:p>
          <a:p>
            <a:r>
              <a:rPr lang="en-US" altLang="zh-CN" sz="1500" dirty="0">
                <a:latin typeface="微软雅黑" panose="020B0503020204020204" pitchFamily="34" charset="-122"/>
                <a:ea typeface="微软雅黑" panose="020B0503020204020204" pitchFamily="34" charset="-122"/>
              </a:rPr>
              <a:t>}</a:t>
            </a:r>
          </a:p>
        </p:txBody>
      </p:sp>
      <p:sp>
        <p:nvSpPr>
          <p:cNvPr id="33" name="Text Box 5">
            <a:extLst>
              <a:ext uri="{FF2B5EF4-FFF2-40B4-BE49-F238E27FC236}">
                <a16:creationId xmlns:a16="http://schemas.microsoft.com/office/drawing/2014/main" id="{81DAC081-091A-1F01-9CA3-3F4542F598C7}"/>
              </a:ext>
            </a:extLst>
          </p:cNvPr>
          <p:cNvSpPr txBox="1">
            <a:spLocks noChangeArrowheads="1"/>
          </p:cNvSpPr>
          <p:nvPr/>
        </p:nvSpPr>
        <p:spPr bwMode="auto">
          <a:xfrm>
            <a:off x="6444146" y="5162623"/>
            <a:ext cx="5007218" cy="784830"/>
          </a:xfrm>
          <a:prstGeom prst="rect">
            <a:avLst/>
          </a:prstGeom>
          <a:noFill/>
          <a:ln w="9525">
            <a:solidFill>
              <a:srgbClr val="6F1687"/>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500" dirty="0">
                <a:solidFill>
                  <a:srgbClr val="0000FF"/>
                </a:solidFill>
                <a:latin typeface="微软雅黑" panose="020B0503020204020204" pitchFamily="34" charset="-122"/>
                <a:ea typeface="微软雅黑" panose="020B0503020204020204" pitchFamily="34" charset="-122"/>
              </a:rPr>
              <a:t>Close() </a:t>
            </a:r>
            <a:r>
              <a:rPr lang="en-US" altLang="zh-CN" sz="1500" dirty="0">
                <a:latin typeface="微软雅黑" panose="020B0503020204020204" pitchFamily="34" charset="-122"/>
                <a:ea typeface="微软雅黑" panose="020B0503020204020204" pitchFamily="34" charset="-122"/>
              </a:rPr>
              <a:t>{ /* nothing to be done */</a:t>
            </a:r>
          </a:p>
          <a:p>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free</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the</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buffer</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of</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b;</a:t>
            </a:r>
          </a:p>
          <a:p>
            <a:r>
              <a:rPr lang="en-US" altLang="zh-CN" sz="1500" dirty="0">
                <a:latin typeface="微软雅黑" panose="020B0503020204020204" pitchFamily="34" charset="-122"/>
                <a:ea typeface="微软雅黑" panose="020B0503020204020204" pitchFamily="34" charset="-122"/>
              </a:rPr>
              <a:t>}</a:t>
            </a:r>
          </a:p>
        </p:txBody>
      </p:sp>
      <p:grpSp>
        <p:nvGrpSpPr>
          <p:cNvPr id="46" name="组合 4">
            <a:extLst>
              <a:ext uri="{FF2B5EF4-FFF2-40B4-BE49-F238E27FC236}">
                <a16:creationId xmlns:a16="http://schemas.microsoft.com/office/drawing/2014/main" id="{C9EB9AE7-F940-AD6B-7223-8506CD04C6EC}"/>
              </a:ext>
            </a:extLst>
          </p:cNvPr>
          <p:cNvGrpSpPr>
            <a:grpSpLocks/>
          </p:cNvGrpSpPr>
          <p:nvPr/>
        </p:nvGrpSpPr>
        <p:grpSpPr bwMode="auto">
          <a:xfrm>
            <a:off x="4866431" y="1161408"/>
            <a:ext cx="1452966" cy="2091902"/>
            <a:chOff x="6048942" y="1477336"/>
            <a:chExt cx="2497430" cy="3242645"/>
          </a:xfrm>
        </p:grpSpPr>
        <p:sp>
          <p:nvSpPr>
            <p:cNvPr id="47" name="Line 2">
              <a:extLst>
                <a:ext uri="{FF2B5EF4-FFF2-40B4-BE49-F238E27FC236}">
                  <a16:creationId xmlns:a16="http://schemas.microsoft.com/office/drawing/2014/main" id="{4E904924-3A1D-166C-0C37-9A8DDE3C67B9}"/>
                </a:ext>
              </a:extLst>
            </p:cNvPr>
            <p:cNvSpPr>
              <a:spLocks noChangeShapeType="1"/>
            </p:cNvSpPr>
            <p:nvPr/>
          </p:nvSpPr>
          <p:spPr bwMode="auto">
            <a:xfrm>
              <a:off x="7688466" y="2068589"/>
              <a:ext cx="0" cy="381000"/>
            </a:xfrm>
            <a:prstGeom prst="line">
              <a:avLst/>
            </a:prstGeom>
            <a:noFill/>
            <a:ln w="9525">
              <a:solidFill>
                <a:srgbClr val="70198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8" name="Line 3">
              <a:extLst>
                <a:ext uri="{FF2B5EF4-FFF2-40B4-BE49-F238E27FC236}">
                  <a16:creationId xmlns:a16="http://schemas.microsoft.com/office/drawing/2014/main" id="{A63DF825-8E47-08DA-F218-891689A4A509}"/>
                </a:ext>
              </a:extLst>
            </p:cNvPr>
            <p:cNvSpPr>
              <a:spLocks noChangeShapeType="1"/>
            </p:cNvSpPr>
            <p:nvPr/>
          </p:nvSpPr>
          <p:spPr bwMode="auto">
            <a:xfrm flipH="1">
              <a:off x="7043919" y="2727201"/>
              <a:ext cx="555201" cy="366166"/>
            </a:xfrm>
            <a:prstGeom prst="line">
              <a:avLst/>
            </a:prstGeom>
            <a:noFill/>
            <a:ln w="9525">
              <a:solidFill>
                <a:srgbClr val="70198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9" name="Line 4">
              <a:extLst>
                <a:ext uri="{FF2B5EF4-FFF2-40B4-BE49-F238E27FC236}">
                  <a16:creationId xmlns:a16="http://schemas.microsoft.com/office/drawing/2014/main" id="{E465F253-602E-741F-C9FE-955D960435A0}"/>
                </a:ext>
              </a:extLst>
            </p:cNvPr>
            <p:cNvSpPr>
              <a:spLocks noChangeShapeType="1"/>
            </p:cNvSpPr>
            <p:nvPr/>
          </p:nvSpPr>
          <p:spPr bwMode="auto">
            <a:xfrm>
              <a:off x="7803140" y="2727202"/>
              <a:ext cx="483279" cy="379335"/>
            </a:xfrm>
            <a:prstGeom prst="line">
              <a:avLst/>
            </a:prstGeom>
            <a:noFill/>
            <a:ln w="9525">
              <a:solidFill>
                <a:srgbClr val="70198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0" name="Text Box 5">
              <a:extLst>
                <a:ext uri="{FF2B5EF4-FFF2-40B4-BE49-F238E27FC236}">
                  <a16:creationId xmlns:a16="http://schemas.microsoft.com/office/drawing/2014/main" id="{EC71EF18-DA00-FEB0-4C73-38BFDE14A2F3}"/>
                </a:ext>
              </a:extLst>
            </p:cNvPr>
            <p:cNvSpPr txBox="1">
              <a:spLocks noChangeArrowheads="1"/>
            </p:cNvSpPr>
            <p:nvPr/>
          </p:nvSpPr>
          <p:spPr bwMode="auto">
            <a:xfrm>
              <a:off x="7051196" y="1477336"/>
              <a:ext cx="1273626" cy="5608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dirty="0">
                  <a:latin typeface="微软雅黑" panose="020B0503020204020204" pitchFamily="34" charset="-122"/>
                  <a:ea typeface="微软雅黑" panose="020B0503020204020204" pitchFamily="34" charset="-122"/>
                  <a:sym typeface="Symbol" pitchFamily="2" charset="2"/>
                </a:rPr>
                <a:t></a:t>
              </a:r>
              <a:r>
                <a:rPr lang="en-US" altLang="zh-CN" sz="2000" baseline="-25000" dirty="0">
                  <a:latin typeface="微软雅黑" panose="020B0503020204020204" pitchFamily="34" charset="-122"/>
                  <a:ea typeface="微软雅黑" panose="020B0503020204020204" pitchFamily="34" charset="-122"/>
                  <a:sym typeface="Symbol" pitchFamily="2" charset="2"/>
                </a:rPr>
                <a:t>Grade</a:t>
              </a:r>
              <a:endParaRPr lang="en-US" altLang="zh-CN" sz="2000" baseline="-25000" dirty="0">
                <a:latin typeface="微软雅黑" panose="020B0503020204020204" pitchFamily="34" charset="-122"/>
                <a:ea typeface="微软雅黑" panose="020B0503020204020204" pitchFamily="34" charset="-122"/>
              </a:endParaRPr>
            </a:p>
          </p:txBody>
        </p:sp>
        <p:sp>
          <p:nvSpPr>
            <p:cNvPr id="51" name="Text Box 6">
              <a:extLst>
                <a:ext uri="{FF2B5EF4-FFF2-40B4-BE49-F238E27FC236}">
                  <a16:creationId xmlns:a16="http://schemas.microsoft.com/office/drawing/2014/main" id="{1AC874DE-C19A-7D2E-4AC9-3848E6775959}"/>
                </a:ext>
              </a:extLst>
            </p:cNvPr>
            <p:cNvSpPr txBox="1">
              <a:spLocks noChangeArrowheads="1"/>
            </p:cNvSpPr>
            <p:nvPr/>
          </p:nvSpPr>
          <p:spPr bwMode="auto">
            <a:xfrm>
              <a:off x="6048942" y="3111568"/>
              <a:ext cx="1550178" cy="5608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dirty="0">
                  <a:solidFill>
                    <a:srgbClr val="0000FF"/>
                  </a:solidFill>
                  <a:latin typeface="微软雅黑" panose="020B0503020204020204" pitchFamily="34" charset="-122"/>
                  <a:ea typeface="微软雅黑" panose="020B0503020204020204" pitchFamily="34" charset="-122"/>
                  <a:sym typeface="Symbol" pitchFamily="2" charset="2"/>
                </a:rPr>
                <a:t></a:t>
              </a:r>
              <a:r>
                <a:rPr lang="en-US" altLang="zh-CN" sz="2000" baseline="-25000" dirty="0" err="1">
                  <a:solidFill>
                    <a:srgbClr val="0000FF"/>
                  </a:solidFill>
                  <a:latin typeface="微软雅黑" panose="020B0503020204020204" pitchFamily="34" charset="-122"/>
                  <a:ea typeface="微软雅黑" panose="020B0503020204020204" pitchFamily="34" charset="-122"/>
                  <a:sym typeface="Symbol" pitchFamily="2" charset="2"/>
                </a:rPr>
                <a:t>Cno</a:t>
              </a:r>
              <a:r>
                <a:rPr lang="en-US" altLang="zh-CN" sz="2000" baseline="-25000" dirty="0">
                  <a:solidFill>
                    <a:srgbClr val="0000FF"/>
                  </a:solidFill>
                  <a:latin typeface="微软雅黑" panose="020B0503020204020204" pitchFamily="34" charset="-122"/>
                  <a:ea typeface="微软雅黑" panose="020B0503020204020204" pitchFamily="34" charset="-122"/>
                  <a:sym typeface="Symbol" pitchFamily="2" charset="2"/>
                </a:rPr>
                <a:t> = 1</a:t>
              </a:r>
              <a:endParaRPr lang="en-US" altLang="zh-CN" sz="2000" baseline="-25000" dirty="0">
                <a:solidFill>
                  <a:srgbClr val="0000FF"/>
                </a:solidFill>
                <a:latin typeface="微软雅黑" panose="020B0503020204020204" pitchFamily="34" charset="-122"/>
                <a:ea typeface="微软雅黑" panose="020B0503020204020204" pitchFamily="34" charset="-122"/>
              </a:endParaRPr>
            </a:p>
          </p:txBody>
        </p:sp>
        <p:sp>
          <p:nvSpPr>
            <p:cNvPr id="52" name="Text Box 7">
              <a:extLst>
                <a:ext uri="{FF2B5EF4-FFF2-40B4-BE49-F238E27FC236}">
                  <a16:creationId xmlns:a16="http://schemas.microsoft.com/office/drawing/2014/main" id="{B895F22A-5CC8-D0D3-070B-0CDF097D5E4E}"/>
                </a:ext>
              </a:extLst>
            </p:cNvPr>
            <p:cNvSpPr txBox="1">
              <a:spLocks noChangeArrowheads="1"/>
            </p:cNvSpPr>
            <p:nvPr/>
          </p:nvSpPr>
          <p:spPr bwMode="auto">
            <a:xfrm>
              <a:off x="6483295" y="4159170"/>
              <a:ext cx="782813" cy="5608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dirty="0">
                  <a:latin typeface="微软雅黑" panose="020B0503020204020204" pitchFamily="34" charset="-122"/>
                  <a:ea typeface="微软雅黑" panose="020B0503020204020204" pitchFamily="34" charset="-122"/>
                </a:rPr>
                <a:t>SC</a:t>
              </a:r>
            </a:p>
          </p:txBody>
        </p:sp>
        <p:sp>
          <p:nvSpPr>
            <p:cNvPr id="53" name="Text Box 8">
              <a:extLst>
                <a:ext uri="{FF2B5EF4-FFF2-40B4-BE49-F238E27FC236}">
                  <a16:creationId xmlns:a16="http://schemas.microsoft.com/office/drawing/2014/main" id="{C2DC8C8E-026B-3BA6-66EA-8093278B8946}"/>
                </a:ext>
              </a:extLst>
            </p:cNvPr>
            <p:cNvSpPr txBox="1">
              <a:spLocks noChangeArrowheads="1"/>
            </p:cNvSpPr>
            <p:nvPr/>
          </p:nvSpPr>
          <p:spPr bwMode="auto">
            <a:xfrm>
              <a:off x="8030145" y="3111715"/>
              <a:ext cx="516227" cy="5608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dirty="0">
                  <a:latin typeface="微软雅黑" panose="020B0503020204020204" pitchFamily="34" charset="-122"/>
                  <a:ea typeface="微软雅黑" panose="020B0503020204020204" pitchFamily="34" charset="-122"/>
                </a:rPr>
                <a:t>S</a:t>
              </a:r>
            </a:p>
          </p:txBody>
        </p:sp>
        <p:sp>
          <p:nvSpPr>
            <p:cNvPr id="54" name="Line 9">
              <a:extLst>
                <a:ext uri="{FF2B5EF4-FFF2-40B4-BE49-F238E27FC236}">
                  <a16:creationId xmlns:a16="http://schemas.microsoft.com/office/drawing/2014/main" id="{73D91319-B18E-A442-A875-5982A837C8DF}"/>
                </a:ext>
              </a:extLst>
            </p:cNvPr>
            <p:cNvSpPr>
              <a:spLocks noChangeShapeType="1"/>
            </p:cNvSpPr>
            <p:nvPr/>
          </p:nvSpPr>
          <p:spPr bwMode="auto">
            <a:xfrm>
              <a:off x="6873219" y="3687136"/>
              <a:ext cx="0" cy="457200"/>
            </a:xfrm>
            <a:prstGeom prst="line">
              <a:avLst/>
            </a:prstGeom>
            <a:noFill/>
            <a:ln w="9525">
              <a:solidFill>
                <a:srgbClr val="70198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55" name="AutoShape 10">
              <a:extLst>
                <a:ext uri="{FF2B5EF4-FFF2-40B4-BE49-F238E27FC236}">
                  <a16:creationId xmlns:a16="http://schemas.microsoft.com/office/drawing/2014/main" id="{29F2278C-03E5-466D-DACF-A391A7BE7D2F}"/>
                </a:ext>
              </a:extLst>
            </p:cNvPr>
            <p:cNvSpPr>
              <a:spLocks noChangeArrowheads="1"/>
            </p:cNvSpPr>
            <p:nvPr/>
          </p:nvSpPr>
          <p:spPr bwMode="auto">
            <a:xfrm rot="-5400000">
              <a:off x="7539219" y="2293268"/>
              <a:ext cx="304800" cy="533400"/>
            </a:xfrm>
            <a:prstGeom prst="flowChartCollate">
              <a:avLst/>
            </a:prstGeom>
            <a:solidFill>
              <a:schemeClr val="bg1"/>
            </a:solidFill>
            <a:ln w="9525">
              <a:solidFill>
                <a:srgbClr val="70198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938637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文本框 41">
            <a:extLst>
              <a:ext uri="{FF2B5EF4-FFF2-40B4-BE49-F238E27FC236}">
                <a16:creationId xmlns:a16="http://schemas.microsoft.com/office/drawing/2014/main" id="{7DF58C2C-B368-9BE1-D106-11CF4549201E}"/>
              </a:ext>
            </a:extLst>
          </p:cNvPr>
          <p:cNvSpPr txBox="1"/>
          <p:nvPr/>
        </p:nvSpPr>
        <p:spPr>
          <a:xfrm>
            <a:off x="985164" y="2513662"/>
            <a:ext cx="3527356"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43" name="任意多边形: 形状 6">
            <a:extLst>
              <a:ext uri="{FF2B5EF4-FFF2-40B4-BE49-F238E27FC236}">
                <a16:creationId xmlns:a16="http://schemas.microsoft.com/office/drawing/2014/main" id="{5B5B3980-5736-4AA0-9A1E-D872FDDF3997}"/>
              </a:ext>
            </a:extLst>
          </p:cNvPr>
          <p:cNvSpPr/>
          <p:nvPr/>
        </p:nvSpPr>
        <p:spPr bwMode="auto">
          <a:xfrm>
            <a:off x="390526" y="1375874"/>
            <a:ext cx="11412942" cy="5033473"/>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灯片编号占位符 1">
            <a:extLst>
              <a:ext uri="{FF2B5EF4-FFF2-40B4-BE49-F238E27FC236}">
                <a16:creationId xmlns:a16="http://schemas.microsoft.com/office/drawing/2014/main" id="{092605BC-0597-0F20-CB33-3E06F4CA78AA}"/>
              </a:ext>
            </a:extLst>
          </p:cNvPr>
          <p:cNvSpPr>
            <a:spLocks noGrp="1"/>
          </p:cNvSpPr>
          <p:nvPr>
            <p:ph type="sldNum" sz="quarter" idx="10"/>
          </p:nvPr>
        </p:nvSpPr>
        <p:spPr/>
        <p:txBody>
          <a:bodyPr/>
          <a:lstStyle/>
          <a:p>
            <a:fld id="{87BBDC00-B9E2-4EFD-9306-2934E87247C6}" type="slidenum">
              <a:rPr lang="zh-CN" altLang="en-US" smtClean="0"/>
              <a:pPr/>
              <a:t>7</a:t>
            </a:fld>
            <a:endParaRPr lang="zh-CN" altLang="en-US"/>
          </a:p>
        </p:txBody>
      </p:sp>
      <p:sp>
        <p:nvSpPr>
          <p:cNvPr id="3" name="标题 2">
            <a:extLst>
              <a:ext uri="{FF2B5EF4-FFF2-40B4-BE49-F238E27FC236}">
                <a16:creationId xmlns:a16="http://schemas.microsoft.com/office/drawing/2014/main" id="{FA9B7D1E-C6EE-7987-EBF7-A8A1CE25CAEF}"/>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推送式模型 </a:t>
            </a:r>
            <a:r>
              <a:rPr lang="en-US" altLang="zh-CN" sz="3600" dirty="0">
                <a:latin typeface="微软雅黑" panose="020B0503020204020204" pitchFamily="82" charset="2"/>
                <a:ea typeface="微软雅黑" panose="020B0503020204020204" pitchFamily="82" charset="2"/>
              </a:rPr>
              <a:t>Push-based</a:t>
            </a:r>
            <a:endParaRPr lang="zh-CN" altLang="en-US" sz="3600" dirty="0">
              <a:latin typeface="微软雅黑" panose="020B0503020204020204" pitchFamily="82" charset="2"/>
              <a:ea typeface="微软雅黑" panose="020B0503020204020204" pitchFamily="82" charset="2"/>
            </a:endParaRPr>
          </a:p>
        </p:txBody>
      </p:sp>
      <p:sp>
        <p:nvSpPr>
          <p:cNvPr id="5" name="页脚占位符 4">
            <a:extLst>
              <a:ext uri="{FF2B5EF4-FFF2-40B4-BE49-F238E27FC236}">
                <a16:creationId xmlns:a16="http://schemas.microsoft.com/office/drawing/2014/main" id="{EB5F1F5A-4E97-E01A-DAB3-8A0D197AF61A}"/>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grpSp>
        <p:nvGrpSpPr>
          <p:cNvPr id="4" name="组合 3">
            <a:extLst>
              <a:ext uri="{FF2B5EF4-FFF2-40B4-BE49-F238E27FC236}">
                <a16:creationId xmlns:a16="http://schemas.microsoft.com/office/drawing/2014/main" id="{800D7376-61D2-4979-81E9-630EDF8A7087}"/>
              </a:ext>
            </a:extLst>
          </p:cNvPr>
          <p:cNvGrpSpPr/>
          <p:nvPr/>
        </p:nvGrpSpPr>
        <p:grpSpPr>
          <a:xfrm>
            <a:off x="4086746" y="1518369"/>
            <a:ext cx="7714721" cy="3878722"/>
            <a:chOff x="4086746" y="1331794"/>
            <a:chExt cx="7714721" cy="4796528"/>
          </a:xfrm>
        </p:grpSpPr>
        <p:grpSp>
          <p:nvGrpSpPr>
            <p:cNvPr id="24" name="组合 23">
              <a:extLst>
                <a:ext uri="{FF2B5EF4-FFF2-40B4-BE49-F238E27FC236}">
                  <a16:creationId xmlns:a16="http://schemas.microsoft.com/office/drawing/2014/main" id="{AD3AFB91-C3F9-C751-D465-3FC0754E66FB}"/>
                </a:ext>
              </a:extLst>
            </p:cNvPr>
            <p:cNvGrpSpPr/>
            <p:nvPr/>
          </p:nvGrpSpPr>
          <p:grpSpPr>
            <a:xfrm>
              <a:off x="4086746" y="1605503"/>
              <a:ext cx="7714721" cy="4522819"/>
              <a:chOff x="2674050" y="634795"/>
              <a:chExt cx="7714721" cy="4522819"/>
            </a:xfrm>
          </p:grpSpPr>
          <p:sp>
            <p:nvSpPr>
              <p:cNvPr id="25" name="文本框 24">
                <a:extLst>
                  <a:ext uri="{FF2B5EF4-FFF2-40B4-BE49-F238E27FC236}">
                    <a16:creationId xmlns:a16="http://schemas.microsoft.com/office/drawing/2014/main" id="{EDD809BE-8F2D-FC0B-D207-8E664A9DE4F6}"/>
                  </a:ext>
                </a:extLst>
              </p:cNvPr>
              <p:cNvSpPr txBox="1"/>
              <p:nvPr/>
            </p:nvSpPr>
            <p:spPr>
              <a:xfrm>
                <a:off x="4828018" y="3446025"/>
                <a:ext cx="1518546" cy="338554"/>
              </a:xfrm>
              <a:prstGeom prst="rect">
                <a:avLst/>
              </a:prstGeom>
              <a:solidFill>
                <a:sysClr val="window" lastClr="FFFFFF">
                  <a:lumMod val="95000"/>
                </a:sys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Cno</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4491EFD2-CE57-EF5F-B33C-1E9AC71D9BB0}"/>
                      </a:ext>
                    </a:extLst>
                  </p:cNvPr>
                  <p:cNvSpPr txBox="1"/>
                  <p:nvPr/>
                </p:nvSpPr>
                <p:spPr>
                  <a:xfrm>
                    <a:off x="4310932" y="3053961"/>
                    <a:ext cx="743088"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800" b="0" i="1" u="none" strike="noStrike" kern="0" cap="none" spc="0" normalizeH="0" baseline="0" noProof="0" smtClean="0">
                              <a:ln>
                                <a:noFill/>
                              </a:ln>
                              <a:solidFill>
                                <a:prstClr val="black"/>
                              </a:solidFill>
                              <a:effectLst/>
                              <a:uLnTx/>
                              <a:uFillTx/>
                              <a:latin typeface="Cambria Math" panose="02040503050406030204" pitchFamily="18" charset="0"/>
                            </a:rPr>
                            <m:t>𝜎</m:t>
                          </m:r>
                        </m:oMath>
                      </m:oMathPara>
                    </a14:m>
                    <a:endParaRPr kumimoji="0" 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xmlns="">
              <p:sp>
                <p:nvSpPr>
                  <p:cNvPr id="26" name="文本框 25">
                    <a:extLst>
                      <a:ext uri="{FF2B5EF4-FFF2-40B4-BE49-F238E27FC236}">
                        <a16:creationId xmlns:a16="http://schemas.microsoft.com/office/drawing/2014/main" id="{4491EFD2-CE57-EF5F-B33C-1E9AC71D9BB0}"/>
                      </a:ext>
                    </a:extLst>
                  </p:cNvPr>
                  <p:cNvSpPr txBox="1">
                    <a:spLocks noRot="1" noChangeAspect="1" noMove="1" noResize="1" noEditPoints="1" noAdjustHandles="1" noChangeArrowheads="1" noChangeShapeType="1" noTextEdit="1"/>
                  </p:cNvSpPr>
                  <p:nvPr/>
                </p:nvSpPr>
                <p:spPr>
                  <a:xfrm>
                    <a:off x="4310932" y="3053961"/>
                    <a:ext cx="743088" cy="83099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C04EA427-0501-5205-45EB-D782AAED2EE6}"/>
                      </a:ext>
                    </a:extLst>
                  </p:cNvPr>
                  <p:cNvSpPr txBox="1"/>
                  <p:nvPr/>
                </p:nvSpPr>
                <p:spPr>
                  <a:xfrm>
                    <a:off x="3486594" y="1778663"/>
                    <a:ext cx="878767"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800" b="0" i="1" u="none" strike="noStrike" kern="0" cap="none" spc="0" normalizeH="0" baseline="0" noProof="0" smtClean="0">
                              <a:ln>
                                <a:noFill/>
                              </a:ln>
                              <a:solidFill>
                                <a:prstClr val="black"/>
                              </a:solidFill>
                              <a:effectLst/>
                              <a:uLnTx/>
                              <a:uFillTx/>
                              <a:latin typeface="Cambria Math" panose="02040503050406030204" pitchFamily="18" charset="0"/>
                            </a:rPr>
                            <m:t>⋈</m:t>
                          </m:r>
                        </m:oMath>
                      </m:oMathPara>
                    </a14:m>
                    <a:endParaRPr kumimoji="0" 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xmlns="">
              <p:sp>
                <p:nvSpPr>
                  <p:cNvPr id="27" name="文本框 26">
                    <a:extLst>
                      <a:ext uri="{FF2B5EF4-FFF2-40B4-BE49-F238E27FC236}">
                        <a16:creationId xmlns:a16="http://schemas.microsoft.com/office/drawing/2014/main" id="{C04EA427-0501-5205-45EB-D782AAED2EE6}"/>
                      </a:ext>
                    </a:extLst>
                  </p:cNvPr>
                  <p:cNvSpPr txBox="1">
                    <a:spLocks noRot="1" noChangeAspect="1" noMove="1" noResize="1" noEditPoints="1" noAdjustHandles="1" noChangeArrowheads="1" noChangeShapeType="1" noTextEdit="1"/>
                  </p:cNvSpPr>
                  <p:nvPr/>
                </p:nvSpPr>
                <p:spPr>
                  <a:xfrm>
                    <a:off x="3486594" y="1778663"/>
                    <a:ext cx="878767"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E5F9AD0C-4CD2-B292-8704-CAFB373C47B4}"/>
                      </a:ext>
                    </a:extLst>
                  </p:cNvPr>
                  <p:cNvSpPr txBox="1"/>
                  <p:nvPr/>
                </p:nvSpPr>
                <p:spPr>
                  <a:xfrm>
                    <a:off x="3530746" y="634795"/>
                    <a:ext cx="782586"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4800" b="0" i="0" u="none" strike="noStrike" kern="0" cap="none" spc="0" normalizeH="0" baseline="0" noProof="0" smtClean="0">
                              <a:ln>
                                <a:noFill/>
                              </a:ln>
                              <a:solidFill>
                                <a:prstClr val="black"/>
                              </a:solidFill>
                              <a:effectLst/>
                              <a:uLnTx/>
                              <a:uFillTx/>
                              <a:latin typeface="Cambria Math" panose="02040503050406030204" pitchFamily="18" charset="0"/>
                            </a:rPr>
                            <m:t>Π</m:t>
                          </m:r>
                        </m:oMath>
                      </m:oMathPara>
                    </a14:m>
                    <a:endParaRPr kumimoji="0" 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xmlns="">
              <p:sp>
                <p:nvSpPr>
                  <p:cNvPr id="28" name="文本框 27">
                    <a:extLst>
                      <a:ext uri="{FF2B5EF4-FFF2-40B4-BE49-F238E27FC236}">
                        <a16:creationId xmlns:a16="http://schemas.microsoft.com/office/drawing/2014/main" id="{E5F9AD0C-4CD2-B292-8704-CAFB373C47B4}"/>
                      </a:ext>
                    </a:extLst>
                  </p:cNvPr>
                  <p:cNvSpPr txBox="1">
                    <a:spLocks noRot="1" noChangeAspect="1" noMove="1" noResize="1" noEditPoints="1" noAdjustHandles="1" noChangeArrowheads="1" noChangeShapeType="1" noTextEdit="1"/>
                  </p:cNvSpPr>
                  <p:nvPr/>
                </p:nvSpPr>
                <p:spPr>
                  <a:xfrm>
                    <a:off x="3530746" y="634795"/>
                    <a:ext cx="782586" cy="830997"/>
                  </a:xfrm>
                  <a:prstGeom prst="rect">
                    <a:avLst/>
                  </a:prstGeom>
                  <a:blipFill>
                    <a:blip r:embed="rId4"/>
                    <a:stretch>
                      <a:fillRect/>
                    </a:stretch>
                  </a:blipFill>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043A68BD-AB35-A82E-8140-DF9A53B898C7}"/>
                  </a:ext>
                </a:extLst>
              </p:cNvPr>
              <p:cNvSpPr txBox="1"/>
              <p:nvPr/>
            </p:nvSpPr>
            <p:spPr>
              <a:xfrm>
                <a:off x="4141619" y="2102120"/>
                <a:ext cx="2339102" cy="338554"/>
              </a:xfrm>
              <a:prstGeom prst="rect">
                <a:avLst/>
              </a:prstGeom>
              <a:solidFill>
                <a:sysClr val="window" lastClr="FFFFFF">
                  <a:lumMod val="95000"/>
                </a:sys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SC.Sno</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 </a:t>
                </a: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Student.Sno</a:t>
                </a:r>
                <a:endPar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30" name="文本框 29">
                <a:extLst>
                  <a:ext uri="{FF2B5EF4-FFF2-40B4-BE49-F238E27FC236}">
                    <a16:creationId xmlns:a16="http://schemas.microsoft.com/office/drawing/2014/main" id="{8FA6A0CF-D9EC-B0B5-A57C-4673886E6FB5}"/>
                  </a:ext>
                </a:extLst>
              </p:cNvPr>
              <p:cNvSpPr txBox="1"/>
              <p:nvPr/>
            </p:nvSpPr>
            <p:spPr>
              <a:xfrm>
                <a:off x="4086738" y="1001376"/>
                <a:ext cx="1920719" cy="338554"/>
              </a:xfrm>
              <a:prstGeom prst="rect">
                <a:avLst/>
              </a:prstGeom>
              <a:solidFill>
                <a:sysClr val="window" lastClr="FFFFFF">
                  <a:lumMod val="95000"/>
                </a:sys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Sno,Sname,Grade</a:t>
                </a:r>
                <a:endPar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31" name="直接箭头连接符 10">
                <a:extLst>
                  <a:ext uri="{FF2B5EF4-FFF2-40B4-BE49-F238E27FC236}">
                    <a16:creationId xmlns:a16="http://schemas.microsoft.com/office/drawing/2014/main" id="{A22CF69B-02C2-FD02-B472-234810993B5B}"/>
                  </a:ext>
                </a:extLst>
              </p:cNvPr>
              <p:cNvCxnSpPr>
                <a:cxnSpLocks/>
                <a:stCxn id="40" idx="1"/>
              </p:cNvCxnSpPr>
              <p:nvPr/>
            </p:nvCxnSpPr>
            <p:spPr>
              <a:xfrm flipV="1">
                <a:off x="3127154" y="2609659"/>
                <a:ext cx="633913" cy="2058049"/>
              </a:xfrm>
              <a:prstGeom prst="straightConnector1">
                <a:avLst/>
              </a:prstGeom>
              <a:noFill/>
              <a:ln w="38100" cap="flat" cmpd="sng" algn="ctr">
                <a:solidFill>
                  <a:srgbClr val="4472C4"/>
                </a:solidFill>
                <a:prstDash val="solid"/>
                <a:miter lim="800000"/>
                <a:tailEnd type="triangle"/>
              </a:ln>
              <a:effectLst/>
            </p:spPr>
          </p:cxnSp>
          <p:cxnSp>
            <p:nvCxnSpPr>
              <p:cNvPr id="32" name="直接箭头连接符 11">
                <a:extLst>
                  <a:ext uri="{FF2B5EF4-FFF2-40B4-BE49-F238E27FC236}">
                    <a16:creationId xmlns:a16="http://schemas.microsoft.com/office/drawing/2014/main" id="{A86565EA-05D0-017B-9539-A56DBD394B7F}"/>
                  </a:ext>
                </a:extLst>
              </p:cNvPr>
              <p:cNvCxnSpPr>
                <a:cxnSpLocks/>
              </p:cNvCxnSpPr>
              <p:nvPr/>
            </p:nvCxnSpPr>
            <p:spPr>
              <a:xfrm flipH="1" flipV="1">
                <a:off x="4083003" y="2609659"/>
                <a:ext cx="453104" cy="830996"/>
              </a:xfrm>
              <a:prstGeom prst="straightConnector1">
                <a:avLst/>
              </a:prstGeom>
              <a:noFill/>
              <a:ln w="38100" cap="flat" cmpd="sng" algn="ctr">
                <a:solidFill>
                  <a:srgbClr val="4472C4"/>
                </a:solidFill>
                <a:prstDash val="solid"/>
                <a:miter lim="800000"/>
                <a:tailEnd type="triangle"/>
              </a:ln>
              <a:effectLst/>
            </p:spPr>
          </p:cxnSp>
          <p:cxnSp>
            <p:nvCxnSpPr>
              <p:cNvPr id="33" name="直接箭头连接符 12">
                <a:extLst>
                  <a:ext uri="{FF2B5EF4-FFF2-40B4-BE49-F238E27FC236}">
                    <a16:creationId xmlns:a16="http://schemas.microsoft.com/office/drawing/2014/main" id="{61A321DC-DC14-E287-59E2-4492A67A5FBC}"/>
                  </a:ext>
                </a:extLst>
              </p:cNvPr>
              <p:cNvCxnSpPr>
                <a:cxnSpLocks/>
              </p:cNvCxnSpPr>
              <p:nvPr/>
            </p:nvCxnSpPr>
            <p:spPr>
              <a:xfrm flipH="1" flipV="1">
                <a:off x="4777997" y="3836711"/>
                <a:ext cx="387234" cy="737620"/>
              </a:xfrm>
              <a:prstGeom prst="straightConnector1">
                <a:avLst/>
              </a:prstGeom>
              <a:noFill/>
              <a:ln w="38100" cap="flat" cmpd="sng" algn="ctr">
                <a:solidFill>
                  <a:srgbClr val="4472C4"/>
                </a:solidFill>
                <a:prstDash val="solid"/>
                <a:miter lim="800000"/>
                <a:tailEnd type="triangle"/>
              </a:ln>
              <a:effectLst/>
            </p:spPr>
          </p:cxnSp>
          <p:cxnSp>
            <p:nvCxnSpPr>
              <p:cNvPr id="34" name="直接箭头连接符 13">
                <a:extLst>
                  <a:ext uri="{FF2B5EF4-FFF2-40B4-BE49-F238E27FC236}">
                    <a16:creationId xmlns:a16="http://schemas.microsoft.com/office/drawing/2014/main" id="{13148FE2-FBB0-655B-30FC-8F55A79D395A}"/>
                  </a:ext>
                </a:extLst>
              </p:cNvPr>
              <p:cNvCxnSpPr/>
              <p:nvPr/>
            </p:nvCxnSpPr>
            <p:spPr>
              <a:xfrm flipV="1">
                <a:off x="3922839" y="1425764"/>
                <a:ext cx="0" cy="705795"/>
              </a:xfrm>
              <a:prstGeom prst="straightConnector1">
                <a:avLst/>
              </a:prstGeom>
              <a:noFill/>
              <a:ln w="38100" cap="flat" cmpd="sng" algn="ctr">
                <a:solidFill>
                  <a:srgbClr val="4472C4"/>
                </a:solidFill>
                <a:prstDash val="solid"/>
                <a:miter lim="800000"/>
                <a:tailEnd type="triangle"/>
              </a:ln>
              <a:effectLst/>
            </p:spPr>
          </p:cxn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5FD364BD-D413-B3EA-AB26-B620C91DFA85}"/>
                      </a:ext>
                    </a:extLst>
                  </p:cNvPr>
                  <p:cNvSpPr txBox="1"/>
                  <p:nvPr/>
                </p:nvSpPr>
                <p:spPr>
                  <a:xfrm>
                    <a:off x="6836476" y="1504123"/>
                    <a:ext cx="3552295" cy="1332116"/>
                  </a:xfrm>
                  <a:prstGeom prst="rect">
                    <a:avLst/>
                  </a:prstGeom>
                  <a:solidFill>
                    <a:srgbClr val="701988">
                      <a:alpha val="20000"/>
                    </a:srgb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For</a:t>
                    </a: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2</m:t>
                            </m:r>
                          </m:sub>
                        </m:sSub>
                      </m:oMath>
                    </a14:m>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in SC:</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if </a:t>
                    </a: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evalPred</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2</m:t>
                            </m:r>
                          </m:sub>
                        </m:sSub>
                      </m:oMath>
                    </a14:m>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cno</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=1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if probe(</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2</m:t>
                            </m:r>
                          </m:sub>
                        </m:sSub>
                      </m:oMath>
                    </a14:m>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a:t>
                    </a: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in</a:t>
                    </a: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HT:</a:t>
                    </a: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1</m:t>
                            </m:r>
                          </m:sub>
                        </m:sSub>
                      </m:oMath>
                    </a14:m>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in</a:t>
                    </a: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HT[</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2</m:t>
                            </m:r>
                          </m:sub>
                        </m:sSub>
                      </m:oMath>
                    </a14:m>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1</m:t>
                            </m:r>
                          </m:sub>
                        </m:s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m:t>
                        </m:r>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2</m:t>
                            </m:r>
                          </m:sub>
                        </m:sSub>
                      </m:oMath>
                    </a14:m>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35" name="文本框 34">
                    <a:extLst>
                      <a:ext uri="{FF2B5EF4-FFF2-40B4-BE49-F238E27FC236}">
                        <a16:creationId xmlns:a16="http://schemas.microsoft.com/office/drawing/2014/main" id="{5FD364BD-D413-B3EA-AB26-B620C91DFA85}"/>
                      </a:ext>
                    </a:extLst>
                  </p:cNvPr>
                  <p:cNvSpPr txBox="1">
                    <a:spLocks noRot="1" noChangeAspect="1" noMove="1" noResize="1" noEditPoints="1" noAdjustHandles="1" noChangeArrowheads="1" noChangeShapeType="1" noTextEdit="1"/>
                  </p:cNvSpPr>
                  <p:nvPr/>
                </p:nvSpPr>
                <p:spPr>
                  <a:xfrm>
                    <a:off x="6836476" y="1504123"/>
                    <a:ext cx="3552295" cy="1332116"/>
                  </a:xfrm>
                  <a:prstGeom prst="rect">
                    <a:avLst/>
                  </a:prstGeom>
                  <a:blipFill>
                    <a:blip r:embed="rId5"/>
                    <a:stretch>
                      <a:fillRect l="-712" t="-1176" r="-4270" b="-70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86FF7F7C-CDFA-94FD-CAF2-9B6A15766E93}"/>
                      </a:ext>
                    </a:extLst>
                  </p:cNvPr>
                  <p:cNvSpPr txBox="1"/>
                  <p:nvPr/>
                </p:nvSpPr>
                <p:spPr>
                  <a:xfrm>
                    <a:off x="7006768" y="4109142"/>
                    <a:ext cx="3372666" cy="723148"/>
                  </a:xfrm>
                  <a:prstGeom prst="rect">
                    <a:avLst/>
                  </a:prstGeom>
                  <a:solidFill>
                    <a:srgbClr val="701988">
                      <a:alpha val="20000"/>
                    </a:srgb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for</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zh-CN" altLang="en-US"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  </m:t>
                            </m:r>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1</m:t>
                            </m:r>
                          </m:sub>
                        </m:sSub>
                      </m:oMath>
                    </a14:m>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in Student: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HT</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a:t>
                    </a: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BuildHashTable</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1</m:t>
                            </m:r>
                          </m:sub>
                        </m:sSub>
                      </m:oMath>
                    </a14:m>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36" name="文本框 35">
                    <a:extLst>
                      <a:ext uri="{FF2B5EF4-FFF2-40B4-BE49-F238E27FC236}">
                        <a16:creationId xmlns:a16="http://schemas.microsoft.com/office/drawing/2014/main" id="{86FF7F7C-CDFA-94FD-CAF2-9B6A15766E93}"/>
                      </a:ext>
                    </a:extLst>
                  </p:cNvPr>
                  <p:cNvSpPr txBox="1">
                    <a:spLocks noRot="1" noChangeAspect="1" noMove="1" noResize="1" noEditPoints="1" noAdjustHandles="1" noChangeArrowheads="1" noChangeShapeType="1" noTextEdit="1"/>
                  </p:cNvSpPr>
                  <p:nvPr/>
                </p:nvSpPr>
                <p:spPr>
                  <a:xfrm>
                    <a:off x="7006768" y="4109142"/>
                    <a:ext cx="3372666" cy="723148"/>
                  </a:xfrm>
                  <a:prstGeom prst="rect">
                    <a:avLst/>
                  </a:prstGeom>
                  <a:blipFill>
                    <a:blip r:embed="rId6"/>
                    <a:stretch>
                      <a:fillRect l="-749" t="-4255" b="-12766"/>
                    </a:stretch>
                  </a:blipFill>
                </p:spPr>
                <p:txBody>
                  <a:bodyPr/>
                  <a:lstStyle/>
                  <a:p>
                    <a:r>
                      <a:rPr lang="zh-CN" altLang="en-US">
                        <a:noFill/>
                      </a:rPr>
                      <a:t> </a:t>
                    </a:r>
                  </a:p>
                </p:txBody>
              </p:sp>
            </mc:Fallback>
          </mc:AlternateContent>
          <p:cxnSp>
            <p:nvCxnSpPr>
              <p:cNvPr id="37" name="直接箭头连接符 22">
                <a:extLst>
                  <a:ext uri="{FF2B5EF4-FFF2-40B4-BE49-F238E27FC236}">
                    <a16:creationId xmlns:a16="http://schemas.microsoft.com/office/drawing/2014/main" id="{41B17BD2-AD21-4D4E-6F45-21841E7B6B64}"/>
                  </a:ext>
                </a:extLst>
              </p:cNvPr>
              <p:cNvCxnSpPr>
                <a:cxnSpLocks/>
                <a:stCxn id="39" idx="4"/>
                <a:endCxn id="35" idx="1"/>
              </p:cNvCxnSpPr>
              <p:nvPr/>
            </p:nvCxnSpPr>
            <p:spPr>
              <a:xfrm flipV="1">
                <a:off x="5769525" y="2170181"/>
                <a:ext cx="1066951" cy="2742480"/>
              </a:xfrm>
              <a:prstGeom prst="straightConnector1">
                <a:avLst/>
              </a:prstGeom>
              <a:noFill/>
              <a:ln w="9525" cap="flat" cmpd="sng" algn="ctr">
                <a:solidFill>
                  <a:sysClr val="windowText" lastClr="000000"/>
                </a:solidFill>
                <a:prstDash val="dash"/>
                <a:round/>
                <a:headEnd type="none" w="med" len="med"/>
                <a:tailEnd type="none" w="med" len="med"/>
              </a:ln>
              <a:effectLst/>
            </p:spPr>
          </p:cxnSp>
          <p:cxnSp>
            <p:nvCxnSpPr>
              <p:cNvPr id="38" name="连接符: 肘形 23">
                <a:extLst>
                  <a:ext uri="{FF2B5EF4-FFF2-40B4-BE49-F238E27FC236}">
                    <a16:creationId xmlns:a16="http://schemas.microsoft.com/office/drawing/2014/main" id="{51CC5079-36DF-E7F8-35D4-C56751809CFC}"/>
                  </a:ext>
                </a:extLst>
              </p:cNvPr>
              <p:cNvCxnSpPr>
                <a:cxnSpLocks/>
                <a:stCxn id="40" idx="3"/>
                <a:endCxn id="36" idx="2"/>
              </p:cNvCxnSpPr>
              <p:nvPr/>
            </p:nvCxnSpPr>
            <p:spPr>
              <a:xfrm rot="5400000" flipH="1" flipV="1">
                <a:off x="5747465" y="2211978"/>
                <a:ext cx="325324" cy="5565947"/>
              </a:xfrm>
              <a:prstGeom prst="bentConnector3">
                <a:avLst>
                  <a:gd name="adj1" fmla="val -86896"/>
                </a:avLst>
              </a:prstGeom>
              <a:noFill/>
              <a:ln w="9525" cap="flat" cmpd="sng" algn="ctr">
                <a:solidFill>
                  <a:sysClr val="windowText" lastClr="000000"/>
                </a:solidFill>
                <a:prstDash val="dash"/>
                <a:round/>
                <a:headEnd type="none" w="med" len="med"/>
                <a:tailEnd type="none" w="med" len="med"/>
              </a:ln>
              <a:effectLst/>
            </p:spPr>
          </p:cxnSp>
          <p:sp>
            <p:nvSpPr>
              <p:cNvPr id="39" name="圆柱形 37">
                <a:extLst>
                  <a:ext uri="{FF2B5EF4-FFF2-40B4-BE49-F238E27FC236}">
                    <a16:creationId xmlns:a16="http://schemas.microsoft.com/office/drawing/2014/main" id="{72345BC9-B850-4EA1-D27B-B276BB515578}"/>
                  </a:ext>
                </a:extLst>
              </p:cNvPr>
              <p:cNvSpPr/>
              <p:nvPr/>
            </p:nvSpPr>
            <p:spPr>
              <a:xfrm>
                <a:off x="4863318" y="4667707"/>
                <a:ext cx="906207" cy="489905"/>
              </a:xfrm>
              <a:prstGeom prst="can">
                <a:avLst/>
              </a:prstGeom>
              <a:solidFill>
                <a:sysClr val="window" lastClr="FFFFFF"/>
              </a:solidFill>
              <a:ln w="12700" cap="flat" cmpd="sng" algn="ctr">
                <a:solidFill>
                  <a:srgbClr val="A5A5A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40" name="圆柱形 38">
                <a:extLst>
                  <a:ext uri="{FF2B5EF4-FFF2-40B4-BE49-F238E27FC236}">
                    <a16:creationId xmlns:a16="http://schemas.microsoft.com/office/drawing/2014/main" id="{DA3E7099-886D-9125-E9AE-8C4EB9207529}"/>
                  </a:ext>
                </a:extLst>
              </p:cNvPr>
              <p:cNvSpPr/>
              <p:nvPr/>
            </p:nvSpPr>
            <p:spPr>
              <a:xfrm>
                <a:off x="2674050" y="4667709"/>
                <a:ext cx="906207" cy="489905"/>
              </a:xfrm>
              <a:prstGeom prst="can">
                <a:avLst/>
              </a:prstGeom>
              <a:solidFill>
                <a:sysClr val="window" lastClr="FFFFFF"/>
              </a:solidFill>
              <a:ln w="12700" cap="flat" cmpd="sng" algn="ctr">
                <a:solidFill>
                  <a:srgbClr val="A5A5A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Student</a:t>
                </a:r>
              </a:p>
            </p:txBody>
          </p:sp>
        </p:grpSp>
        <p:sp>
          <p:nvSpPr>
            <p:cNvPr id="41" name="矩形 40">
              <a:extLst>
                <a:ext uri="{FF2B5EF4-FFF2-40B4-BE49-F238E27FC236}">
                  <a16:creationId xmlns:a16="http://schemas.microsoft.com/office/drawing/2014/main" id="{DEF4FEA1-9FF3-B645-03EB-24B7CF690EC0}"/>
                </a:ext>
              </a:extLst>
            </p:cNvPr>
            <p:cNvSpPr/>
            <p:nvPr/>
          </p:nvSpPr>
          <p:spPr>
            <a:xfrm rot="20342572">
              <a:off x="5422133" y="1331794"/>
              <a:ext cx="2386963" cy="4420687"/>
            </a:xfrm>
            <a:prstGeom prst="rect">
              <a:avLst/>
            </a:prstGeom>
            <a:noFill/>
            <a:ln w="12700" cap="flat" cmpd="sng" algn="ctr">
              <a:solidFill>
                <a:sysClr val="windowText" lastClr="000000"/>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grpSp>
    </p:spTree>
    <p:extLst>
      <p:ext uri="{BB962C8B-B14F-4D97-AF65-F5344CB8AC3E}">
        <p14:creationId xmlns:p14="http://schemas.microsoft.com/office/powerpoint/2010/main" val="1345041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6">
            <a:extLst>
              <a:ext uri="{FF2B5EF4-FFF2-40B4-BE49-F238E27FC236}">
                <a16:creationId xmlns:a16="http://schemas.microsoft.com/office/drawing/2014/main" id="{0513CD80-3FE5-40A8-AD1A-13DE677E6F4A}"/>
              </a:ext>
            </a:extLst>
          </p:cNvPr>
          <p:cNvSpPr/>
          <p:nvPr/>
        </p:nvSpPr>
        <p:spPr>
          <a:xfrm>
            <a:off x="1360070" y="1446548"/>
            <a:ext cx="9471860" cy="4242222"/>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拉取式模型与推送式模型</a:t>
            </a:r>
          </a:p>
        </p:txBody>
      </p:sp>
      <p:sp>
        <p:nvSpPr>
          <p:cNvPr id="3" name="灯片编号占位符 2">
            <a:extLst>
              <a:ext uri="{FF2B5EF4-FFF2-40B4-BE49-F238E27FC236}">
                <a16:creationId xmlns:a16="http://schemas.microsoft.com/office/drawing/2014/main" id="{E77DFF6F-8356-41A3-942A-8A78E5596509}"/>
              </a:ext>
            </a:extLst>
          </p:cNvPr>
          <p:cNvSpPr>
            <a:spLocks noGrp="1"/>
          </p:cNvSpPr>
          <p:nvPr>
            <p:ph type="sldNum" sz="quarter" idx="12"/>
          </p:nvPr>
        </p:nvSpPr>
        <p:spPr/>
        <p:txBody>
          <a:bodyPr/>
          <a:lstStyle/>
          <a:p>
            <a:fld id="{4B0D34C0-35A8-654C-9FBA-7B4E017BD630}" type="slidenum">
              <a:rPr lang="en-US" altLang="zh-CN" smtClean="0"/>
              <a:t>8</a:t>
            </a:fld>
            <a:endParaRPr kumimoji="1" lang="zh-CN" altLang="en-US"/>
          </a:p>
        </p:txBody>
      </p:sp>
      <p:sp>
        <p:nvSpPr>
          <p:cNvPr id="5" name="页脚占位符 4">
            <a:extLst>
              <a:ext uri="{FF2B5EF4-FFF2-40B4-BE49-F238E27FC236}">
                <a16:creationId xmlns:a16="http://schemas.microsoft.com/office/drawing/2014/main" id="{01109E4B-EA38-83B2-64F2-A58A27DFBCC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grpSp>
        <p:nvGrpSpPr>
          <p:cNvPr id="6" name="组合 5">
            <a:extLst>
              <a:ext uri="{FF2B5EF4-FFF2-40B4-BE49-F238E27FC236}">
                <a16:creationId xmlns:a16="http://schemas.microsoft.com/office/drawing/2014/main" id="{1DE66E6F-37ED-F4DD-9B71-6C7632BD5538}"/>
              </a:ext>
            </a:extLst>
          </p:cNvPr>
          <p:cNvGrpSpPr/>
          <p:nvPr/>
        </p:nvGrpSpPr>
        <p:grpSpPr>
          <a:xfrm>
            <a:off x="2227278" y="1654657"/>
            <a:ext cx="7741178" cy="3863497"/>
            <a:chOff x="2320425" y="1035154"/>
            <a:chExt cx="6399926" cy="5360714"/>
          </a:xfrm>
        </p:grpSpPr>
        <p:sp>
          <p:nvSpPr>
            <p:cNvPr id="7" name="矩形: 圆角 174">
              <a:extLst>
                <a:ext uri="{FF2B5EF4-FFF2-40B4-BE49-F238E27FC236}">
                  <a16:creationId xmlns:a16="http://schemas.microsoft.com/office/drawing/2014/main" id="{D11319A7-F709-FE3E-E4A8-481BB2197CEC}"/>
                </a:ext>
              </a:extLst>
            </p:cNvPr>
            <p:cNvSpPr/>
            <p:nvPr/>
          </p:nvSpPr>
          <p:spPr>
            <a:xfrm>
              <a:off x="2575330" y="1508987"/>
              <a:ext cx="2585402" cy="506406"/>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500" dirty="0">
                  <a:latin typeface="微软雅黑" panose="020B0503020204020204" pitchFamily="34" charset="-122"/>
                  <a:ea typeface="微软雅黑" panose="020B0503020204020204" pitchFamily="34" charset="-122"/>
                </a:rPr>
                <a:t>聚合</a:t>
              </a:r>
              <a:endParaRPr lang="en-US" altLang="zh-CN" sz="1500" dirty="0">
                <a:latin typeface="微软雅黑" panose="020B0503020204020204" pitchFamily="34" charset="-122"/>
                <a:ea typeface="微软雅黑" panose="020B0503020204020204" pitchFamily="34" charset="-122"/>
              </a:endParaRPr>
            </a:p>
          </p:txBody>
        </p:sp>
        <p:sp>
          <p:nvSpPr>
            <p:cNvPr id="8" name="矩形: 圆角 175">
              <a:extLst>
                <a:ext uri="{FF2B5EF4-FFF2-40B4-BE49-F238E27FC236}">
                  <a16:creationId xmlns:a16="http://schemas.microsoft.com/office/drawing/2014/main" id="{3ADCFA1E-C351-7559-B46F-0B8A292F59F9}"/>
                </a:ext>
              </a:extLst>
            </p:cNvPr>
            <p:cNvSpPr/>
            <p:nvPr/>
          </p:nvSpPr>
          <p:spPr>
            <a:xfrm>
              <a:off x="2575329" y="2431480"/>
              <a:ext cx="2585403" cy="506406"/>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500" dirty="0">
                  <a:latin typeface="微软雅黑" panose="020B0503020204020204" pitchFamily="34" charset="-122"/>
                  <a:ea typeface="微软雅黑" panose="020B0503020204020204" pitchFamily="34" charset="-122"/>
                </a:rPr>
                <a:t>投影</a:t>
              </a:r>
              <a:endParaRPr lang="en-US" altLang="zh-CN" sz="1500" dirty="0">
                <a:latin typeface="微软雅黑" panose="020B0503020204020204" pitchFamily="34" charset="-122"/>
                <a:ea typeface="微软雅黑" panose="020B0503020204020204" pitchFamily="34" charset="-122"/>
              </a:endParaRPr>
            </a:p>
          </p:txBody>
        </p:sp>
        <p:sp>
          <p:nvSpPr>
            <p:cNvPr id="9" name="矩形: 圆角 176">
              <a:extLst>
                <a:ext uri="{FF2B5EF4-FFF2-40B4-BE49-F238E27FC236}">
                  <a16:creationId xmlns:a16="http://schemas.microsoft.com/office/drawing/2014/main" id="{9202D4EE-92AF-1F4A-698F-008F32471171}"/>
                </a:ext>
              </a:extLst>
            </p:cNvPr>
            <p:cNvSpPr/>
            <p:nvPr/>
          </p:nvSpPr>
          <p:spPr>
            <a:xfrm>
              <a:off x="2575328" y="3353973"/>
              <a:ext cx="2585405" cy="506406"/>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500" dirty="0">
                  <a:latin typeface="微软雅黑" panose="020B0503020204020204" pitchFamily="34" charset="-122"/>
                  <a:ea typeface="微软雅黑" panose="020B0503020204020204" pitchFamily="34" charset="-122"/>
                </a:rPr>
                <a:t>谓词</a:t>
              </a:r>
              <a:endParaRPr lang="en-US" altLang="zh-CN" sz="1500" dirty="0">
                <a:latin typeface="微软雅黑" panose="020B0503020204020204" pitchFamily="34" charset="-122"/>
                <a:ea typeface="微软雅黑" panose="020B0503020204020204" pitchFamily="34" charset="-122"/>
              </a:endParaRPr>
            </a:p>
          </p:txBody>
        </p:sp>
        <p:sp>
          <p:nvSpPr>
            <p:cNvPr id="10" name="矩形: 圆角 177">
              <a:extLst>
                <a:ext uri="{FF2B5EF4-FFF2-40B4-BE49-F238E27FC236}">
                  <a16:creationId xmlns:a16="http://schemas.microsoft.com/office/drawing/2014/main" id="{DD23BF42-0027-2DBD-6120-6B171ACFD6AD}"/>
                </a:ext>
              </a:extLst>
            </p:cNvPr>
            <p:cNvSpPr/>
            <p:nvPr/>
          </p:nvSpPr>
          <p:spPr>
            <a:xfrm>
              <a:off x="2575328" y="4276466"/>
              <a:ext cx="2585405" cy="506406"/>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500" dirty="0">
                  <a:latin typeface="微软雅黑" panose="020B0503020204020204" pitchFamily="34" charset="-122"/>
                  <a:ea typeface="微软雅黑" panose="020B0503020204020204" pitchFamily="34" charset="-122"/>
                </a:rPr>
                <a:t>扫描</a:t>
              </a:r>
              <a:endParaRPr lang="en-US" altLang="zh-CN" sz="1500" dirty="0">
                <a:latin typeface="微软雅黑" panose="020B0503020204020204" pitchFamily="34" charset="-122"/>
                <a:ea typeface="微软雅黑" panose="020B0503020204020204" pitchFamily="34" charset="-122"/>
              </a:endParaRPr>
            </a:p>
          </p:txBody>
        </p:sp>
        <p:sp>
          <p:nvSpPr>
            <p:cNvPr id="11" name="箭头: 左弧形 178">
              <a:extLst>
                <a:ext uri="{FF2B5EF4-FFF2-40B4-BE49-F238E27FC236}">
                  <a16:creationId xmlns:a16="http://schemas.microsoft.com/office/drawing/2014/main" id="{69A7FA3C-9567-2AAD-9CAB-9FE45ECCA59C}"/>
                </a:ext>
              </a:extLst>
            </p:cNvPr>
            <p:cNvSpPr/>
            <p:nvPr/>
          </p:nvSpPr>
          <p:spPr>
            <a:xfrm>
              <a:off x="2320428" y="1879712"/>
              <a:ext cx="210393" cy="740421"/>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500">
                <a:solidFill>
                  <a:schemeClr val="tx1"/>
                </a:solidFill>
                <a:latin typeface="微软雅黑" panose="020B0503020204020204" pitchFamily="34" charset="-122"/>
                <a:ea typeface="微软雅黑" panose="020B0503020204020204" pitchFamily="34" charset="-122"/>
              </a:endParaRPr>
            </a:p>
          </p:txBody>
        </p:sp>
        <p:sp>
          <p:nvSpPr>
            <p:cNvPr id="12" name="箭头: 左弧形 179">
              <a:extLst>
                <a:ext uri="{FF2B5EF4-FFF2-40B4-BE49-F238E27FC236}">
                  <a16:creationId xmlns:a16="http://schemas.microsoft.com/office/drawing/2014/main" id="{470E8642-A563-76BD-F50E-8AA388F8F406}"/>
                </a:ext>
              </a:extLst>
            </p:cNvPr>
            <p:cNvSpPr/>
            <p:nvPr/>
          </p:nvSpPr>
          <p:spPr>
            <a:xfrm>
              <a:off x="2320425" y="2795629"/>
              <a:ext cx="210393" cy="740421"/>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500">
                <a:solidFill>
                  <a:schemeClr val="tx1"/>
                </a:solidFill>
                <a:latin typeface="微软雅黑" panose="020B0503020204020204" pitchFamily="34" charset="-122"/>
                <a:ea typeface="微软雅黑" panose="020B0503020204020204" pitchFamily="34" charset="-122"/>
              </a:endParaRPr>
            </a:p>
          </p:txBody>
        </p:sp>
        <p:sp>
          <p:nvSpPr>
            <p:cNvPr id="13" name="箭头: 左弧形 180">
              <a:extLst>
                <a:ext uri="{FF2B5EF4-FFF2-40B4-BE49-F238E27FC236}">
                  <a16:creationId xmlns:a16="http://schemas.microsoft.com/office/drawing/2014/main" id="{060E9907-315B-858B-AC81-0E1FED232152}"/>
                </a:ext>
              </a:extLst>
            </p:cNvPr>
            <p:cNvSpPr/>
            <p:nvPr/>
          </p:nvSpPr>
          <p:spPr>
            <a:xfrm>
              <a:off x="2320425" y="3711546"/>
              <a:ext cx="210393" cy="740421"/>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500">
                <a:solidFill>
                  <a:schemeClr val="tx1"/>
                </a:solidFill>
                <a:latin typeface="微软雅黑" panose="020B0503020204020204" pitchFamily="34" charset="-122"/>
                <a:ea typeface="微软雅黑" panose="020B0503020204020204" pitchFamily="34" charset="-122"/>
              </a:endParaRPr>
            </a:p>
          </p:txBody>
        </p:sp>
        <p:sp>
          <p:nvSpPr>
            <p:cNvPr id="14" name="箭头: 左弧形 181">
              <a:extLst>
                <a:ext uri="{FF2B5EF4-FFF2-40B4-BE49-F238E27FC236}">
                  <a16:creationId xmlns:a16="http://schemas.microsoft.com/office/drawing/2014/main" id="{BE695CC5-EE78-EB24-3BB7-FA0E9CDDD094}"/>
                </a:ext>
              </a:extLst>
            </p:cNvPr>
            <p:cNvSpPr/>
            <p:nvPr/>
          </p:nvSpPr>
          <p:spPr>
            <a:xfrm rot="10800000">
              <a:off x="5205230" y="1879712"/>
              <a:ext cx="210393" cy="740421"/>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500">
                <a:solidFill>
                  <a:schemeClr val="tx1"/>
                </a:solidFill>
                <a:latin typeface="微软雅黑" panose="020B0503020204020204" pitchFamily="34" charset="-122"/>
                <a:ea typeface="微软雅黑" panose="020B0503020204020204" pitchFamily="34" charset="-122"/>
              </a:endParaRPr>
            </a:p>
          </p:txBody>
        </p:sp>
        <p:sp>
          <p:nvSpPr>
            <p:cNvPr id="15" name="箭头: 左弧形 182">
              <a:extLst>
                <a:ext uri="{FF2B5EF4-FFF2-40B4-BE49-F238E27FC236}">
                  <a16:creationId xmlns:a16="http://schemas.microsoft.com/office/drawing/2014/main" id="{C2B59D0B-81F1-953B-CEF4-76B6998BC503}"/>
                </a:ext>
              </a:extLst>
            </p:cNvPr>
            <p:cNvSpPr/>
            <p:nvPr/>
          </p:nvSpPr>
          <p:spPr>
            <a:xfrm rot="10800000">
              <a:off x="5205216" y="3711546"/>
              <a:ext cx="210393" cy="740421"/>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500">
                <a:solidFill>
                  <a:schemeClr val="tx1"/>
                </a:solidFill>
                <a:latin typeface="微软雅黑" panose="020B0503020204020204" pitchFamily="34" charset="-122"/>
                <a:ea typeface="微软雅黑" panose="020B0503020204020204" pitchFamily="34" charset="-122"/>
              </a:endParaRPr>
            </a:p>
          </p:txBody>
        </p:sp>
        <p:sp>
          <p:nvSpPr>
            <p:cNvPr id="16" name="箭头: 左弧形 183">
              <a:extLst>
                <a:ext uri="{FF2B5EF4-FFF2-40B4-BE49-F238E27FC236}">
                  <a16:creationId xmlns:a16="http://schemas.microsoft.com/office/drawing/2014/main" id="{823F5EE2-051E-706A-4724-FC13ADFDFAF7}"/>
                </a:ext>
              </a:extLst>
            </p:cNvPr>
            <p:cNvSpPr/>
            <p:nvPr/>
          </p:nvSpPr>
          <p:spPr>
            <a:xfrm rot="10800000">
              <a:off x="5205230" y="2795629"/>
              <a:ext cx="210393" cy="740421"/>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500">
                <a:solidFill>
                  <a:schemeClr val="tx1"/>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F37C98CE-5825-A993-97FC-C73190967A7A}"/>
                </a:ext>
              </a:extLst>
            </p:cNvPr>
            <p:cNvSpPr txBox="1"/>
            <p:nvPr/>
          </p:nvSpPr>
          <p:spPr>
            <a:xfrm>
              <a:off x="2528355" y="2002794"/>
              <a:ext cx="1242131" cy="448401"/>
            </a:xfrm>
            <a:prstGeom prst="rect">
              <a:avLst/>
            </a:prstGeom>
            <a:noFill/>
            <a:ln>
              <a:noFill/>
            </a:ln>
          </p:spPr>
          <p:txBody>
            <a:bodyPr wrap="squar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调取数据</a:t>
              </a:r>
            </a:p>
          </p:txBody>
        </p:sp>
        <p:sp>
          <p:nvSpPr>
            <p:cNvPr id="18" name="文本框 17">
              <a:extLst>
                <a:ext uri="{FF2B5EF4-FFF2-40B4-BE49-F238E27FC236}">
                  <a16:creationId xmlns:a16="http://schemas.microsoft.com/office/drawing/2014/main" id="{4ED6993D-F824-2875-54A6-765B2C2DF517}"/>
                </a:ext>
              </a:extLst>
            </p:cNvPr>
            <p:cNvSpPr txBox="1"/>
            <p:nvPr/>
          </p:nvSpPr>
          <p:spPr>
            <a:xfrm>
              <a:off x="4375484" y="3847782"/>
              <a:ext cx="996673" cy="448401"/>
            </a:xfrm>
            <a:prstGeom prst="rect">
              <a:avLst/>
            </a:prstGeom>
            <a:noFill/>
            <a:ln>
              <a:noFill/>
            </a:ln>
          </p:spPr>
          <p:txBody>
            <a:bodyPr wrap="squar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19" name="文本框 18">
              <a:extLst>
                <a:ext uri="{FF2B5EF4-FFF2-40B4-BE49-F238E27FC236}">
                  <a16:creationId xmlns:a16="http://schemas.microsoft.com/office/drawing/2014/main" id="{1F9A8D93-5863-E2ED-7F63-E6932386D19D}"/>
                </a:ext>
              </a:extLst>
            </p:cNvPr>
            <p:cNvSpPr txBox="1"/>
            <p:nvPr/>
          </p:nvSpPr>
          <p:spPr>
            <a:xfrm>
              <a:off x="4375484" y="2002794"/>
              <a:ext cx="960487" cy="448401"/>
            </a:xfrm>
            <a:prstGeom prst="rect">
              <a:avLst/>
            </a:prstGeom>
            <a:noFill/>
            <a:ln>
              <a:noFill/>
            </a:ln>
          </p:spPr>
          <p:txBody>
            <a:bodyPr wrap="squar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20" name="文本框 19">
              <a:extLst>
                <a:ext uri="{FF2B5EF4-FFF2-40B4-BE49-F238E27FC236}">
                  <a16:creationId xmlns:a16="http://schemas.microsoft.com/office/drawing/2014/main" id="{72F23FB1-C891-F686-F855-74B07D5D8924}"/>
                </a:ext>
              </a:extLst>
            </p:cNvPr>
            <p:cNvSpPr txBox="1"/>
            <p:nvPr/>
          </p:nvSpPr>
          <p:spPr>
            <a:xfrm>
              <a:off x="4375484" y="2925289"/>
              <a:ext cx="996673" cy="448401"/>
            </a:xfrm>
            <a:prstGeom prst="rect">
              <a:avLst/>
            </a:prstGeom>
            <a:noFill/>
            <a:ln>
              <a:noFill/>
            </a:ln>
          </p:spPr>
          <p:txBody>
            <a:bodyPr wrap="squar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21" name="文本框 20">
              <a:extLst>
                <a:ext uri="{FF2B5EF4-FFF2-40B4-BE49-F238E27FC236}">
                  <a16:creationId xmlns:a16="http://schemas.microsoft.com/office/drawing/2014/main" id="{B5AA4C18-B426-C487-5D56-848B078FF082}"/>
                </a:ext>
              </a:extLst>
            </p:cNvPr>
            <p:cNvSpPr txBox="1"/>
            <p:nvPr/>
          </p:nvSpPr>
          <p:spPr>
            <a:xfrm>
              <a:off x="2528355" y="2942158"/>
              <a:ext cx="1242131" cy="448401"/>
            </a:xfrm>
            <a:prstGeom prst="rect">
              <a:avLst/>
            </a:prstGeom>
            <a:noFill/>
            <a:ln>
              <a:noFill/>
            </a:ln>
          </p:spPr>
          <p:txBody>
            <a:bodyPr wrap="squar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调取数据</a:t>
              </a:r>
            </a:p>
          </p:txBody>
        </p:sp>
        <p:sp>
          <p:nvSpPr>
            <p:cNvPr id="22" name="文本框 21">
              <a:extLst>
                <a:ext uri="{FF2B5EF4-FFF2-40B4-BE49-F238E27FC236}">
                  <a16:creationId xmlns:a16="http://schemas.microsoft.com/office/drawing/2014/main" id="{EB1D2783-BCC0-DF11-9151-E881EAA6E2F4}"/>
                </a:ext>
              </a:extLst>
            </p:cNvPr>
            <p:cNvSpPr txBox="1"/>
            <p:nvPr/>
          </p:nvSpPr>
          <p:spPr>
            <a:xfrm>
              <a:off x="2528352" y="3856132"/>
              <a:ext cx="1242131" cy="448401"/>
            </a:xfrm>
            <a:prstGeom prst="rect">
              <a:avLst/>
            </a:prstGeom>
            <a:noFill/>
            <a:ln>
              <a:noFill/>
            </a:ln>
          </p:spPr>
          <p:txBody>
            <a:bodyPr wrap="squar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调取数据</a:t>
              </a:r>
            </a:p>
          </p:txBody>
        </p:sp>
        <p:sp>
          <p:nvSpPr>
            <p:cNvPr id="23" name="圆柱形 190">
              <a:extLst>
                <a:ext uri="{FF2B5EF4-FFF2-40B4-BE49-F238E27FC236}">
                  <a16:creationId xmlns:a16="http://schemas.microsoft.com/office/drawing/2014/main" id="{CE45E356-D40F-5C27-AEB8-89E9643A4E24}"/>
                </a:ext>
              </a:extLst>
            </p:cNvPr>
            <p:cNvSpPr/>
            <p:nvPr/>
          </p:nvSpPr>
          <p:spPr>
            <a:xfrm>
              <a:off x="2575299" y="5198959"/>
              <a:ext cx="2585403" cy="606903"/>
            </a:xfrm>
            <a:prstGeom prst="can">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500" dirty="0">
                  <a:latin typeface="微软雅黑" panose="020B0503020204020204" pitchFamily="34" charset="-122"/>
                  <a:ea typeface="微软雅黑" panose="020B0503020204020204" pitchFamily="34" charset="-122"/>
                </a:rPr>
                <a:t>数据集</a:t>
              </a:r>
            </a:p>
          </p:txBody>
        </p:sp>
        <p:sp>
          <p:nvSpPr>
            <p:cNvPr id="24" name="箭头: 左弧形 191">
              <a:extLst>
                <a:ext uri="{FF2B5EF4-FFF2-40B4-BE49-F238E27FC236}">
                  <a16:creationId xmlns:a16="http://schemas.microsoft.com/office/drawing/2014/main" id="{D789E15D-4AA5-FF02-3A8B-E1B7780136B0}"/>
                </a:ext>
              </a:extLst>
            </p:cNvPr>
            <p:cNvSpPr/>
            <p:nvPr/>
          </p:nvSpPr>
          <p:spPr>
            <a:xfrm>
              <a:off x="2320425" y="4678695"/>
              <a:ext cx="210393" cy="740421"/>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500">
                <a:solidFill>
                  <a:schemeClr val="tx1"/>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0B92D6C4-4B15-1708-1434-C392D5B6BA42}"/>
                </a:ext>
              </a:extLst>
            </p:cNvPr>
            <p:cNvSpPr txBox="1"/>
            <p:nvPr/>
          </p:nvSpPr>
          <p:spPr>
            <a:xfrm>
              <a:off x="2528352" y="4823281"/>
              <a:ext cx="1242131" cy="448401"/>
            </a:xfrm>
            <a:prstGeom prst="rect">
              <a:avLst/>
            </a:prstGeom>
            <a:noFill/>
            <a:ln>
              <a:noFill/>
            </a:ln>
          </p:spPr>
          <p:txBody>
            <a:bodyPr wrap="squar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调取数据</a:t>
              </a:r>
            </a:p>
          </p:txBody>
        </p:sp>
        <p:sp>
          <p:nvSpPr>
            <p:cNvPr id="26" name="箭头: 左弧形 193">
              <a:extLst>
                <a:ext uri="{FF2B5EF4-FFF2-40B4-BE49-F238E27FC236}">
                  <a16:creationId xmlns:a16="http://schemas.microsoft.com/office/drawing/2014/main" id="{0D6EA0F5-4970-8EBD-09A9-3B5C6A4153F8}"/>
                </a:ext>
              </a:extLst>
            </p:cNvPr>
            <p:cNvSpPr/>
            <p:nvPr/>
          </p:nvSpPr>
          <p:spPr>
            <a:xfrm rot="10800000">
              <a:off x="5205215" y="4675808"/>
              <a:ext cx="210393" cy="740421"/>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500">
                <a:solidFill>
                  <a:schemeClr val="tx1"/>
                </a:solidFill>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EB9298A7-DD26-188F-DD5E-0D3B672E8011}"/>
                </a:ext>
              </a:extLst>
            </p:cNvPr>
            <p:cNvSpPr txBox="1"/>
            <p:nvPr/>
          </p:nvSpPr>
          <p:spPr>
            <a:xfrm>
              <a:off x="4375484" y="4812041"/>
              <a:ext cx="996673" cy="448401"/>
            </a:xfrm>
            <a:prstGeom prst="rect">
              <a:avLst/>
            </a:prstGeom>
            <a:noFill/>
            <a:ln>
              <a:noFill/>
            </a:ln>
          </p:spPr>
          <p:txBody>
            <a:bodyPr wrap="squar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28" name="箭头: 下 195">
              <a:extLst>
                <a:ext uri="{FF2B5EF4-FFF2-40B4-BE49-F238E27FC236}">
                  <a16:creationId xmlns:a16="http://schemas.microsoft.com/office/drawing/2014/main" id="{E5C9982A-2C5E-6497-73E5-5AB79B73C2B8}"/>
                </a:ext>
              </a:extLst>
            </p:cNvPr>
            <p:cNvSpPr/>
            <p:nvPr/>
          </p:nvSpPr>
          <p:spPr>
            <a:xfrm>
              <a:off x="3100110" y="1035560"/>
              <a:ext cx="180055" cy="403882"/>
            </a:xfrm>
            <a:prstGeom prst="down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500">
                <a:latin typeface="微软雅黑" panose="020B0503020204020204" pitchFamily="34" charset="-122"/>
                <a:ea typeface="微软雅黑" panose="020B0503020204020204" pitchFamily="34" charset="-122"/>
              </a:endParaRPr>
            </a:p>
          </p:txBody>
        </p:sp>
        <p:sp>
          <p:nvSpPr>
            <p:cNvPr id="29" name="箭头: 上 196">
              <a:extLst>
                <a:ext uri="{FF2B5EF4-FFF2-40B4-BE49-F238E27FC236}">
                  <a16:creationId xmlns:a16="http://schemas.microsoft.com/office/drawing/2014/main" id="{6E7F4298-86C9-3546-EB8B-BBCBE63D0649}"/>
                </a:ext>
              </a:extLst>
            </p:cNvPr>
            <p:cNvSpPr/>
            <p:nvPr/>
          </p:nvSpPr>
          <p:spPr>
            <a:xfrm>
              <a:off x="4513932" y="1035154"/>
              <a:ext cx="180055" cy="403882"/>
            </a:xfrm>
            <a:prstGeom prst="up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500">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EDD15A73-621D-AC8E-13E5-A06993D00EFA}"/>
                </a:ext>
              </a:extLst>
            </p:cNvPr>
            <p:cNvSpPr txBox="1"/>
            <p:nvPr/>
          </p:nvSpPr>
          <p:spPr>
            <a:xfrm>
              <a:off x="2635989" y="1099003"/>
              <a:ext cx="470734" cy="448401"/>
            </a:xfrm>
            <a:prstGeom prst="rect">
              <a:avLst/>
            </a:prstGeom>
            <a:noFill/>
            <a:ln>
              <a:noFill/>
            </a:ln>
          </p:spPr>
          <p:txBody>
            <a:bodyPr wrap="non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查询</a:t>
              </a:r>
            </a:p>
          </p:txBody>
        </p:sp>
        <p:sp>
          <p:nvSpPr>
            <p:cNvPr id="31" name="文本框 30">
              <a:extLst>
                <a:ext uri="{FF2B5EF4-FFF2-40B4-BE49-F238E27FC236}">
                  <a16:creationId xmlns:a16="http://schemas.microsoft.com/office/drawing/2014/main" id="{E6A1FA51-D2EC-FD1F-06EB-ADFEA217F125}"/>
                </a:ext>
              </a:extLst>
            </p:cNvPr>
            <p:cNvSpPr txBox="1"/>
            <p:nvPr/>
          </p:nvSpPr>
          <p:spPr>
            <a:xfrm>
              <a:off x="4667057" y="1098596"/>
              <a:ext cx="470734" cy="448401"/>
            </a:xfrm>
            <a:prstGeom prst="rect">
              <a:avLst/>
            </a:prstGeom>
            <a:noFill/>
            <a:ln>
              <a:noFill/>
            </a:ln>
          </p:spPr>
          <p:txBody>
            <a:bodyPr wrap="non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输出</a:t>
              </a:r>
            </a:p>
          </p:txBody>
        </p:sp>
        <p:sp>
          <p:nvSpPr>
            <p:cNvPr id="32" name="矩形: 圆角 199">
              <a:extLst>
                <a:ext uri="{FF2B5EF4-FFF2-40B4-BE49-F238E27FC236}">
                  <a16:creationId xmlns:a16="http://schemas.microsoft.com/office/drawing/2014/main" id="{60C025DB-163B-8E00-33A2-6B15556809C3}"/>
                </a:ext>
              </a:extLst>
            </p:cNvPr>
            <p:cNvSpPr/>
            <p:nvPr/>
          </p:nvSpPr>
          <p:spPr>
            <a:xfrm>
              <a:off x="6096000" y="1508987"/>
              <a:ext cx="2585402" cy="506406"/>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500" dirty="0">
                  <a:latin typeface="微软雅黑" panose="020B0503020204020204" pitchFamily="34" charset="-122"/>
                  <a:ea typeface="微软雅黑" panose="020B0503020204020204" pitchFamily="34" charset="-122"/>
                </a:rPr>
                <a:t>聚合</a:t>
              </a:r>
              <a:endParaRPr lang="en-US" altLang="zh-CN" sz="1500" dirty="0">
                <a:latin typeface="微软雅黑" panose="020B0503020204020204" pitchFamily="34" charset="-122"/>
                <a:ea typeface="微软雅黑" panose="020B0503020204020204" pitchFamily="34" charset="-122"/>
              </a:endParaRPr>
            </a:p>
          </p:txBody>
        </p:sp>
        <p:sp>
          <p:nvSpPr>
            <p:cNvPr id="33" name="矩形: 圆角 200">
              <a:extLst>
                <a:ext uri="{FF2B5EF4-FFF2-40B4-BE49-F238E27FC236}">
                  <a16:creationId xmlns:a16="http://schemas.microsoft.com/office/drawing/2014/main" id="{DBBAF05F-C663-02A1-0CB5-3FC248B1EAFB}"/>
                </a:ext>
              </a:extLst>
            </p:cNvPr>
            <p:cNvSpPr/>
            <p:nvPr/>
          </p:nvSpPr>
          <p:spPr>
            <a:xfrm>
              <a:off x="6095999" y="2431480"/>
              <a:ext cx="2585403" cy="506406"/>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500" dirty="0">
                  <a:latin typeface="微软雅黑" panose="020B0503020204020204" pitchFamily="34" charset="-122"/>
                  <a:ea typeface="微软雅黑" panose="020B0503020204020204" pitchFamily="34" charset="-122"/>
                </a:rPr>
                <a:t>投影</a:t>
              </a:r>
              <a:endParaRPr lang="en-US" altLang="zh-CN" sz="1500" dirty="0">
                <a:latin typeface="微软雅黑" panose="020B0503020204020204" pitchFamily="34" charset="-122"/>
                <a:ea typeface="微软雅黑" panose="020B0503020204020204" pitchFamily="34" charset="-122"/>
              </a:endParaRPr>
            </a:p>
          </p:txBody>
        </p:sp>
        <p:sp>
          <p:nvSpPr>
            <p:cNvPr id="34" name="矩形: 圆角 201">
              <a:extLst>
                <a:ext uri="{FF2B5EF4-FFF2-40B4-BE49-F238E27FC236}">
                  <a16:creationId xmlns:a16="http://schemas.microsoft.com/office/drawing/2014/main" id="{8D250A14-533E-80FE-0314-3323F7D84BA1}"/>
                </a:ext>
              </a:extLst>
            </p:cNvPr>
            <p:cNvSpPr/>
            <p:nvPr/>
          </p:nvSpPr>
          <p:spPr>
            <a:xfrm>
              <a:off x="6095998" y="3353973"/>
              <a:ext cx="2585405" cy="506406"/>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500" dirty="0">
                  <a:latin typeface="微软雅黑" panose="020B0503020204020204" pitchFamily="34" charset="-122"/>
                  <a:ea typeface="微软雅黑" panose="020B0503020204020204" pitchFamily="34" charset="-122"/>
                </a:rPr>
                <a:t>谓词</a:t>
              </a:r>
              <a:endParaRPr lang="en-US" altLang="zh-CN" sz="1500" dirty="0">
                <a:latin typeface="微软雅黑" panose="020B0503020204020204" pitchFamily="34" charset="-122"/>
                <a:ea typeface="微软雅黑" panose="020B0503020204020204" pitchFamily="34" charset="-122"/>
              </a:endParaRPr>
            </a:p>
          </p:txBody>
        </p:sp>
        <p:sp>
          <p:nvSpPr>
            <p:cNvPr id="35" name="矩形: 圆角 202">
              <a:extLst>
                <a:ext uri="{FF2B5EF4-FFF2-40B4-BE49-F238E27FC236}">
                  <a16:creationId xmlns:a16="http://schemas.microsoft.com/office/drawing/2014/main" id="{EC8F1CD8-A683-67BE-4FCC-7991F22A493D}"/>
                </a:ext>
              </a:extLst>
            </p:cNvPr>
            <p:cNvSpPr/>
            <p:nvPr/>
          </p:nvSpPr>
          <p:spPr>
            <a:xfrm>
              <a:off x="6095998" y="4276466"/>
              <a:ext cx="2585405" cy="506406"/>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500" dirty="0">
                  <a:latin typeface="微软雅黑" panose="020B0503020204020204" pitchFamily="34" charset="-122"/>
                  <a:ea typeface="微软雅黑" panose="020B0503020204020204" pitchFamily="34" charset="-122"/>
                </a:rPr>
                <a:t>扫描</a:t>
              </a:r>
              <a:endParaRPr lang="en-US" altLang="zh-CN" sz="1500" dirty="0">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FBEFBA3A-B8E0-D6D9-CBD1-2CA017EC4D5E}"/>
                </a:ext>
              </a:extLst>
            </p:cNvPr>
            <p:cNvSpPr txBox="1"/>
            <p:nvPr/>
          </p:nvSpPr>
          <p:spPr>
            <a:xfrm>
              <a:off x="7712109" y="3903331"/>
              <a:ext cx="996673" cy="448401"/>
            </a:xfrm>
            <a:prstGeom prst="rect">
              <a:avLst/>
            </a:prstGeom>
            <a:noFill/>
            <a:ln>
              <a:noFill/>
            </a:ln>
          </p:spPr>
          <p:txBody>
            <a:bodyPr wrap="squar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37" name="文本框 36">
              <a:extLst>
                <a:ext uri="{FF2B5EF4-FFF2-40B4-BE49-F238E27FC236}">
                  <a16:creationId xmlns:a16="http://schemas.microsoft.com/office/drawing/2014/main" id="{43217292-B2F9-2E23-E710-78594BE228EF}"/>
                </a:ext>
              </a:extLst>
            </p:cNvPr>
            <p:cNvSpPr txBox="1"/>
            <p:nvPr/>
          </p:nvSpPr>
          <p:spPr>
            <a:xfrm>
              <a:off x="7712108" y="2055276"/>
              <a:ext cx="996672" cy="448401"/>
            </a:xfrm>
            <a:prstGeom prst="rect">
              <a:avLst/>
            </a:prstGeom>
            <a:noFill/>
            <a:ln>
              <a:noFill/>
            </a:ln>
          </p:spPr>
          <p:txBody>
            <a:bodyPr wrap="squar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38" name="文本框 37">
              <a:extLst>
                <a:ext uri="{FF2B5EF4-FFF2-40B4-BE49-F238E27FC236}">
                  <a16:creationId xmlns:a16="http://schemas.microsoft.com/office/drawing/2014/main" id="{E33CAD6A-FA62-8112-123D-2D5DC8457A72}"/>
                </a:ext>
              </a:extLst>
            </p:cNvPr>
            <p:cNvSpPr txBox="1"/>
            <p:nvPr/>
          </p:nvSpPr>
          <p:spPr>
            <a:xfrm>
              <a:off x="7712108" y="2972488"/>
              <a:ext cx="996673" cy="448401"/>
            </a:xfrm>
            <a:prstGeom prst="rect">
              <a:avLst/>
            </a:prstGeom>
            <a:noFill/>
            <a:ln>
              <a:noFill/>
            </a:ln>
          </p:spPr>
          <p:txBody>
            <a:bodyPr wrap="squar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39" name="圆柱形 206">
              <a:extLst>
                <a:ext uri="{FF2B5EF4-FFF2-40B4-BE49-F238E27FC236}">
                  <a16:creationId xmlns:a16="http://schemas.microsoft.com/office/drawing/2014/main" id="{7974D7C9-DF13-2213-8458-8691E8169879}"/>
                </a:ext>
              </a:extLst>
            </p:cNvPr>
            <p:cNvSpPr/>
            <p:nvPr/>
          </p:nvSpPr>
          <p:spPr>
            <a:xfrm>
              <a:off x="6095969" y="5198959"/>
              <a:ext cx="2585403" cy="606903"/>
            </a:xfrm>
            <a:prstGeom prst="can">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500" dirty="0">
                  <a:latin typeface="微软雅黑" panose="020B0503020204020204" pitchFamily="34" charset="-122"/>
                  <a:ea typeface="微软雅黑" panose="020B0503020204020204" pitchFamily="34" charset="-122"/>
                </a:rPr>
                <a:t>数据集</a:t>
              </a:r>
            </a:p>
          </p:txBody>
        </p:sp>
        <p:sp>
          <p:nvSpPr>
            <p:cNvPr id="40" name="文本框 39">
              <a:extLst>
                <a:ext uri="{FF2B5EF4-FFF2-40B4-BE49-F238E27FC236}">
                  <a16:creationId xmlns:a16="http://schemas.microsoft.com/office/drawing/2014/main" id="{E8A47793-D5D6-63F6-E4C6-9D6C491E09E6}"/>
                </a:ext>
              </a:extLst>
            </p:cNvPr>
            <p:cNvSpPr txBox="1"/>
            <p:nvPr/>
          </p:nvSpPr>
          <p:spPr>
            <a:xfrm>
              <a:off x="7723678" y="4807039"/>
              <a:ext cx="996673" cy="448401"/>
            </a:xfrm>
            <a:prstGeom prst="rect">
              <a:avLst/>
            </a:prstGeom>
            <a:noFill/>
            <a:ln>
              <a:noFill/>
            </a:ln>
          </p:spPr>
          <p:txBody>
            <a:bodyPr wrap="squar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41" name="箭头: 上 208">
              <a:extLst>
                <a:ext uri="{FF2B5EF4-FFF2-40B4-BE49-F238E27FC236}">
                  <a16:creationId xmlns:a16="http://schemas.microsoft.com/office/drawing/2014/main" id="{702834B5-DB02-3CBB-2360-61E23F0375F2}"/>
                </a:ext>
              </a:extLst>
            </p:cNvPr>
            <p:cNvSpPr/>
            <p:nvPr/>
          </p:nvSpPr>
          <p:spPr>
            <a:xfrm>
              <a:off x="7298639" y="1091218"/>
              <a:ext cx="180055" cy="403882"/>
            </a:xfrm>
            <a:prstGeom prst="up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500">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953BD147-24C7-74F4-0D62-7B93C2C2A906}"/>
                </a:ext>
              </a:extLst>
            </p:cNvPr>
            <p:cNvSpPr txBox="1"/>
            <p:nvPr/>
          </p:nvSpPr>
          <p:spPr>
            <a:xfrm>
              <a:off x="7493606" y="1049652"/>
              <a:ext cx="470734" cy="448401"/>
            </a:xfrm>
            <a:prstGeom prst="rect">
              <a:avLst/>
            </a:prstGeom>
            <a:noFill/>
            <a:ln>
              <a:noFill/>
            </a:ln>
          </p:spPr>
          <p:txBody>
            <a:bodyPr wrap="none" rtlCol="0">
              <a:spAutoFit/>
            </a:bodyPr>
            <a:lstStyle/>
            <a:p>
              <a:r>
                <a:rPr lang="zh-CN" altLang="en-US" sz="1500" dirty="0">
                  <a:latin typeface="微软雅黑" panose="020B0503020204020204" pitchFamily="34" charset="-122"/>
                  <a:ea typeface="微软雅黑" panose="020B0503020204020204" pitchFamily="34" charset="-122"/>
                  <a:cs typeface="Times New Roman" panose="02020603050405020304" pitchFamily="18" charset="0"/>
                </a:rPr>
                <a:t>输出</a:t>
              </a:r>
            </a:p>
          </p:txBody>
        </p:sp>
        <p:sp>
          <p:nvSpPr>
            <p:cNvPr id="43" name="箭头: 上 210">
              <a:extLst>
                <a:ext uri="{FF2B5EF4-FFF2-40B4-BE49-F238E27FC236}">
                  <a16:creationId xmlns:a16="http://schemas.microsoft.com/office/drawing/2014/main" id="{325AF84B-A3C8-29F6-3F8F-4AA2FA1A7D3A}"/>
                </a:ext>
              </a:extLst>
            </p:cNvPr>
            <p:cNvSpPr/>
            <p:nvPr/>
          </p:nvSpPr>
          <p:spPr>
            <a:xfrm>
              <a:off x="7298642" y="2015393"/>
              <a:ext cx="180055" cy="403882"/>
            </a:xfrm>
            <a:prstGeom prst="up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500">
                <a:latin typeface="微软雅黑" panose="020B0503020204020204" pitchFamily="34" charset="-122"/>
                <a:ea typeface="微软雅黑" panose="020B0503020204020204" pitchFamily="34" charset="-122"/>
              </a:endParaRPr>
            </a:p>
          </p:txBody>
        </p:sp>
        <p:sp>
          <p:nvSpPr>
            <p:cNvPr id="44" name="箭头: 上 211">
              <a:extLst>
                <a:ext uri="{FF2B5EF4-FFF2-40B4-BE49-F238E27FC236}">
                  <a16:creationId xmlns:a16="http://schemas.microsoft.com/office/drawing/2014/main" id="{CCF9275F-6469-39B4-3810-F6A5229A8E15}"/>
                </a:ext>
              </a:extLst>
            </p:cNvPr>
            <p:cNvSpPr/>
            <p:nvPr/>
          </p:nvSpPr>
          <p:spPr>
            <a:xfrm>
              <a:off x="7298641" y="2950084"/>
              <a:ext cx="180055" cy="403882"/>
            </a:xfrm>
            <a:prstGeom prst="up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500">
                <a:latin typeface="微软雅黑" panose="020B0503020204020204" pitchFamily="34" charset="-122"/>
                <a:ea typeface="微软雅黑" panose="020B0503020204020204" pitchFamily="34" charset="-122"/>
              </a:endParaRPr>
            </a:p>
          </p:txBody>
        </p:sp>
        <p:sp>
          <p:nvSpPr>
            <p:cNvPr id="45" name="箭头: 上 212">
              <a:extLst>
                <a:ext uri="{FF2B5EF4-FFF2-40B4-BE49-F238E27FC236}">
                  <a16:creationId xmlns:a16="http://schemas.microsoft.com/office/drawing/2014/main" id="{A422810B-59B1-568C-F8A9-A636B9162103}"/>
                </a:ext>
              </a:extLst>
            </p:cNvPr>
            <p:cNvSpPr/>
            <p:nvPr/>
          </p:nvSpPr>
          <p:spPr>
            <a:xfrm>
              <a:off x="7298640" y="3872584"/>
              <a:ext cx="180055" cy="403882"/>
            </a:xfrm>
            <a:prstGeom prst="up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500">
                <a:latin typeface="微软雅黑" panose="020B0503020204020204" pitchFamily="34" charset="-122"/>
                <a:ea typeface="微软雅黑" panose="020B0503020204020204" pitchFamily="34" charset="-122"/>
              </a:endParaRPr>
            </a:p>
          </p:txBody>
        </p:sp>
        <p:sp>
          <p:nvSpPr>
            <p:cNvPr id="46" name="箭头: 上 213">
              <a:extLst>
                <a:ext uri="{FF2B5EF4-FFF2-40B4-BE49-F238E27FC236}">
                  <a16:creationId xmlns:a16="http://schemas.microsoft.com/office/drawing/2014/main" id="{73F5A633-861D-8C0A-8F99-82DAD799E7BF}"/>
                </a:ext>
              </a:extLst>
            </p:cNvPr>
            <p:cNvSpPr/>
            <p:nvPr/>
          </p:nvSpPr>
          <p:spPr>
            <a:xfrm>
              <a:off x="7298639" y="4778540"/>
              <a:ext cx="180055" cy="403882"/>
            </a:xfrm>
            <a:prstGeom prst="up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500">
                <a:latin typeface="微软雅黑" panose="020B0503020204020204" pitchFamily="34" charset="-122"/>
                <a:ea typeface="微软雅黑" panose="020B0503020204020204" pitchFamily="34" charset="-122"/>
              </a:endParaRPr>
            </a:p>
          </p:txBody>
        </p:sp>
        <p:sp>
          <p:nvSpPr>
            <p:cNvPr id="47" name="文本框 46">
              <a:extLst>
                <a:ext uri="{FF2B5EF4-FFF2-40B4-BE49-F238E27FC236}">
                  <a16:creationId xmlns:a16="http://schemas.microsoft.com/office/drawing/2014/main" id="{549264C6-CBC1-5DB3-51B8-862BE6627BD1}"/>
                </a:ext>
              </a:extLst>
            </p:cNvPr>
            <p:cNvSpPr txBox="1"/>
            <p:nvPr/>
          </p:nvSpPr>
          <p:spPr>
            <a:xfrm>
              <a:off x="3198586" y="5947467"/>
              <a:ext cx="947829" cy="448401"/>
            </a:xfrm>
            <a:prstGeom prst="rect">
              <a:avLst/>
            </a:prstGeom>
            <a:noFill/>
            <a:ln>
              <a:noFill/>
            </a:ln>
          </p:spPr>
          <p:txBody>
            <a:bodyPr wrap="none" rtlCol="0">
              <a:spAutoFit/>
            </a:bodyPr>
            <a:lstStyle/>
            <a:p>
              <a:r>
                <a:rPr lang="zh-CN" altLang="en-US" sz="1500" b="1" dirty="0">
                  <a:solidFill>
                    <a:srgbClr val="6F1687"/>
                  </a:solidFill>
                  <a:latin typeface="微软雅黑" panose="020B0503020204020204" pitchFamily="34" charset="-122"/>
                  <a:ea typeface="微软雅黑" panose="020B0503020204020204" pitchFamily="34" charset="-122"/>
                </a:rPr>
                <a:t>拉取式模型</a:t>
              </a:r>
            </a:p>
          </p:txBody>
        </p:sp>
        <p:sp>
          <p:nvSpPr>
            <p:cNvPr id="48" name="文本框 47">
              <a:extLst>
                <a:ext uri="{FF2B5EF4-FFF2-40B4-BE49-F238E27FC236}">
                  <a16:creationId xmlns:a16="http://schemas.microsoft.com/office/drawing/2014/main" id="{A693FED1-CC42-C92A-5C78-4972B12466E3}"/>
                </a:ext>
              </a:extLst>
            </p:cNvPr>
            <p:cNvSpPr txBox="1"/>
            <p:nvPr/>
          </p:nvSpPr>
          <p:spPr>
            <a:xfrm>
              <a:off x="7024636" y="5947467"/>
              <a:ext cx="1032542" cy="448401"/>
            </a:xfrm>
            <a:prstGeom prst="rect">
              <a:avLst/>
            </a:prstGeom>
            <a:noFill/>
            <a:ln>
              <a:noFill/>
            </a:ln>
          </p:spPr>
          <p:txBody>
            <a:bodyPr wrap="square" rtlCol="0">
              <a:spAutoFit/>
            </a:bodyPr>
            <a:lstStyle/>
            <a:p>
              <a:r>
                <a:rPr lang="zh-CN" altLang="en-US" sz="1500" b="1" dirty="0">
                  <a:solidFill>
                    <a:srgbClr val="6F1687"/>
                  </a:solidFill>
                  <a:latin typeface="微软雅黑" panose="020B0503020204020204" pitchFamily="34" charset="-122"/>
                  <a:ea typeface="微软雅黑" panose="020B0503020204020204" pitchFamily="34" charset="-122"/>
                </a:rPr>
                <a:t>推送式模型</a:t>
              </a:r>
            </a:p>
          </p:txBody>
        </p:sp>
      </p:grpSp>
    </p:spTree>
    <p:extLst>
      <p:ext uri="{BB962C8B-B14F-4D97-AF65-F5344CB8AC3E}">
        <p14:creationId xmlns:p14="http://schemas.microsoft.com/office/powerpoint/2010/main" val="3050009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Shape6">
            <a:extLst>
              <a:ext uri="{FF2B5EF4-FFF2-40B4-BE49-F238E27FC236}">
                <a16:creationId xmlns:a16="http://schemas.microsoft.com/office/drawing/2014/main" id="{0513CD80-3FE5-40A8-AD1A-13DE677E6F4A}"/>
              </a:ext>
            </a:extLst>
          </p:cNvPr>
          <p:cNvSpPr/>
          <p:nvPr/>
        </p:nvSpPr>
        <p:spPr>
          <a:xfrm>
            <a:off x="4786999" y="1446548"/>
            <a:ext cx="7076393" cy="4242222"/>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93" name="Shape6">
            <a:extLst>
              <a:ext uri="{FF2B5EF4-FFF2-40B4-BE49-F238E27FC236}">
                <a16:creationId xmlns:a16="http://schemas.microsoft.com/office/drawing/2014/main" id="{0513CD80-3FE5-40A8-AD1A-13DE677E6F4A}"/>
              </a:ext>
            </a:extLst>
          </p:cNvPr>
          <p:cNvSpPr/>
          <p:nvPr/>
        </p:nvSpPr>
        <p:spPr>
          <a:xfrm>
            <a:off x="322287" y="1446548"/>
            <a:ext cx="4329803" cy="4242222"/>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拉取式模型与推送式模型</a:t>
            </a:r>
          </a:p>
        </p:txBody>
      </p:sp>
      <p:graphicFrame>
        <p:nvGraphicFramePr>
          <p:cNvPr id="4" name="内容占位符 3">
            <a:extLst>
              <a:ext uri="{FF2B5EF4-FFF2-40B4-BE49-F238E27FC236}">
                <a16:creationId xmlns:a16="http://schemas.microsoft.com/office/drawing/2014/main" id="{0D3F506A-23B2-4893-87A8-C4D8BD85C710}"/>
              </a:ext>
            </a:extLst>
          </p:cNvPr>
          <p:cNvGraphicFramePr>
            <a:graphicFrameLocks noGrp="1"/>
          </p:cNvGraphicFramePr>
          <p:nvPr>
            <p:ph idx="1"/>
            <p:extLst>
              <p:ext uri="{D42A27DB-BD31-4B8C-83A1-F6EECF244321}">
                <p14:modId xmlns:p14="http://schemas.microsoft.com/office/powerpoint/2010/main" val="3398043983"/>
              </p:ext>
            </p:extLst>
          </p:nvPr>
        </p:nvGraphicFramePr>
        <p:xfrm>
          <a:off x="427793" y="1653825"/>
          <a:ext cx="4140276" cy="3715908"/>
        </p:xfrm>
        <a:graphic>
          <a:graphicData uri="http://schemas.openxmlformats.org/drawingml/2006/table">
            <a:tbl>
              <a:tblPr firstRow="1" firstCol="1" bandRow="1">
                <a:tableStyleId>{93296810-A885-4BE3-A3E7-6D5BEEA58F35}</a:tableStyleId>
              </a:tblPr>
              <a:tblGrid>
                <a:gridCol w="994417">
                  <a:extLst>
                    <a:ext uri="{9D8B030D-6E8A-4147-A177-3AD203B41FA5}">
                      <a16:colId xmlns:a16="http://schemas.microsoft.com/office/drawing/2014/main" val="3410312832"/>
                    </a:ext>
                  </a:extLst>
                </a:gridCol>
                <a:gridCol w="1489379">
                  <a:extLst>
                    <a:ext uri="{9D8B030D-6E8A-4147-A177-3AD203B41FA5}">
                      <a16:colId xmlns:a16="http://schemas.microsoft.com/office/drawing/2014/main" val="1742345547"/>
                    </a:ext>
                  </a:extLst>
                </a:gridCol>
                <a:gridCol w="1656480">
                  <a:extLst>
                    <a:ext uri="{9D8B030D-6E8A-4147-A177-3AD203B41FA5}">
                      <a16:colId xmlns:a16="http://schemas.microsoft.com/office/drawing/2014/main" val="1515350303"/>
                    </a:ext>
                  </a:extLst>
                </a:gridCol>
              </a:tblGrid>
              <a:tr h="357006">
                <a:tc>
                  <a:txBody>
                    <a:bodyPr/>
                    <a:lstStyle/>
                    <a:p>
                      <a:pPr indent="127000" algn="just">
                        <a:lnSpc>
                          <a:spcPct val="150000"/>
                        </a:lnSpc>
                        <a:spcAft>
                          <a:spcPts val="0"/>
                        </a:spcAft>
                      </a:pPr>
                      <a:r>
                        <a:rPr lang="en-US" sz="1400" kern="100" dirty="0">
                          <a:effectLst/>
                          <a:latin typeface="微软雅黑" panose="020B0503020204020204" pitchFamily="34" charset="-122"/>
                          <a:ea typeface="微软雅黑" panose="020B0503020204020204" pitchFamily="34" charset="-122"/>
                        </a:rPr>
                        <a:t> </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solidFill>
                      <a:srgbClr val="2D2DB9"/>
                    </a:solidFill>
                  </a:tcPr>
                </a:tc>
                <a:tc>
                  <a:txBody>
                    <a:bodyPr/>
                    <a:lstStyle/>
                    <a:p>
                      <a:pPr indent="127000" algn="just">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拉取式</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tc>
                  <a:txBody>
                    <a:bodyPr/>
                    <a:lstStyle/>
                    <a:p>
                      <a:pPr indent="127000" algn="just">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推送式</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extLst>
                  <a:ext uri="{0D108BD9-81ED-4DB2-BD59-A6C34878D82A}">
                    <a16:rowId xmlns:a16="http://schemas.microsoft.com/office/drawing/2014/main" val="1447092046"/>
                  </a:ext>
                </a:extLst>
              </a:tr>
              <a:tr h="357006">
                <a:tc>
                  <a:txBody>
                    <a:bodyPr/>
                    <a:lstStyle/>
                    <a:p>
                      <a:pPr indent="127000" algn="l">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开始节点</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tc>
                  <a:txBody>
                    <a:bodyPr/>
                    <a:lstStyle/>
                    <a:p>
                      <a:pPr indent="127000" algn="l">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根节点</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tc>
                  <a:txBody>
                    <a:bodyPr/>
                    <a:lstStyle/>
                    <a:p>
                      <a:pPr indent="127000" algn="l">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叶子节点</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extLst>
                  <a:ext uri="{0D108BD9-81ED-4DB2-BD59-A6C34878D82A}">
                    <a16:rowId xmlns:a16="http://schemas.microsoft.com/office/drawing/2014/main" val="481636455"/>
                  </a:ext>
                </a:extLst>
              </a:tr>
              <a:tr h="357006">
                <a:tc>
                  <a:txBody>
                    <a:bodyPr/>
                    <a:lstStyle/>
                    <a:p>
                      <a:pPr indent="127000" algn="l">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执行方向</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tc>
                  <a:txBody>
                    <a:bodyPr/>
                    <a:lstStyle/>
                    <a:p>
                      <a:pPr indent="127000" algn="l">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自上而下</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tc>
                  <a:txBody>
                    <a:bodyPr/>
                    <a:lstStyle/>
                    <a:p>
                      <a:pPr indent="127000" algn="l">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自下而上</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extLst>
                  <a:ext uri="{0D108BD9-81ED-4DB2-BD59-A6C34878D82A}">
                    <a16:rowId xmlns:a16="http://schemas.microsoft.com/office/drawing/2014/main" val="3055375774"/>
                  </a:ext>
                </a:extLst>
              </a:tr>
              <a:tr h="397903">
                <a:tc>
                  <a:txBody>
                    <a:bodyPr/>
                    <a:lstStyle/>
                    <a:p>
                      <a:pPr indent="127000" algn="l">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核心</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tc>
                  <a:txBody>
                    <a:bodyPr/>
                    <a:lstStyle/>
                    <a:p>
                      <a:pPr indent="127000" algn="l">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以算子为核心</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tc>
                  <a:txBody>
                    <a:bodyPr/>
                    <a:lstStyle/>
                    <a:p>
                      <a:pPr indent="127000" algn="l">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以数据为核心</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extLst>
                  <a:ext uri="{0D108BD9-81ED-4DB2-BD59-A6C34878D82A}">
                    <a16:rowId xmlns:a16="http://schemas.microsoft.com/office/drawing/2014/main" val="3577643750"/>
                  </a:ext>
                </a:extLst>
              </a:tr>
              <a:tr h="1101093">
                <a:tc>
                  <a:txBody>
                    <a:bodyPr/>
                    <a:lstStyle/>
                    <a:p>
                      <a:pPr indent="127000" algn="l">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执行方式</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tc>
                  <a:txBody>
                    <a:bodyPr/>
                    <a:lstStyle/>
                    <a:p>
                      <a:pPr marL="0" marR="0" lvl="0" indent="127000" algn="l" defTabSz="844083" rtl="0" eaLnBrk="1" fontAlgn="auto" latinLnBrk="0" hangingPunct="1">
                        <a:lnSpc>
                          <a:spcPct val="150000"/>
                        </a:lnSpc>
                        <a:spcBef>
                          <a:spcPts val="0"/>
                        </a:spcBef>
                        <a:spcAft>
                          <a:spcPts val="0"/>
                        </a:spcAft>
                        <a:buClrTx/>
                        <a:buSzTx/>
                        <a:buFontTx/>
                        <a:buNone/>
                        <a:tabLst/>
                        <a:defRPr/>
                      </a:pPr>
                      <a:endParaRPr lang="en-US" altLang="zh-CN" sz="1400" kern="100" dirty="0">
                        <a:solidFill>
                          <a:schemeClr val="dk1"/>
                        </a:solidFill>
                        <a:effectLst/>
                        <a:latin typeface="微软雅黑" panose="020B0503020204020204" pitchFamily="34" charset="-122"/>
                        <a:ea typeface="微软雅黑" panose="020B0503020204020204" pitchFamily="34" charset="-122"/>
                        <a:cs typeface="+mn-cs"/>
                      </a:endParaRPr>
                    </a:p>
                    <a:p>
                      <a:pPr marL="0" marR="0" lvl="0" indent="127000" algn="l" defTabSz="844083" rtl="0" eaLnBrk="1" fontAlgn="auto" latinLnBrk="0" hangingPunct="1">
                        <a:lnSpc>
                          <a:spcPct val="150000"/>
                        </a:lnSpc>
                        <a:spcBef>
                          <a:spcPts val="0"/>
                        </a:spcBef>
                        <a:spcAft>
                          <a:spcPts val="0"/>
                        </a:spcAft>
                        <a:buClrTx/>
                        <a:buSzTx/>
                        <a:buFontTx/>
                        <a:buNone/>
                        <a:tabLst/>
                        <a:defRPr/>
                      </a:pPr>
                      <a:r>
                        <a:rPr lang="zh-CN" altLang="zh-CN" sz="1400" kern="100" dirty="0">
                          <a:solidFill>
                            <a:schemeClr val="dk1"/>
                          </a:solidFill>
                          <a:effectLst/>
                          <a:latin typeface="微软雅黑" panose="020B0503020204020204" pitchFamily="34" charset="-122"/>
                          <a:ea typeface="微软雅黑" panose="020B0503020204020204" pitchFamily="34" charset="-122"/>
                          <a:cs typeface="+mn-cs"/>
                        </a:rPr>
                        <a:t>通过函数从子节</a:t>
                      </a:r>
                      <a:endParaRPr lang="en-US" altLang="zh-CN" sz="1400" kern="100" dirty="0">
                        <a:solidFill>
                          <a:schemeClr val="dk1"/>
                        </a:solidFill>
                        <a:effectLst/>
                        <a:latin typeface="微软雅黑" panose="020B0503020204020204" pitchFamily="34" charset="-122"/>
                        <a:ea typeface="微软雅黑" panose="020B0503020204020204" pitchFamily="34" charset="-122"/>
                        <a:cs typeface="+mn-cs"/>
                      </a:endParaRPr>
                    </a:p>
                    <a:p>
                      <a:pPr marL="0" marR="0" lvl="0" indent="127000" algn="l" defTabSz="844083" rtl="0" eaLnBrk="1" fontAlgn="auto" latinLnBrk="0" hangingPunct="1">
                        <a:lnSpc>
                          <a:spcPct val="150000"/>
                        </a:lnSpc>
                        <a:spcBef>
                          <a:spcPts val="0"/>
                        </a:spcBef>
                        <a:spcAft>
                          <a:spcPts val="0"/>
                        </a:spcAft>
                        <a:buClrTx/>
                        <a:buSzTx/>
                        <a:buFontTx/>
                        <a:buNone/>
                        <a:tabLst/>
                        <a:defRPr/>
                      </a:pPr>
                      <a:r>
                        <a:rPr lang="zh-CN" altLang="zh-CN" sz="1400" kern="100" dirty="0">
                          <a:solidFill>
                            <a:schemeClr val="dk1"/>
                          </a:solidFill>
                          <a:effectLst/>
                          <a:latin typeface="微软雅黑" panose="020B0503020204020204" pitchFamily="34" charset="-122"/>
                          <a:ea typeface="微软雅黑" panose="020B0503020204020204" pitchFamily="34" charset="-122"/>
                          <a:cs typeface="+mn-cs"/>
                        </a:rPr>
                        <a:t>点“拉取数据”</a:t>
                      </a:r>
                    </a:p>
                    <a:p>
                      <a:pPr marL="0" lvl="0" indent="127000" algn="l" defTabSz="844083" rtl="0" eaLnBrk="1" latinLnBrk="0" hangingPunct="1">
                        <a:lnSpc>
                          <a:spcPct val="150000"/>
                        </a:lnSpc>
                        <a:spcAft>
                          <a:spcPts val="0"/>
                        </a:spcAft>
                      </a:pPr>
                      <a:endParaRPr lang="zh-CN" sz="1400" kern="100" dirty="0">
                        <a:solidFill>
                          <a:schemeClr val="dk1"/>
                        </a:solidFill>
                        <a:effectLst/>
                        <a:latin typeface="微软雅黑" panose="020B0503020204020204" pitchFamily="34" charset="-122"/>
                        <a:ea typeface="微软雅黑" panose="020B0503020204020204" pitchFamily="34" charset="-122"/>
                        <a:cs typeface="+mn-cs"/>
                      </a:endParaRPr>
                    </a:p>
                  </a:txBody>
                  <a:tcPr marL="55902" marR="55902" marT="0" marB="0" anchor="ctr"/>
                </a:tc>
                <a:tc>
                  <a:txBody>
                    <a:bodyPr/>
                    <a:lstStyle/>
                    <a:p>
                      <a:pPr indent="127000" algn="l">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将数据“推送”给</a:t>
                      </a:r>
                      <a:endParaRPr lang="en-US" altLang="zh-CN" sz="1400" kern="100" dirty="0">
                        <a:effectLst/>
                        <a:latin typeface="微软雅黑" panose="020B0503020204020204" pitchFamily="34" charset="-122"/>
                        <a:ea typeface="微软雅黑" panose="020B0503020204020204" pitchFamily="34" charset="-122"/>
                      </a:endParaRPr>
                    </a:p>
                    <a:p>
                      <a:pPr indent="127000" algn="l">
                        <a:lnSpc>
                          <a:spcPct val="150000"/>
                        </a:lnSpc>
                        <a:spcAft>
                          <a:spcPts val="0"/>
                        </a:spcAft>
                      </a:pPr>
                      <a:r>
                        <a:rPr lang="zh-CN" sz="1400" kern="100" dirty="0">
                          <a:effectLst/>
                          <a:latin typeface="微软雅黑" panose="020B0503020204020204" pitchFamily="34" charset="-122"/>
                          <a:ea typeface="微软雅黑" panose="020B0503020204020204" pitchFamily="34" charset="-122"/>
                        </a:rPr>
                        <a:t>父节点</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extLst>
                  <a:ext uri="{0D108BD9-81ED-4DB2-BD59-A6C34878D82A}">
                    <a16:rowId xmlns:a16="http://schemas.microsoft.com/office/drawing/2014/main" val="2300330188"/>
                  </a:ext>
                </a:extLst>
              </a:tr>
              <a:tr h="357006">
                <a:tc>
                  <a:txBody>
                    <a:bodyPr/>
                    <a:lstStyle/>
                    <a:p>
                      <a:pPr indent="127000" algn="l">
                        <a:lnSpc>
                          <a:spcPct val="150000"/>
                        </a:lnSpc>
                        <a:spcAft>
                          <a:spcPts val="0"/>
                        </a:spcAft>
                      </a:pP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优势</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tc>
                  <a:txBody>
                    <a:bodyPr/>
                    <a:lstStyle/>
                    <a:p>
                      <a:pPr indent="127000" algn="l">
                        <a:lnSpc>
                          <a:spcPct val="150000"/>
                        </a:lnSpc>
                        <a:spcAft>
                          <a:spcPts val="0"/>
                        </a:spcAft>
                      </a:pP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省内存、易实现</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tc>
                  <a:txBody>
                    <a:bodyPr/>
                    <a:lstStyle/>
                    <a:p>
                      <a:pPr indent="127000" algn="l">
                        <a:lnSpc>
                          <a:spcPct val="150000"/>
                        </a:lnSpc>
                        <a:spcAft>
                          <a:spcPts val="0"/>
                        </a:spcAft>
                      </a:pP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效率高、易并行</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extLst>
                  <a:ext uri="{0D108BD9-81ED-4DB2-BD59-A6C34878D82A}">
                    <a16:rowId xmlns:a16="http://schemas.microsoft.com/office/drawing/2014/main" val="3962220471"/>
                  </a:ext>
                </a:extLst>
              </a:tr>
              <a:tr h="647540">
                <a:tc>
                  <a:txBody>
                    <a:bodyPr/>
                    <a:lstStyle/>
                    <a:p>
                      <a:pPr indent="127000" algn="l">
                        <a:lnSpc>
                          <a:spcPct val="150000"/>
                        </a:lnSpc>
                        <a:spcAft>
                          <a:spcPts val="0"/>
                        </a:spcAft>
                      </a:pP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劣势</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tc>
                  <a:txBody>
                    <a:bodyPr/>
                    <a:lstStyle/>
                    <a:p>
                      <a:pPr indent="127000" algn="l">
                        <a:lnSpc>
                          <a:spcPct val="150000"/>
                        </a:lnSpc>
                        <a:spcAft>
                          <a:spcPts val="0"/>
                        </a:spcAft>
                      </a:pP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函数调用多</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tc>
                  <a:txBody>
                    <a:bodyPr/>
                    <a:lstStyle/>
                    <a:p>
                      <a:pPr indent="127000" algn="l">
                        <a:lnSpc>
                          <a:spcPct val="150000"/>
                        </a:lnSpc>
                        <a:spcAft>
                          <a:spcPts val="0"/>
                        </a:spcAft>
                      </a:pP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limit</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效率低，内存消耗高</a:t>
                      </a:r>
                      <a:endPar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5902" marR="55902" marT="0" marB="0" anchor="ctr"/>
                </a:tc>
                <a:extLst>
                  <a:ext uri="{0D108BD9-81ED-4DB2-BD59-A6C34878D82A}">
                    <a16:rowId xmlns:a16="http://schemas.microsoft.com/office/drawing/2014/main" val="704718895"/>
                  </a:ext>
                </a:extLst>
              </a:tr>
            </a:tbl>
          </a:graphicData>
        </a:graphic>
      </p:graphicFrame>
      <p:sp>
        <p:nvSpPr>
          <p:cNvPr id="3" name="灯片编号占位符 2">
            <a:extLst>
              <a:ext uri="{FF2B5EF4-FFF2-40B4-BE49-F238E27FC236}">
                <a16:creationId xmlns:a16="http://schemas.microsoft.com/office/drawing/2014/main" id="{E77DFF6F-8356-41A3-942A-8A78E5596509}"/>
              </a:ext>
            </a:extLst>
          </p:cNvPr>
          <p:cNvSpPr>
            <a:spLocks noGrp="1"/>
          </p:cNvSpPr>
          <p:nvPr>
            <p:ph type="sldNum" sz="quarter" idx="12"/>
          </p:nvPr>
        </p:nvSpPr>
        <p:spPr/>
        <p:txBody>
          <a:bodyPr/>
          <a:lstStyle/>
          <a:p>
            <a:fld id="{4B0D34C0-35A8-654C-9FBA-7B4E017BD630}" type="slidenum">
              <a:rPr lang="en-US" altLang="zh-CN" smtClean="0"/>
              <a:t>9</a:t>
            </a:fld>
            <a:endParaRPr kumimoji="1" lang="zh-CN" altLang="en-US"/>
          </a:p>
        </p:txBody>
      </p:sp>
      <p:sp>
        <p:nvSpPr>
          <p:cNvPr id="5" name="页脚占位符 4">
            <a:extLst>
              <a:ext uri="{FF2B5EF4-FFF2-40B4-BE49-F238E27FC236}">
                <a16:creationId xmlns:a16="http://schemas.microsoft.com/office/drawing/2014/main" id="{01109E4B-EA38-83B2-64F2-A58A27DFBCC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grpSp>
        <p:nvGrpSpPr>
          <p:cNvPr id="6" name="组合 5"/>
          <p:cNvGrpSpPr/>
          <p:nvPr/>
        </p:nvGrpSpPr>
        <p:grpSpPr>
          <a:xfrm>
            <a:off x="5011794" y="1775919"/>
            <a:ext cx="6634653" cy="3574560"/>
            <a:chOff x="4674519" y="1775919"/>
            <a:chExt cx="6634653" cy="3574560"/>
          </a:xfrm>
        </p:grpSpPr>
        <p:sp>
          <p:nvSpPr>
            <p:cNvPr id="95" name="矩形: 圆角 174">
              <a:extLst>
                <a:ext uri="{FF2B5EF4-FFF2-40B4-BE49-F238E27FC236}">
                  <a16:creationId xmlns:a16="http://schemas.microsoft.com/office/drawing/2014/main" id="{D11319A7-F709-FE3E-E4A8-481BB2197CEC}"/>
                </a:ext>
              </a:extLst>
            </p:cNvPr>
            <p:cNvSpPr/>
            <p:nvPr/>
          </p:nvSpPr>
          <p:spPr>
            <a:xfrm>
              <a:off x="4959371" y="2091414"/>
              <a:ext cx="2889144" cy="337183"/>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聚合</a:t>
              </a:r>
              <a:endParaRPr lang="en-US" altLang="zh-CN" sz="1200" dirty="0">
                <a:latin typeface="微软雅黑" panose="020B0503020204020204" pitchFamily="34" charset="-122"/>
                <a:ea typeface="微软雅黑" panose="020B0503020204020204" pitchFamily="34" charset="-122"/>
              </a:endParaRPr>
            </a:p>
          </p:txBody>
        </p:sp>
        <p:sp>
          <p:nvSpPr>
            <p:cNvPr id="96" name="矩形: 圆角 175">
              <a:extLst>
                <a:ext uri="{FF2B5EF4-FFF2-40B4-BE49-F238E27FC236}">
                  <a16:creationId xmlns:a16="http://schemas.microsoft.com/office/drawing/2014/main" id="{3ADCFA1E-C351-7559-B46F-0B8A292F59F9}"/>
                </a:ext>
              </a:extLst>
            </p:cNvPr>
            <p:cNvSpPr/>
            <p:nvPr/>
          </p:nvSpPr>
          <p:spPr>
            <a:xfrm>
              <a:off x="4959370" y="2705642"/>
              <a:ext cx="2889145" cy="337183"/>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投影</a:t>
              </a:r>
              <a:endParaRPr lang="en-US" altLang="zh-CN" sz="1200" dirty="0">
                <a:latin typeface="微软雅黑" panose="020B0503020204020204" pitchFamily="34" charset="-122"/>
                <a:ea typeface="微软雅黑" panose="020B0503020204020204" pitchFamily="34" charset="-122"/>
              </a:endParaRPr>
            </a:p>
          </p:txBody>
        </p:sp>
        <p:sp>
          <p:nvSpPr>
            <p:cNvPr id="97" name="矩形: 圆角 176">
              <a:extLst>
                <a:ext uri="{FF2B5EF4-FFF2-40B4-BE49-F238E27FC236}">
                  <a16:creationId xmlns:a16="http://schemas.microsoft.com/office/drawing/2014/main" id="{9202D4EE-92AF-1F4A-698F-008F32471171}"/>
                </a:ext>
              </a:extLst>
            </p:cNvPr>
            <p:cNvSpPr/>
            <p:nvPr/>
          </p:nvSpPr>
          <p:spPr>
            <a:xfrm>
              <a:off x="4959369" y="3319871"/>
              <a:ext cx="2889147" cy="337183"/>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谓词</a:t>
              </a:r>
              <a:endParaRPr lang="en-US" altLang="zh-CN" sz="1200" dirty="0">
                <a:latin typeface="微软雅黑" panose="020B0503020204020204" pitchFamily="34" charset="-122"/>
                <a:ea typeface="微软雅黑" panose="020B0503020204020204" pitchFamily="34" charset="-122"/>
              </a:endParaRPr>
            </a:p>
          </p:txBody>
        </p:sp>
        <p:sp>
          <p:nvSpPr>
            <p:cNvPr id="98" name="矩形: 圆角 177">
              <a:extLst>
                <a:ext uri="{FF2B5EF4-FFF2-40B4-BE49-F238E27FC236}">
                  <a16:creationId xmlns:a16="http://schemas.microsoft.com/office/drawing/2014/main" id="{DD23BF42-0027-2DBD-6120-6B171ACFD6AD}"/>
                </a:ext>
              </a:extLst>
            </p:cNvPr>
            <p:cNvSpPr/>
            <p:nvPr/>
          </p:nvSpPr>
          <p:spPr>
            <a:xfrm>
              <a:off x="4959369" y="3934100"/>
              <a:ext cx="2889147" cy="337183"/>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扫描</a:t>
              </a:r>
              <a:endParaRPr lang="en-US" altLang="zh-CN" sz="1200" dirty="0">
                <a:latin typeface="微软雅黑" panose="020B0503020204020204" pitchFamily="34" charset="-122"/>
                <a:ea typeface="微软雅黑" panose="020B0503020204020204" pitchFamily="34" charset="-122"/>
              </a:endParaRPr>
            </a:p>
          </p:txBody>
        </p:sp>
        <p:sp>
          <p:nvSpPr>
            <p:cNvPr id="99" name="箭头: 左弧形 178">
              <a:extLst>
                <a:ext uri="{FF2B5EF4-FFF2-40B4-BE49-F238E27FC236}">
                  <a16:creationId xmlns:a16="http://schemas.microsoft.com/office/drawing/2014/main" id="{69A7FA3C-9567-2AAD-9CAB-9FE45ECCA59C}"/>
                </a:ext>
              </a:extLst>
            </p:cNvPr>
            <p:cNvSpPr/>
            <p:nvPr/>
          </p:nvSpPr>
          <p:spPr>
            <a:xfrm>
              <a:off x="4674522" y="2338256"/>
              <a:ext cx="235111" cy="492999"/>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100" name="箭头: 左弧形 179">
              <a:extLst>
                <a:ext uri="{FF2B5EF4-FFF2-40B4-BE49-F238E27FC236}">
                  <a16:creationId xmlns:a16="http://schemas.microsoft.com/office/drawing/2014/main" id="{470E8642-A563-76BD-F50E-8AA388F8F406}"/>
                </a:ext>
              </a:extLst>
            </p:cNvPr>
            <p:cNvSpPr/>
            <p:nvPr/>
          </p:nvSpPr>
          <p:spPr>
            <a:xfrm>
              <a:off x="4674519" y="2948106"/>
              <a:ext cx="235111" cy="492999"/>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101" name="箭头: 左弧形 180">
              <a:extLst>
                <a:ext uri="{FF2B5EF4-FFF2-40B4-BE49-F238E27FC236}">
                  <a16:creationId xmlns:a16="http://schemas.microsoft.com/office/drawing/2014/main" id="{060E9907-315B-858B-AC81-0E1FED232152}"/>
                </a:ext>
              </a:extLst>
            </p:cNvPr>
            <p:cNvSpPr/>
            <p:nvPr/>
          </p:nvSpPr>
          <p:spPr>
            <a:xfrm>
              <a:off x="4674519" y="3557956"/>
              <a:ext cx="235111" cy="492999"/>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102" name="箭头: 左弧形 181">
              <a:extLst>
                <a:ext uri="{FF2B5EF4-FFF2-40B4-BE49-F238E27FC236}">
                  <a16:creationId xmlns:a16="http://schemas.microsoft.com/office/drawing/2014/main" id="{BE695CC5-EE78-EB24-3BB7-FA0E9CDDD094}"/>
                </a:ext>
              </a:extLst>
            </p:cNvPr>
            <p:cNvSpPr/>
            <p:nvPr/>
          </p:nvSpPr>
          <p:spPr>
            <a:xfrm rot="10800000">
              <a:off x="7898241" y="2338256"/>
              <a:ext cx="235111" cy="492999"/>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103" name="箭头: 左弧形 182">
              <a:extLst>
                <a:ext uri="{FF2B5EF4-FFF2-40B4-BE49-F238E27FC236}">
                  <a16:creationId xmlns:a16="http://schemas.microsoft.com/office/drawing/2014/main" id="{C2B59D0B-81F1-953B-CEF4-76B6998BC503}"/>
                </a:ext>
              </a:extLst>
            </p:cNvPr>
            <p:cNvSpPr/>
            <p:nvPr/>
          </p:nvSpPr>
          <p:spPr>
            <a:xfrm rot="10800000">
              <a:off x="7898225" y="3557956"/>
              <a:ext cx="235111" cy="492999"/>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104" name="箭头: 左弧形 183">
              <a:extLst>
                <a:ext uri="{FF2B5EF4-FFF2-40B4-BE49-F238E27FC236}">
                  <a16:creationId xmlns:a16="http://schemas.microsoft.com/office/drawing/2014/main" id="{823F5EE2-051E-706A-4724-FC13ADFDFAF7}"/>
                </a:ext>
              </a:extLst>
            </p:cNvPr>
            <p:cNvSpPr/>
            <p:nvPr/>
          </p:nvSpPr>
          <p:spPr>
            <a:xfrm rot="10800000">
              <a:off x="7898241" y="2948106"/>
              <a:ext cx="235111" cy="492999"/>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105" name="文本框 104">
              <a:extLst>
                <a:ext uri="{FF2B5EF4-FFF2-40B4-BE49-F238E27FC236}">
                  <a16:creationId xmlns:a16="http://schemas.microsoft.com/office/drawing/2014/main" id="{F37C98CE-5825-A993-97FC-C73190967A7A}"/>
                </a:ext>
              </a:extLst>
            </p:cNvPr>
            <p:cNvSpPr txBox="1"/>
            <p:nvPr/>
          </p:nvSpPr>
          <p:spPr>
            <a:xfrm>
              <a:off x="4906877" y="2420208"/>
              <a:ext cx="1388061" cy="303767"/>
            </a:xfrm>
            <a:prstGeom prst="rect">
              <a:avLst/>
            </a:prstGeom>
            <a:noFill/>
            <a:ln>
              <a:noFill/>
            </a:ln>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调取数据</a:t>
              </a:r>
            </a:p>
          </p:txBody>
        </p:sp>
        <p:sp>
          <p:nvSpPr>
            <p:cNvPr id="106" name="文本框 105">
              <a:extLst>
                <a:ext uri="{FF2B5EF4-FFF2-40B4-BE49-F238E27FC236}">
                  <a16:creationId xmlns:a16="http://schemas.microsoft.com/office/drawing/2014/main" id="{4ED6993D-F824-2875-54A6-765B2C2DF517}"/>
                </a:ext>
              </a:extLst>
            </p:cNvPr>
            <p:cNvSpPr txBox="1"/>
            <p:nvPr/>
          </p:nvSpPr>
          <p:spPr>
            <a:xfrm>
              <a:off x="6971013" y="3648666"/>
              <a:ext cx="1113766" cy="303767"/>
            </a:xfrm>
            <a:prstGeom prst="rect">
              <a:avLst/>
            </a:prstGeom>
            <a:noFill/>
            <a:ln>
              <a:noFill/>
            </a:ln>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107" name="文本框 106">
              <a:extLst>
                <a:ext uri="{FF2B5EF4-FFF2-40B4-BE49-F238E27FC236}">
                  <a16:creationId xmlns:a16="http://schemas.microsoft.com/office/drawing/2014/main" id="{1F9A8D93-5863-E2ED-7F63-E6932386D19D}"/>
                </a:ext>
              </a:extLst>
            </p:cNvPr>
            <p:cNvSpPr txBox="1"/>
            <p:nvPr/>
          </p:nvSpPr>
          <p:spPr>
            <a:xfrm>
              <a:off x="6971013" y="2420208"/>
              <a:ext cx="1073328" cy="303767"/>
            </a:xfrm>
            <a:prstGeom prst="rect">
              <a:avLst/>
            </a:prstGeom>
            <a:noFill/>
            <a:ln>
              <a:noFill/>
            </a:ln>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108" name="文本框 107">
              <a:extLst>
                <a:ext uri="{FF2B5EF4-FFF2-40B4-BE49-F238E27FC236}">
                  <a16:creationId xmlns:a16="http://schemas.microsoft.com/office/drawing/2014/main" id="{72F23FB1-C891-F686-F855-74B07D5D8924}"/>
                </a:ext>
              </a:extLst>
            </p:cNvPr>
            <p:cNvSpPr txBox="1"/>
            <p:nvPr/>
          </p:nvSpPr>
          <p:spPr>
            <a:xfrm>
              <a:off x="6971013" y="3034438"/>
              <a:ext cx="1113766" cy="303767"/>
            </a:xfrm>
            <a:prstGeom prst="rect">
              <a:avLst/>
            </a:prstGeom>
            <a:noFill/>
            <a:ln>
              <a:noFill/>
            </a:ln>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109" name="文本框 108">
              <a:extLst>
                <a:ext uri="{FF2B5EF4-FFF2-40B4-BE49-F238E27FC236}">
                  <a16:creationId xmlns:a16="http://schemas.microsoft.com/office/drawing/2014/main" id="{B5AA4C18-B426-C487-5D56-848B078FF082}"/>
                </a:ext>
              </a:extLst>
            </p:cNvPr>
            <p:cNvSpPr txBox="1"/>
            <p:nvPr/>
          </p:nvSpPr>
          <p:spPr>
            <a:xfrm>
              <a:off x="4906877" y="3045669"/>
              <a:ext cx="1388061" cy="303767"/>
            </a:xfrm>
            <a:prstGeom prst="rect">
              <a:avLst/>
            </a:prstGeom>
            <a:noFill/>
            <a:ln>
              <a:noFill/>
            </a:ln>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调取数据</a:t>
              </a:r>
            </a:p>
          </p:txBody>
        </p:sp>
        <p:sp>
          <p:nvSpPr>
            <p:cNvPr id="110" name="文本框 109">
              <a:extLst>
                <a:ext uri="{FF2B5EF4-FFF2-40B4-BE49-F238E27FC236}">
                  <a16:creationId xmlns:a16="http://schemas.microsoft.com/office/drawing/2014/main" id="{EB1D2783-BCC0-DF11-9151-E881EAA6E2F4}"/>
                </a:ext>
              </a:extLst>
            </p:cNvPr>
            <p:cNvSpPr txBox="1"/>
            <p:nvPr/>
          </p:nvSpPr>
          <p:spPr>
            <a:xfrm>
              <a:off x="4906874" y="3654226"/>
              <a:ext cx="1388061" cy="303767"/>
            </a:xfrm>
            <a:prstGeom prst="rect">
              <a:avLst/>
            </a:prstGeom>
            <a:noFill/>
            <a:ln>
              <a:noFill/>
            </a:ln>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调取数据</a:t>
              </a:r>
            </a:p>
          </p:txBody>
        </p:sp>
        <p:sp>
          <p:nvSpPr>
            <p:cNvPr id="111" name="圆柱形 190">
              <a:extLst>
                <a:ext uri="{FF2B5EF4-FFF2-40B4-BE49-F238E27FC236}">
                  <a16:creationId xmlns:a16="http://schemas.microsoft.com/office/drawing/2014/main" id="{CE45E356-D40F-5C27-AEB8-89E9643A4E24}"/>
                </a:ext>
              </a:extLst>
            </p:cNvPr>
            <p:cNvSpPr/>
            <p:nvPr/>
          </p:nvSpPr>
          <p:spPr>
            <a:xfrm>
              <a:off x="4959336" y="4548328"/>
              <a:ext cx="2889145" cy="404098"/>
            </a:xfrm>
            <a:prstGeom prst="can">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数据集</a:t>
              </a:r>
            </a:p>
          </p:txBody>
        </p:sp>
        <p:sp>
          <p:nvSpPr>
            <p:cNvPr id="112" name="箭头: 左弧形 191">
              <a:extLst>
                <a:ext uri="{FF2B5EF4-FFF2-40B4-BE49-F238E27FC236}">
                  <a16:creationId xmlns:a16="http://schemas.microsoft.com/office/drawing/2014/main" id="{D789E15D-4AA5-FF02-3A8B-E1B7780136B0}"/>
                </a:ext>
              </a:extLst>
            </p:cNvPr>
            <p:cNvSpPr/>
            <p:nvPr/>
          </p:nvSpPr>
          <p:spPr>
            <a:xfrm>
              <a:off x="4674519" y="4201918"/>
              <a:ext cx="235111" cy="492999"/>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113" name="文本框 112">
              <a:extLst>
                <a:ext uri="{FF2B5EF4-FFF2-40B4-BE49-F238E27FC236}">
                  <a16:creationId xmlns:a16="http://schemas.microsoft.com/office/drawing/2014/main" id="{0B92D6C4-4B15-1708-1434-C392D5B6BA42}"/>
                </a:ext>
              </a:extLst>
            </p:cNvPr>
            <p:cNvSpPr txBox="1"/>
            <p:nvPr/>
          </p:nvSpPr>
          <p:spPr>
            <a:xfrm>
              <a:off x="4906874" y="4298189"/>
              <a:ext cx="1388061" cy="303767"/>
            </a:xfrm>
            <a:prstGeom prst="rect">
              <a:avLst/>
            </a:prstGeom>
            <a:noFill/>
            <a:ln>
              <a:noFill/>
            </a:ln>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调取数据</a:t>
              </a:r>
            </a:p>
          </p:txBody>
        </p:sp>
        <p:sp>
          <p:nvSpPr>
            <p:cNvPr id="114" name="箭头: 左弧形 193">
              <a:extLst>
                <a:ext uri="{FF2B5EF4-FFF2-40B4-BE49-F238E27FC236}">
                  <a16:creationId xmlns:a16="http://schemas.microsoft.com/office/drawing/2014/main" id="{0D6EA0F5-4970-8EBD-09A9-3B5C6A4153F8}"/>
                </a:ext>
              </a:extLst>
            </p:cNvPr>
            <p:cNvSpPr/>
            <p:nvPr/>
          </p:nvSpPr>
          <p:spPr>
            <a:xfrm rot="10800000">
              <a:off x="7898224" y="4199996"/>
              <a:ext cx="235111" cy="492999"/>
            </a:xfrm>
            <a:prstGeom prst="curvedRightArrow">
              <a:avLst/>
            </a:prstGeom>
            <a:gradFill>
              <a:gsLst>
                <a:gs pos="0">
                  <a:schemeClr val="accent3">
                    <a:tint val="50000"/>
                    <a:satMod val="300000"/>
                  </a:schemeClr>
                </a:gs>
                <a:gs pos="35000">
                  <a:schemeClr val="accent3">
                    <a:tint val="37000"/>
                    <a:satMod val="300000"/>
                  </a:schemeClr>
                </a:gs>
                <a:gs pos="100000">
                  <a:srgbClr val="6F1687"/>
                </a:gs>
              </a:gsLst>
            </a:gradFill>
            <a:ln>
              <a:solidFill>
                <a:srgbClr val="6F1687"/>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115" name="文本框 114">
              <a:extLst>
                <a:ext uri="{FF2B5EF4-FFF2-40B4-BE49-F238E27FC236}">
                  <a16:creationId xmlns:a16="http://schemas.microsoft.com/office/drawing/2014/main" id="{EB9298A7-DD26-188F-DD5E-0D3B672E8011}"/>
                </a:ext>
              </a:extLst>
            </p:cNvPr>
            <p:cNvSpPr txBox="1"/>
            <p:nvPr/>
          </p:nvSpPr>
          <p:spPr>
            <a:xfrm>
              <a:off x="6971013" y="4290705"/>
              <a:ext cx="1113766" cy="303767"/>
            </a:xfrm>
            <a:prstGeom prst="rect">
              <a:avLst/>
            </a:prstGeom>
            <a:noFill/>
            <a:ln>
              <a:noFill/>
            </a:ln>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116" name="箭头: 下 195">
              <a:extLst>
                <a:ext uri="{FF2B5EF4-FFF2-40B4-BE49-F238E27FC236}">
                  <a16:creationId xmlns:a16="http://schemas.microsoft.com/office/drawing/2014/main" id="{E5C9982A-2C5E-6497-73E5-5AB79B73C2B8}"/>
                </a:ext>
              </a:extLst>
            </p:cNvPr>
            <p:cNvSpPr/>
            <p:nvPr/>
          </p:nvSpPr>
          <p:spPr>
            <a:xfrm>
              <a:off x="5545804" y="1776189"/>
              <a:ext cx="201208" cy="268919"/>
            </a:xfrm>
            <a:prstGeom prst="down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17" name="箭头: 上 196">
              <a:extLst>
                <a:ext uri="{FF2B5EF4-FFF2-40B4-BE49-F238E27FC236}">
                  <a16:creationId xmlns:a16="http://schemas.microsoft.com/office/drawing/2014/main" id="{6E7F4298-86C9-3546-EB8B-BBCBE63D0649}"/>
                </a:ext>
              </a:extLst>
            </p:cNvPr>
            <p:cNvSpPr/>
            <p:nvPr/>
          </p:nvSpPr>
          <p:spPr>
            <a:xfrm>
              <a:off x="7125727" y="1775919"/>
              <a:ext cx="201208" cy="268919"/>
            </a:xfrm>
            <a:prstGeom prst="up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18" name="文本框 117">
              <a:extLst>
                <a:ext uri="{FF2B5EF4-FFF2-40B4-BE49-F238E27FC236}">
                  <a16:creationId xmlns:a16="http://schemas.microsoft.com/office/drawing/2014/main" id="{EDD15A73-621D-AC8E-13E5-A06993D00EFA}"/>
                </a:ext>
              </a:extLst>
            </p:cNvPr>
            <p:cNvSpPr txBox="1"/>
            <p:nvPr/>
          </p:nvSpPr>
          <p:spPr>
            <a:xfrm>
              <a:off x="5027157" y="1818433"/>
              <a:ext cx="540031" cy="303767"/>
            </a:xfrm>
            <a:prstGeom prst="rect">
              <a:avLst/>
            </a:prstGeom>
            <a:noFill/>
            <a:ln>
              <a:noFill/>
            </a:ln>
          </p:spPr>
          <p:txBody>
            <a:bodyPr wrap="non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查询</a:t>
              </a:r>
            </a:p>
          </p:txBody>
        </p:sp>
        <p:sp>
          <p:nvSpPr>
            <p:cNvPr id="119" name="文本框 118">
              <a:extLst>
                <a:ext uri="{FF2B5EF4-FFF2-40B4-BE49-F238E27FC236}">
                  <a16:creationId xmlns:a16="http://schemas.microsoft.com/office/drawing/2014/main" id="{E6A1FA51-D2EC-FD1F-06EB-ADFEA217F125}"/>
                </a:ext>
              </a:extLst>
            </p:cNvPr>
            <p:cNvSpPr txBox="1"/>
            <p:nvPr/>
          </p:nvSpPr>
          <p:spPr>
            <a:xfrm>
              <a:off x="7296841" y="1818162"/>
              <a:ext cx="540031" cy="303767"/>
            </a:xfrm>
            <a:prstGeom prst="rect">
              <a:avLst/>
            </a:prstGeom>
            <a:noFill/>
            <a:ln>
              <a:noFill/>
            </a:ln>
          </p:spPr>
          <p:txBody>
            <a:bodyPr wrap="non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输出</a:t>
              </a:r>
            </a:p>
          </p:txBody>
        </p:sp>
        <p:sp>
          <p:nvSpPr>
            <p:cNvPr id="120" name="矩形: 圆角 199">
              <a:extLst>
                <a:ext uri="{FF2B5EF4-FFF2-40B4-BE49-F238E27FC236}">
                  <a16:creationId xmlns:a16="http://schemas.microsoft.com/office/drawing/2014/main" id="{60C025DB-163B-8E00-33A2-6B15556809C3}"/>
                </a:ext>
              </a:extLst>
            </p:cNvPr>
            <p:cNvSpPr/>
            <p:nvPr/>
          </p:nvSpPr>
          <p:spPr>
            <a:xfrm>
              <a:off x="8376503" y="2091414"/>
              <a:ext cx="2889144" cy="337183"/>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聚合</a:t>
              </a:r>
              <a:endParaRPr lang="en-US" altLang="zh-CN" sz="1200" dirty="0">
                <a:latin typeface="微软雅黑" panose="020B0503020204020204" pitchFamily="34" charset="-122"/>
                <a:ea typeface="微软雅黑" panose="020B0503020204020204" pitchFamily="34" charset="-122"/>
              </a:endParaRPr>
            </a:p>
          </p:txBody>
        </p:sp>
        <p:sp>
          <p:nvSpPr>
            <p:cNvPr id="121" name="矩形: 圆角 200">
              <a:extLst>
                <a:ext uri="{FF2B5EF4-FFF2-40B4-BE49-F238E27FC236}">
                  <a16:creationId xmlns:a16="http://schemas.microsoft.com/office/drawing/2014/main" id="{DBBAF05F-C663-02A1-0CB5-3FC248B1EAFB}"/>
                </a:ext>
              </a:extLst>
            </p:cNvPr>
            <p:cNvSpPr/>
            <p:nvPr/>
          </p:nvSpPr>
          <p:spPr>
            <a:xfrm>
              <a:off x="8376502" y="2705642"/>
              <a:ext cx="2889145" cy="337183"/>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投影</a:t>
              </a:r>
              <a:endParaRPr lang="en-US" altLang="zh-CN" sz="1200" dirty="0">
                <a:latin typeface="微软雅黑" panose="020B0503020204020204" pitchFamily="34" charset="-122"/>
                <a:ea typeface="微软雅黑" panose="020B0503020204020204" pitchFamily="34" charset="-122"/>
              </a:endParaRPr>
            </a:p>
          </p:txBody>
        </p:sp>
        <p:sp>
          <p:nvSpPr>
            <p:cNvPr id="122" name="矩形: 圆角 201">
              <a:extLst>
                <a:ext uri="{FF2B5EF4-FFF2-40B4-BE49-F238E27FC236}">
                  <a16:creationId xmlns:a16="http://schemas.microsoft.com/office/drawing/2014/main" id="{8D250A14-533E-80FE-0314-3323F7D84BA1}"/>
                </a:ext>
              </a:extLst>
            </p:cNvPr>
            <p:cNvSpPr/>
            <p:nvPr/>
          </p:nvSpPr>
          <p:spPr>
            <a:xfrm>
              <a:off x="8376501" y="3319871"/>
              <a:ext cx="2889147" cy="337183"/>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谓词</a:t>
              </a:r>
              <a:endParaRPr lang="en-US" altLang="zh-CN" sz="1200" dirty="0">
                <a:latin typeface="微软雅黑" panose="020B0503020204020204" pitchFamily="34" charset="-122"/>
                <a:ea typeface="微软雅黑" panose="020B0503020204020204" pitchFamily="34" charset="-122"/>
              </a:endParaRPr>
            </a:p>
          </p:txBody>
        </p:sp>
        <p:sp>
          <p:nvSpPr>
            <p:cNvPr id="123" name="矩形: 圆角 202">
              <a:extLst>
                <a:ext uri="{FF2B5EF4-FFF2-40B4-BE49-F238E27FC236}">
                  <a16:creationId xmlns:a16="http://schemas.microsoft.com/office/drawing/2014/main" id="{EC8F1CD8-A683-67BE-4FCC-7991F22A493D}"/>
                </a:ext>
              </a:extLst>
            </p:cNvPr>
            <p:cNvSpPr/>
            <p:nvPr/>
          </p:nvSpPr>
          <p:spPr>
            <a:xfrm>
              <a:off x="8376501" y="3934100"/>
              <a:ext cx="2889147" cy="337183"/>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扫描</a:t>
              </a:r>
              <a:endParaRPr lang="en-US" altLang="zh-CN" sz="1200" dirty="0">
                <a:latin typeface="微软雅黑" panose="020B0503020204020204" pitchFamily="34" charset="-122"/>
                <a:ea typeface="微软雅黑" panose="020B0503020204020204" pitchFamily="34" charset="-122"/>
              </a:endParaRPr>
            </a:p>
          </p:txBody>
        </p:sp>
        <p:sp>
          <p:nvSpPr>
            <p:cNvPr id="124" name="文本框 123">
              <a:extLst>
                <a:ext uri="{FF2B5EF4-FFF2-40B4-BE49-F238E27FC236}">
                  <a16:creationId xmlns:a16="http://schemas.microsoft.com/office/drawing/2014/main" id="{FBEFBA3A-B8E0-D6D9-CBD1-2CA017EC4D5E}"/>
                </a:ext>
              </a:extLst>
            </p:cNvPr>
            <p:cNvSpPr txBox="1"/>
            <p:nvPr/>
          </p:nvSpPr>
          <p:spPr>
            <a:xfrm>
              <a:off x="10182478" y="3685654"/>
              <a:ext cx="1113766" cy="303767"/>
            </a:xfrm>
            <a:prstGeom prst="rect">
              <a:avLst/>
            </a:prstGeom>
            <a:noFill/>
            <a:ln>
              <a:noFill/>
            </a:ln>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125" name="文本框 124">
              <a:extLst>
                <a:ext uri="{FF2B5EF4-FFF2-40B4-BE49-F238E27FC236}">
                  <a16:creationId xmlns:a16="http://schemas.microsoft.com/office/drawing/2014/main" id="{43217292-B2F9-2E23-E710-78594BE228EF}"/>
                </a:ext>
              </a:extLst>
            </p:cNvPr>
            <p:cNvSpPr txBox="1"/>
            <p:nvPr/>
          </p:nvSpPr>
          <p:spPr>
            <a:xfrm>
              <a:off x="10182477" y="2455152"/>
              <a:ext cx="1113764" cy="303767"/>
            </a:xfrm>
            <a:prstGeom prst="rect">
              <a:avLst/>
            </a:prstGeom>
            <a:noFill/>
            <a:ln>
              <a:noFill/>
            </a:ln>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126" name="文本框 125">
              <a:extLst>
                <a:ext uri="{FF2B5EF4-FFF2-40B4-BE49-F238E27FC236}">
                  <a16:creationId xmlns:a16="http://schemas.microsoft.com/office/drawing/2014/main" id="{E33CAD6A-FA62-8112-123D-2D5DC8457A72}"/>
                </a:ext>
              </a:extLst>
            </p:cNvPr>
            <p:cNvSpPr txBox="1"/>
            <p:nvPr/>
          </p:nvSpPr>
          <p:spPr>
            <a:xfrm>
              <a:off x="10182477" y="3065865"/>
              <a:ext cx="1113766" cy="303767"/>
            </a:xfrm>
            <a:prstGeom prst="rect">
              <a:avLst/>
            </a:prstGeom>
            <a:noFill/>
            <a:ln>
              <a:noFill/>
            </a:ln>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127" name="圆柱形 206">
              <a:extLst>
                <a:ext uri="{FF2B5EF4-FFF2-40B4-BE49-F238E27FC236}">
                  <a16:creationId xmlns:a16="http://schemas.microsoft.com/office/drawing/2014/main" id="{7974D7C9-DF13-2213-8458-8691E8169879}"/>
                </a:ext>
              </a:extLst>
            </p:cNvPr>
            <p:cNvSpPr/>
            <p:nvPr/>
          </p:nvSpPr>
          <p:spPr>
            <a:xfrm>
              <a:off x="8376469" y="4548328"/>
              <a:ext cx="2889145" cy="404098"/>
            </a:xfrm>
            <a:prstGeom prst="can">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数据集</a:t>
              </a:r>
            </a:p>
          </p:txBody>
        </p:sp>
        <p:sp>
          <p:nvSpPr>
            <p:cNvPr id="128" name="文本框 127">
              <a:extLst>
                <a:ext uri="{FF2B5EF4-FFF2-40B4-BE49-F238E27FC236}">
                  <a16:creationId xmlns:a16="http://schemas.microsoft.com/office/drawing/2014/main" id="{E8A47793-D5D6-63F6-E4C6-9D6C491E09E6}"/>
                </a:ext>
              </a:extLst>
            </p:cNvPr>
            <p:cNvSpPr txBox="1"/>
            <p:nvPr/>
          </p:nvSpPr>
          <p:spPr>
            <a:xfrm>
              <a:off x="10195406" y="4287374"/>
              <a:ext cx="1113766" cy="303767"/>
            </a:xfrm>
            <a:prstGeom prst="rect">
              <a:avLst/>
            </a:prstGeom>
            <a:noFill/>
            <a:ln>
              <a:noFill/>
            </a:ln>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数据元组</a:t>
              </a:r>
            </a:p>
          </p:txBody>
        </p:sp>
        <p:sp>
          <p:nvSpPr>
            <p:cNvPr id="129" name="箭头: 上 208">
              <a:extLst>
                <a:ext uri="{FF2B5EF4-FFF2-40B4-BE49-F238E27FC236}">
                  <a16:creationId xmlns:a16="http://schemas.microsoft.com/office/drawing/2014/main" id="{702834B5-DB02-3CBB-2360-61E23F0375F2}"/>
                </a:ext>
              </a:extLst>
            </p:cNvPr>
            <p:cNvSpPr/>
            <p:nvPr/>
          </p:nvSpPr>
          <p:spPr>
            <a:xfrm>
              <a:off x="9720432" y="1813248"/>
              <a:ext cx="201208" cy="268919"/>
            </a:xfrm>
            <a:prstGeom prst="up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30" name="文本框 129">
              <a:extLst>
                <a:ext uri="{FF2B5EF4-FFF2-40B4-BE49-F238E27FC236}">
                  <a16:creationId xmlns:a16="http://schemas.microsoft.com/office/drawing/2014/main" id="{953BD147-24C7-74F4-0D62-7B93C2C2A906}"/>
                </a:ext>
              </a:extLst>
            </p:cNvPr>
            <p:cNvSpPr txBox="1"/>
            <p:nvPr/>
          </p:nvSpPr>
          <p:spPr>
            <a:xfrm>
              <a:off x="9938305" y="1785573"/>
              <a:ext cx="540031" cy="303767"/>
            </a:xfrm>
            <a:prstGeom prst="rect">
              <a:avLst/>
            </a:prstGeom>
            <a:noFill/>
            <a:ln>
              <a:noFill/>
            </a:ln>
          </p:spPr>
          <p:txBody>
            <a:bodyPr wrap="none" rtlCol="0">
              <a:sp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输出</a:t>
              </a:r>
            </a:p>
          </p:txBody>
        </p:sp>
        <p:sp>
          <p:nvSpPr>
            <p:cNvPr id="131" name="箭头: 上 210">
              <a:extLst>
                <a:ext uri="{FF2B5EF4-FFF2-40B4-BE49-F238E27FC236}">
                  <a16:creationId xmlns:a16="http://schemas.microsoft.com/office/drawing/2014/main" id="{325AF84B-A3C8-29F6-3F8F-4AA2FA1A7D3A}"/>
                </a:ext>
              </a:extLst>
            </p:cNvPr>
            <p:cNvSpPr/>
            <p:nvPr/>
          </p:nvSpPr>
          <p:spPr>
            <a:xfrm>
              <a:off x="9720436" y="2428597"/>
              <a:ext cx="201208" cy="268919"/>
            </a:xfrm>
            <a:prstGeom prst="up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32" name="箭头: 上 211">
              <a:extLst>
                <a:ext uri="{FF2B5EF4-FFF2-40B4-BE49-F238E27FC236}">
                  <a16:creationId xmlns:a16="http://schemas.microsoft.com/office/drawing/2014/main" id="{CCF9275F-6469-39B4-3810-F6A5229A8E15}"/>
                </a:ext>
              </a:extLst>
            </p:cNvPr>
            <p:cNvSpPr/>
            <p:nvPr/>
          </p:nvSpPr>
          <p:spPr>
            <a:xfrm>
              <a:off x="9720435" y="3050947"/>
              <a:ext cx="201208" cy="268919"/>
            </a:xfrm>
            <a:prstGeom prst="up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33" name="箭头: 上 212">
              <a:extLst>
                <a:ext uri="{FF2B5EF4-FFF2-40B4-BE49-F238E27FC236}">
                  <a16:creationId xmlns:a16="http://schemas.microsoft.com/office/drawing/2014/main" id="{A422810B-59B1-568C-F8A9-A636B9162103}"/>
                </a:ext>
              </a:extLst>
            </p:cNvPr>
            <p:cNvSpPr/>
            <p:nvPr/>
          </p:nvSpPr>
          <p:spPr>
            <a:xfrm>
              <a:off x="9720434" y="3665181"/>
              <a:ext cx="201208" cy="268919"/>
            </a:xfrm>
            <a:prstGeom prst="up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34" name="箭头: 上 213">
              <a:extLst>
                <a:ext uri="{FF2B5EF4-FFF2-40B4-BE49-F238E27FC236}">
                  <a16:creationId xmlns:a16="http://schemas.microsoft.com/office/drawing/2014/main" id="{73F5A633-861D-8C0A-8F99-82DAD799E7BF}"/>
                </a:ext>
              </a:extLst>
            </p:cNvPr>
            <p:cNvSpPr/>
            <p:nvPr/>
          </p:nvSpPr>
          <p:spPr>
            <a:xfrm>
              <a:off x="9720432" y="4268398"/>
              <a:ext cx="201208" cy="268919"/>
            </a:xfrm>
            <a:prstGeom prst="upArrow">
              <a:avLst/>
            </a:prstGeom>
            <a:solidFill>
              <a:srgbClr val="7886C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35" name="文本框 134">
              <a:extLst>
                <a:ext uri="{FF2B5EF4-FFF2-40B4-BE49-F238E27FC236}">
                  <a16:creationId xmlns:a16="http://schemas.microsoft.com/office/drawing/2014/main" id="{549264C6-CBC1-5DB3-51B8-862BE6627BD1}"/>
                </a:ext>
              </a:extLst>
            </p:cNvPr>
            <p:cNvSpPr txBox="1"/>
            <p:nvPr/>
          </p:nvSpPr>
          <p:spPr>
            <a:xfrm>
              <a:off x="5655849" y="5046712"/>
              <a:ext cx="1046309" cy="303767"/>
            </a:xfrm>
            <a:prstGeom prst="rect">
              <a:avLst/>
            </a:prstGeom>
            <a:noFill/>
            <a:ln>
              <a:noFill/>
            </a:ln>
          </p:spPr>
          <p:txBody>
            <a:bodyPr wrap="none" rtlCol="0">
              <a:spAutoFit/>
            </a:bodyPr>
            <a:lstStyle/>
            <a:p>
              <a:r>
                <a:rPr lang="zh-CN" altLang="en-US" sz="1200" b="1" dirty="0">
                  <a:solidFill>
                    <a:srgbClr val="6F1687"/>
                  </a:solidFill>
                  <a:latin typeface="微软雅黑" panose="020B0503020204020204" pitchFamily="34" charset="-122"/>
                  <a:ea typeface="微软雅黑" panose="020B0503020204020204" pitchFamily="34" charset="-122"/>
                </a:rPr>
                <a:t>拉取式模型</a:t>
              </a:r>
            </a:p>
          </p:txBody>
        </p:sp>
        <p:sp>
          <p:nvSpPr>
            <p:cNvPr id="136" name="文本框 135">
              <a:extLst>
                <a:ext uri="{FF2B5EF4-FFF2-40B4-BE49-F238E27FC236}">
                  <a16:creationId xmlns:a16="http://schemas.microsoft.com/office/drawing/2014/main" id="{A693FED1-CC42-C92A-5C78-4972B12466E3}"/>
                </a:ext>
              </a:extLst>
            </p:cNvPr>
            <p:cNvSpPr txBox="1"/>
            <p:nvPr/>
          </p:nvSpPr>
          <p:spPr>
            <a:xfrm>
              <a:off x="9489897" y="5046712"/>
              <a:ext cx="1235275" cy="276999"/>
            </a:xfrm>
            <a:prstGeom prst="rect">
              <a:avLst/>
            </a:prstGeom>
            <a:noFill/>
            <a:ln>
              <a:noFill/>
            </a:ln>
          </p:spPr>
          <p:txBody>
            <a:bodyPr wrap="square" rtlCol="0">
              <a:spAutoFit/>
            </a:bodyPr>
            <a:lstStyle/>
            <a:p>
              <a:r>
                <a:rPr lang="zh-CN" altLang="en-US" sz="1200" b="1" dirty="0">
                  <a:solidFill>
                    <a:srgbClr val="6F1687"/>
                  </a:solidFill>
                  <a:latin typeface="微软雅黑" panose="020B0503020204020204" pitchFamily="34" charset="-122"/>
                  <a:ea typeface="微软雅黑" panose="020B0503020204020204" pitchFamily="34" charset="-122"/>
                </a:rPr>
                <a:t>推送式模型</a:t>
              </a:r>
            </a:p>
          </p:txBody>
        </p:sp>
      </p:grpSp>
    </p:spTree>
    <p:extLst>
      <p:ext uri="{BB962C8B-B14F-4D97-AF65-F5344CB8AC3E}">
        <p14:creationId xmlns:p14="http://schemas.microsoft.com/office/powerpoint/2010/main" val="2492805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a:xfrm>
            <a:off x="971550" y="128441"/>
            <a:ext cx="10090897" cy="678470"/>
          </a:xfrm>
        </p:spPr>
        <p:txBody>
          <a:bodyPr/>
          <a:lstStyle/>
          <a:p>
            <a:r>
              <a:rPr lang="zh-CN" altLang="en-US" sz="3600" dirty="0">
                <a:latin typeface="微软雅黑" panose="020B0503020204020204" pitchFamily="82" charset="2"/>
                <a:ea typeface="微软雅黑" panose="020B0503020204020204" pitchFamily="82" charset="2"/>
              </a:rPr>
              <a:t>目录</a:t>
            </a:r>
          </a:p>
        </p:txBody>
      </p:sp>
      <p:sp>
        <p:nvSpPr>
          <p:cNvPr id="4" name="页脚占位符 3">
            <a:extLst>
              <a:ext uri="{FF2B5EF4-FFF2-40B4-BE49-F238E27FC236}">
                <a16:creationId xmlns:a16="http://schemas.microsoft.com/office/drawing/2014/main" id="{BB4E260B-AA0A-3CBF-B9C0-0FB2B9CE693E}"/>
              </a:ext>
            </a:extLst>
          </p:cNvPr>
          <p:cNvSpPr>
            <a:spLocks noGrp="1"/>
          </p:cNvSpPr>
          <p:nvPr>
            <p:ph type="ftr" sz="quarter" idx="3"/>
          </p:nvPr>
        </p:nvSpPr>
        <p:spPr>
          <a:xfrm>
            <a:off x="4368800" y="6593840"/>
            <a:ext cx="3784600" cy="264160"/>
          </a:xfrm>
          <a:prstGeom prst="rect">
            <a:avLst/>
          </a:prstGeom>
        </p:spPr>
        <p:txBody>
          <a:bodyPr vert="horz" lIns="91440" tIns="45720" rIns="91440" bIns="45720" rtlCol="0" anchor="ctr"/>
          <a:lstStyle>
            <a:defPPr>
              <a:defRPr lang="zh-CN"/>
            </a:defPPr>
            <a:lvl1pPr marL="0" algn="ctr" defTabSz="914400" rtl="0" eaLnBrk="1" latinLnBrk="0" hangingPunct="1">
              <a:defRPr sz="1600" kern="1200">
                <a:solidFill>
                  <a:schemeClr val="tx1">
                    <a:tint val="75000"/>
                  </a:schemeClr>
                </a:solidFill>
                <a:latin typeface="SimHei" panose="02010609060101010101" pitchFamily="49" charset="-122"/>
                <a:ea typeface="SimHei"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a:t>数据库 </a:t>
            </a:r>
            <a:r>
              <a:rPr kumimoji="1" lang="en-US" altLang="zh-CN"/>
              <a:t>- </a:t>
            </a:r>
            <a:r>
              <a:rPr kumimoji="1" lang="zh-CN" altLang="en-US"/>
              <a:t>概述</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EF3277EB-9B57-874C-5CC3-E2905549047A}"/>
              </a:ext>
            </a:extLst>
          </p:cNvPr>
          <p:cNvSpPr>
            <a:spLocks noGrp="1"/>
          </p:cNvSpPr>
          <p:nvPr>
            <p:ph type="sldNum" sz="quarter" idx="12"/>
          </p:nvPr>
        </p:nvSpPr>
        <p:spPr/>
        <p:txBody>
          <a:bodyPr/>
          <a:lstStyle/>
          <a:p>
            <a:fld id="{4B0D34C0-35A8-654C-9FBA-7B4E017BD630}" type="slidenum">
              <a:rPr lang="en-US" altLang="zh-CN" smtClean="0"/>
              <a:t>10</a:t>
            </a:fld>
            <a:endParaRPr kumimoji="1" lang="zh-CN" altLang="en-US"/>
          </a:p>
        </p:txBody>
      </p:sp>
      <p:sp>
        <p:nvSpPr>
          <p:cNvPr id="34" name="Shape9">
            <a:extLst>
              <a:ext uri="{FF2B5EF4-FFF2-40B4-BE49-F238E27FC236}">
                <a16:creationId xmlns:a16="http://schemas.microsoft.com/office/drawing/2014/main" id="{D45D5E89-5DC9-9A1A-BAAA-43529FCFB0F6}"/>
              </a:ext>
            </a:extLst>
          </p:cNvPr>
          <p:cNvSpPr/>
          <p:nvPr/>
        </p:nvSpPr>
        <p:spPr>
          <a:xfrm rot="10800000">
            <a:off x="4125551" y="2235400"/>
            <a:ext cx="6316353" cy="66501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0">
                <a:srgbClr val="6F1787">
                  <a:alpha val="62000"/>
                </a:srgbClr>
              </a:gs>
              <a:gs pos="100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grpSp>
        <p:nvGrpSpPr>
          <p:cNvPr id="35" name="组合 34">
            <a:extLst>
              <a:ext uri="{FF2B5EF4-FFF2-40B4-BE49-F238E27FC236}">
                <a16:creationId xmlns:a16="http://schemas.microsoft.com/office/drawing/2014/main" id="{E4C56AB7-6AB5-F68C-683C-25676C267548}"/>
              </a:ext>
            </a:extLst>
          </p:cNvPr>
          <p:cNvGrpSpPr/>
          <p:nvPr/>
        </p:nvGrpSpPr>
        <p:grpSpPr>
          <a:xfrm>
            <a:off x="4020047" y="1349051"/>
            <a:ext cx="4634349" cy="665018"/>
            <a:chOff x="4135652" y="1885567"/>
            <a:chExt cx="4634349" cy="665018"/>
          </a:xfrm>
        </p:grpSpPr>
        <p:sp>
          <p:nvSpPr>
            <p:cNvPr id="36" name="Shape7">
              <a:extLst>
                <a:ext uri="{FF2B5EF4-FFF2-40B4-BE49-F238E27FC236}">
                  <a16:creationId xmlns:a16="http://schemas.microsoft.com/office/drawing/2014/main" id="{DB19D2FB-1D5A-8040-1B41-3F69A68F5520}"/>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pitchFamily="82" charset="2"/>
                  <a:ea typeface="微软雅黑" panose="020B0503020204020204" pitchFamily="82" charset="2"/>
                  <a:cs typeface="Arial" panose="020B0604020202020204" pitchFamily="34" charset="0"/>
                </a:rPr>
                <a:t>01</a:t>
              </a:r>
              <a:endParaRPr kumimoji="1" lang="zh-CN" altLang="en-US" sz="2400" b="1" dirty="0">
                <a:latin typeface="微软雅黑" panose="020B0503020204020204" pitchFamily="82" charset="2"/>
                <a:ea typeface="微软雅黑" panose="020B0503020204020204" pitchFamily="82" charset="2"/>
              </a:endParaRPr>
            </a:p>
          </p:txBody>
        </p:sp>
        <p:sp>
          <p:nvSpPr>
            <p:cNvPr id="37" name="Shape11">
              <a:extLst>
                <a:ext uri="{FF2B5EF4-FFF2-40B4-BE49-F238E27FC236}">
                  <a16:creationId xmlns:a16="http://schemas.microsoft.com/office/drawing/2014/main" id="{B3E87D4C-8D80-281B-816E-A52E5645B686}"/>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执行器概述</a:t>
              </a:r>
              <a:endParaRPr lang="en-US" altLang="zh-CN" sz="2800" b="1" dirty="0">
                <a:latin typeface="微软雅黑" panose="020B0503020204020204" pitchFamily="82" charset="2"/>
                <a:ea typeface="微软雅黑" panose="020B0503020204020204" pitchFamily="82" charset="2"/>
              </a:endParaRPr>
            </a:p>
          </p:txBody>
        </p:sp>
      </p:grpSp>
      <p:grpSp>
        <p:nvGrpSpPr>
          <p:cNvPr id="38" name="组合 37">
            <a:extLst>
              <a:ext uri="{FF2B5EF4-FFF2-40B4-BE49-F238E27FC236}">
                <a16:creationId xmlns:a16="http://schemas.microsoft.com/office/drawing/2014/main" id="{1132F16E-4367-7A86-6177-DF7AAAB67A63}"/>
              </a:ext>
            </a:extLst>
          </p:cNvPr>
          <p:cNvGrpSpPr/>
          <p:nvPr/>
        </p:nvGrpSpPr>
        <p:grpSpPr>
          <a:xfrm>
            <a:off x="4020047" y="2233212"/>
            <a:ext cx="4634349" cy="665018"/>
            <a:chOff x="4135652" y="1885567"/>
            <a:chExt cx="4634349" cy="665018"/>
          </a:xfrm>
        </p:grpSpPr>
        <p:sp>
          <p:nvSpPr>
            <p:cNvPr id="39" name="Shape7">
              <a:extLst>
                <a:ext uri="{FF2B5EF4-FFF2-40B4-BE49-F238E27FC236}">
                  <a16:creationId xmlns:a16="http://schemas.microsoft.com/office/drawing/2014/main" id="{F6559E08-808F-A274-E8F4-197FE29CEA2D}"/>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02</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40" name="Shape11">
              <a:extLst>
                <a:ext uri="{FF2B5EF4-FFF2-40B4-BE49-F238E27FC236}">
                  <a16:creationId xmlns:a16="http://schemas.microsoft.com/office/drawing/2014/main" id="{0D4A5CA2-7117-0F8B-8C65-13D9261D39AF}"/>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拉取式模型</a:t>
              </a:r>
              <a:endParaRPr lang="en-US" altLang="zh-CN" sz="2800" b="1" dirty="0">
                <a:latin typeface="微软雅黑" panose="020B0503020204020204" pitchFamily="82" charset="2"/>
                <a:ea typeface="微软雅黑" panose="020B0503020204020204" pitchFamily="82" charset="2"/>
              </a:endParaRPr>
            </a:p>
          </p:txBody>
        </p:sp>
      </p:grpSp>
      <p:grpSp>
        <p:nvGrpSpPr>
          <p:cNvPr id="41" name="组合 40">
            <a:extLst>
              <a:ext uri="{FF2B5EF4-FFF2-40B4-BE49-F238E27FC236}">
                <a16:creationId xmlns:a16="http://schemas.microsoft.com/office/drawing/2014/main" id="{AF3DDE3E-E055-9F32-3938-A0A1907CDFE1}"/>
              </a:ext>
            </a:extLst>
          </p:cNvPr>
          <p:cNvGrpSpPr/>
          <p:nvPr/>
        </p:nvGrpSpPr>
        <p:grpSpPr>
          <a:xfrm>
            <a:off x="4020047" y="3117373"/>
            <a:ext cx="4634349" cy="665018"/>
            <a:chOff x="4135652" y="1885567"/>
            <a:chExt cx="4634349" cy="665018"/>
          </a:xfrm>
        </p:grpSpPr>
        <p:sp>
          <p:nvSpPr>
            <p:cNvPr id="42" name="Shape7">
              <a:extLst>
                <a:ext uri="{FF2B5EF4-FFF2-40B4-BE49-F238E27FC236}">
                  <a16:creationId xmlns:a16="http://schemas.microsoft.com/office/drawing/2014/main" id="{B0926F50-0CF2-2A66-D306-027C33C86DCD}"/>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03</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43" name="Shape11">
              <a:extLst>
                <a:ext uri="{FF2B5EF4-FFF2-40B4-BE49-F238E27FC236}">
                  <a16:creationId xmlns:a16="http://schemas.microsoft.com/office/drawing/2014/main" id="{56C8C3B9-437E-981E-21ED-F5823B4AC023}"/>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推送式模型</a:t>
              </a:r>
              <a:endParaRPr lang="en-US" altLang="zh-CN" sz="2800" b="1" dirty="0">
                <a:latin typeface="微软雅黑" panose="020B0503020204020204" pitchFamily="82" charset="2"/>
                <a:ea typeface="微软雅黑" panose="020B0503020204020204" pitchFamily="82" charset="2"/>
              </a:endParaRPr>
            </a:p>
          </p:txBody>
        </p:sp>
      </p:grpSp>
      <p:grpSp>
        <p:nvGrpSpPr>
          <p:cNvPr id="44" name="组合 43">
            <a:extLst>
              <a:ext uri="{FF2B5EF4-FFF2-40B4-BE49-F238E27FC236}">
                <a16:creationId xmlns:a16="http://schemas.microsoft.com/office/drawing/2014/main" id="{5643BC8F-1B2B-A3BB-1C14-BBE0E3D81D1C}"/>
              </a:ext>
            </a:extLst>
          </p:cNvPr>
          <p:cNvGrpSpPr/>
          <p:nvPr/>
        </p:nvGrpSpPr>
        <p:grpSpPr>
          <a:xfrm>
            <a:off x="4020047" y="4001534"/>
            <a:ext cx="4634349" cy="665018"/>
            <a:chOff x="4135652" y="1885567"/>
            <a:chExt cx="4634349" cy="665018"/>
          </a:xfrm>
        </p:grpSpPr>
        <p:sp>
          <p:nvSpPr>
            <p:cNvPr id="45" name="Shape7">
              <a:extLst>
                <a:ext uri="{FF2B5EF4-FFF2-40B4-BE49-F238E27FC236}">
                  <a16:creationId xmlns:a16="http://schemas.microsoft.com/office/drawing/2014/main" id="{51D74BC0-472C-1244-6CC5-7D159DADD4F7}"/>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04</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46" name="Shape11">
              <a:extLst>
                <a:ext uri="{FF2B5EF4-FFF2-40B4-BE49-F238E27FC236}">
                  <a16:creationId xmlns:a16="http://schemas.microsoft.com/office/drawing/2014/main" id="{1E24D6B7-B0C6-2FC4-95C7-A17A163EE69D}"/>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并行执行</a:t>
              </a:r>
            </a:p>
          </p:txBody>
        </p:sp>
      </p:grpSp>
      <p:grpSp>
        <p:nvGrpSpPr>
          <p:cNvPr id="47" name="组合 46">
            <a:extLst>
              <a:ext uri="{FF2B5EF4-FFF2-40B4-BE49-F238E27FC236}">
                <a16:creationId xmlns:a16="http://schemas.microsoft.com/office/drawing/2014/main" id="{3A1F57E0-27AA-563F-807E-D54BDD8B0CFD}"/>
              </a:ext>
            </a:extLst>
          </p:cNvPr>
          <p:cNvGrpSpPr/>
          <p:nvPr/>
        </p:nvGrpSpPr>
        <p:grpSpPr>
          <a:xfrm>
            <a:off x="4020047" y="4956594"/>
            <a:ext cx="4634349" cy="665018"/>
            <a:chOff x="4135652" y="1885567"/>
            <a:chExt cx="4634349" cy="665018"/>
          </a:xfrm>
        </p:grpSpPr>
        <p:sp>
          <p:nvSpPr>
            <p:cNvPr id="48" name="Shape7">
              <a:extLst>
                <a:ext uri="{FF2B5EF4-FFF2-40B4-BE49-F238E27FC236}">
                  <a16:creationId xmlns:a16="http://schemas.microsoft.com/office/drawing/2014/main" id="{F45C5073-80BE-164E-15FC-97E9A739B8CA}"/>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05</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49" name="Shape11">
              <a:extLst>
                <a:ext uri="{FF2B5EF4-FFF2-40B4-BE49-F238E27FC236}">
                  <a16:creationId xmlns:a16="http://schemas.microsoft.com/office/drawing/2014/main" id="{92ECE277-3FA1-B58D-98EF-3323EA543582}"/>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编译执行</a:t>
              </a:r>
            </a:p>
          </p:txBody>
        </p:sp>
      </p:grpSp>
    </p:spTree>
    <p:extLst>
      <p:ext uri="{BB962C8B-B14F-4D97-AF65-F5344CB8AC3E}">
        <p14:creationId xmlns:p14="http://schemas.microsoft.com/office/powerpoint/2010/main" val="345977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Shape9">
            <a:extLst>
              <a:ext uri="{FF2B5EF4-FFF2-40B4-BE49-F238E27FC236}">
                <a16:creationId xmlns:a16="http://schemas.microsoft.com/office/drawing/2014/main" id="{64AF1E3E-264F-46D6-AD80-3AA28C7DC886}"/>
              </a:ext>
            </a:extLst>
          </p:cNvPr>
          <p:cNvSpPr/>
          <p:nvPr/>
        </p:nvSpPr>
        <p:spPr>
          <a:xfrm>
            <a:off x="404075" y="1132860"/>
            <a:ext cx="6669783" cy="541557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58" name="Shape6">
            <a:extLst>
              <a:ext uri="{FF2B5EF4-FFF2-40B4-BE49-F238E27FC236}">
                <a16:creationId xmlns:a16="http://schemas.microsoft.com/office/drawing/2014/main" id="{4F441D89-76EB-4FA6-BCBD-9068803CEFBA}"/>
              </a:ext>
            </a:extLst>
          </p:cNvPr>
          <p:cNvSpPr/>
          <p:nvPr/>
        </p:nvSpPr>
        <p:spPr>
          <a:xfrm>
            <a:off x="6905683" y="1157046"/>
            <a:ext cx="5204480" cy="5193265"/>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2" name="灯片编号占位符 1">
            <a:extLst>
              <a:ext uri="{FF2B5EF4-FFF2-40B4-BE49-F238E27FC236}">
                <a16:creationId xmlns:a16="http://schemas.microsoft.com/office/drawing/2014/main" id="{00633026-5AF1-D28F-1AE1-CB9C99370548}"/>
              </a:ext>
            </a:extLst>
          </p:cNvPr>
          <p:cNvSpPr>
            <a:spLocks noGrp="1"/>
          </p:cNvSpPr>
          <p:nvPr>
            <p:ph type="sldNum" sz="quarter" idx="10"/>
          </p:nvPr>
        </p:nvSpPr>
        <p:spPr/>
        <p:txBody>
          <a:bodyPr/>
          <a:lstStyle/>
          <a:p>
            <a:fld id="{87BBDC00-B9E2-4EFD-9306-2934E87247C6}" type="slidenum">
              <a:rPr lang="zh-CN" altLang="en-US" smtClean="0"/>
              <a:pPr/>
              <a:t>11</a:t>
            </a:fld>
            <a:endParaRPr lang="zh-CN" altLang="en-US"/>
          </a:p>
        </p:txBody>
      </p:sp>
      <p:sp>
        <p:nvSpPr>
          <p:cNvPr id="3" name="标题 2">
            <a:extLst>
              <a:ext uri="{FF2B5EF4-FFF2-40B4-BE49-F238E27FC236}">
                <a16:creationId xmlns:a16="http://schemas.microsoft.com/office/drawing/2014/main" id="{15A1C57B-7B61-8139-7923-D7DDC56A56B4}"/>
              </a:ext>
            </a:extLst>
          </p:cNvPr>
          <p:cNvSpPr>
            <a:spLocks noGrp="1"/>
          </p:cNvSpPr>
          <p:nvPr>
            <p:ph type="title"/>
          </p:nvPr>
        </p:nvSpPr>
        <p:spPr>
          <a:xfrm>
            <a:off x="1050551" y="52434"/>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4000" dirty="0">
                <a:latin typeface="微软雅黑" panose="020B0503020204020204" pitchFamily="82" charset="2"/>
                <a:ea typeface="微软雅黑" panose="020B0503020204020204" pitchFamily="82" charset="2"/>
              </a:rPr>
              <a:t>拉取式：火山 </a:t>
            </a:r>
            <a:r>
              <a:rPr lang="en-US" altLang="zh-CN" sz="4000" dirty="0">
                <a:latin typeface="微软雅黑" panose="020B0503020204020204" pitchFamily="82" charset="2"/>
                <a:ea typeface="微软雅黑" panose="020B0503020204020204" pitchFamily="82" charset="2"/>
              </a:rPr>
              <a:t>vs</a:t>
            </a:r>
            <a:r>
              <a:rPr lang="zh-CN" altLang="en-US" sz="4000" dirty="0">
                <a:latin typeface="微软雅黑" panose="020B0503020204020204" pitchFamily="82" charset="2"/>
                <a:ea typeface="微软雅黑" panose="020B0503020204020204" pitchFamily="82" charset="2"/>
              </a:rPr>
              <a:t> 物化 </a:t>
            </a:r>
            <a:r>
              <a:rPr lang="en-US" altLang="zh-CN" sz="4000" dirty="0">
                <a:latin typeface="微软雅黑" panose="020B0503020204020204" pitchFamily="82" charset="2"/>
                <a:ea typeface="微软雅黑" panose="020B0503020204020204" pitchFamily="82" charset="2"/>
              </a:rPr>
              <a:t>vs</a:t>
            </a:r>
            <a:r>
              <a:rPr lang="zh-CN" altLang="en-US" sz="4000" dirty="0">
                <a:latin typeface="微软雅黑" panose="020B0503020204020204" pitchFamily="82" charset="2"/>
                <a:ea typeface="微软雅黑" panose="020B0503020204020204" pitchFamily="82" charset="2"/>
              </a:rPr>
              <a:t> 向量化模型</a:t>
            </a:r>
          </a:p>
        </p:txBody>
      </p:sp>
      <p:sp>
        <p:nvSpPr>
          <p:cNvPr id="4" name="内容占位符 3">
            <a:extLst>
              <a:ext uri="{FF2B5EF4-FFF2-40B4-BE49-F238E27FC236}">
                <a16:creationId xmlns:a16="http://schemas.microsoft.com/office/drawing/2014/main" id="{1EAFD2F5-9374-3D8E-8542-066F25634946}"/>
              </a:ext>
            </a:extLst>
          </p:cNvPr>
          <p:cNvSpPr>
            <a:spLocks noGrp="1"/>
          </p:cNvSpPr>
          <p:nvPr>
            <p:ph idx="1"/>
          </p:nvPr>
        </p:nvSpPr>
        <p:spPr>
          <a:xfrm>
            <a:off x="576928" y="1001827"/>
            <a:ext cx="2529209" cy="2978890"/>
          </a:xfrm>
        </p:spPr>
        <p:txBody>
          <a:bodyPr/>
          <a:lstStyle/>
          <a:p>
            <a:pPr>
              <a:lnSpc>
                <a:spcPct val="150000"/>
              </a:lnSpc>
              <a:buFont typeface="Wingdings" panose="05000000000000000000" pitchFamily="2" charset="2"/>
              <a:buChar char="Ø"/>
            </a:pPr>
            <a:r>
              <a:rPr lang="zh-CN" altLang="en-US" dirty="0">
                <a:solidFill>
                  <a:srgbClr val="6F1687"/>
                </a:solidFill>
              </a:rPr>
              <a:t>火山</a:t>
            </a:r>
            <a:endParaRPr lang="en-US" altLang="zh-CN" dirty="0">
              <a:solidFill>
                <a:srgbClr val="6F1687"/>
              </a:solidFill>
            </a:endParaRPr>
          </a:p>
          <a:p>
            <a:pPr lvl="1">
              <a:lnSpc>
                <a:spcPct val="15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一次一元组</a:t>
            </a:r>
            <a:endParaRPr lang="en-US" altLang="zh-CN" sz="18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en-US" dirty="0">
                <a:solidFill>
                  <a:srgbClr val="6F1687"/>
                </a:solidFill>
              </a:rPr>
              <a:t>物化</a:t>
            </a:r>
            <a:endParaRPr lang="en-US" altLang="zh-CN" dirty="0">
              <a:solidFill>
                <a:srgbClr val="6F1687"/>
              </a:solidFill>
            </a:endParaRPr>
          </a:p>
          <a:p>
            <a:pPr lvl="1">
              <a:lnSpc>
                <a:spcPct val="15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一次所有元组</a:t>
            </a:r>
            <a:endParaRPr lang="en-US" altLang="zh-CN" sz="18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en-US" dirty="0">
                <a:solidFill>
                  <a:srgbClr val="6F1687"/>
                </a:solidFill>
              </a:rPr>
              <a:t>向量化</a:t>
            </a:r>
            <a:endParaRPr lang="en-US" altLang="zh-CN" dirty="0">
              <a:solidFill>
                <a:srgbClr val="6F1687"/>
              </a:solidFill>
            </a:endParaRPr>
          </a:p>
          <a:p>
            <a:pPr lvl="1">
              <a:lnSpc>
                <a:spcPct val="15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一次一批元组</a:t>
            </a:r>
            <a:endParaRPr lang="en-US" altLang="zh-CN" sz="1800" dirty="0">
              <a:latin typeface="微软雅黑" panose="020B0503020204020204" pitchFamily="34" charset="-122"/>
              <a:ea typeface="微软雅黑" panose="020B0503020204020204" pitchFamily="34" charset="-122"/>
            </a:endParaRPr>
          </a:p>
        </p:txBody>
      </p:sp>
      <p:sp>
        <p:nvSpPr>
          <p:cNvPr id="5" name="页脚占位符 4">
            <a:extLst>
              <a:ext uri="{FF2B5EF4-FFF2-40B4-BE49-F238E27FC236}">
                <a16:creationId xmlns:a16="http://schemas.microsoft.com/office/drawing/2014/main" id="{6D482279-CA59-4C02-32CF-16F00CCED828}"/>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grpSp>
        <p:nvGrpSpPr>
          <p:cNvPr id="22" name="组合 3">
            <a:extLst>
              <a:ext uri="{FF2B5EF4-FFF2-40B4-BE49-F238E27FC236}">
                <a16:creationId xmlns:a16="http://schemas.microsoft.com/office/drawing/2014/main" id="{AE87C146-6C1A-0B11-D038-A9BD37F4612C}"/>
              </a:ext>
            </a:extLst>
          </p:cNvPr>
          <p:cNvGrpSpPr>
            <a:grpSpLocks/>
          </p:cNvGrpSpPr>
          <p:nvPr/>
        </p:nvGrpSpPr>
        <p:grpSpPr bwMode="auto">
          <a:xfrm>
            <a:off x="7738070" y="2458461"/>
            <a:ext cx="4276725" cy="3879850"/>
            <a:chOff x="2107282" y="2653236"/>
            <a:chExt cx="4276727" cy="3879851"/>
          </a:xfrm>
        </p:grpSpPr>
        <p:grpSp>
          <p:nvGrpSpPr>
            <p:cNvPr id="23" name="组合 2">
              <a:extLst>
                <a:ext uri="{FF2B5EF4-FFF2-40B4-BE49-F238E27FC236}">
                  <a16:creationId xmlns:a16="http://schemas.microsoft.com/office/drawing/2014/main" id="{986A14AB-693B-B847-E94B-51B7C6AB1BD0}"/>
                </a:ext>
              </a:extLst>
            </p:cNvPr>
            <p:cNvGrpSpPr>
              <a:grpSpLocks/>
            </p:cNvGrpSpPr>
            <p:nvPr/>
          </p:nvGrpSpPr>
          <p:grpSpPr bwMode="auto">
            <a:xfrm>
              <a:off x="2107282" y="2653236"/>
              <a:ext cx="4276727" cy="3879851"/>
              <a:chOff x="1891258" y="785222"/>
              <a:chExt cx="4276727" cy="3879851"/>
            </a:xfrm>
          </p:grpSpPr>
          <p:sp>
            <p:nvSpPr>
              <p:cNvPr id="26" name="Text Box 9">
                <a:extLst>
                  <a:ext uri="{FF2B5EF4-FFF2-40B4-BE49-F238E27FC236}">
                    <a16:creationId xmlns:a16="http://schemas.microsoft.com/office/drawing/2014/main" id="{D477DDE9-210A-32FB-25AA-75AC23BB6029}"/>
                  </a:ext>
                </a:extLst>
              </p:cNvPr>
              <p:cNvSpPr txBox="1">
                <a:spLocks noChangeArrowheads="1"/>
              </p:cNvSpPr>
              <p:nvPr/>
            </p:nvSpPr>
            <p:spPr bwMode="auto">
              <a:xfrm>
                <a:off x="5219725" y="2432761"/>
                <a:ext cx="4587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3200"/>
                  <a:t>S</a:t>
                </a:r>
              </a:p>
            </p:txBody>
          </p:sp>
          <p:grpSp>
            <p:nvGrpSpPr>
              <p:cNvPr id="27" name="组合 1">
                <a:extLst>
                  <a:ext uri="{FF2B5EF4-FFF2-40B4-BE49-F238E27FC236}">
                    <a16:creationId xmlns:a16="http://schemas.microsoft.com/office/drawing/2014/main" id="{BD589E9A-714F-E935-8063-EC19408ADDB8}"/>
                  </a:ext>
                </a:extLst>
              </p:cNvPr>
              <p:cNvGrpSpPr>
                <a:grpSpLocks/>
              </p:cNvGrpSpPr>
              <p:nvPr/>
            </p:nvGrpSpPr>
            <p:grpSpPr bwMode="auto">
              <a:xfrm>
                <a:off x="1891258" y="785222"/>
                <a:ext cx="4276727" cy="3879851"/>
                <a:chOff x="1819250" y="663689"/>
                <a:chExt cx="4276727" cy="3879851"/>
              </a:xfrm>
            </p:grpSpPr>
            <p:grpSp>
              <p:nvGrpSpPr>
                <p:cNvPr id="28" name="Group 2">
                  <a:extLst>
                    <a:ext uri="{FF2B5EF4-FFF2-40B4-BE49-F238E27FC236}">
                      <a16:creationId xmlns:a16="http://schemas.microsoft.com/office/drawing/2014/main" id="{928EC980-8BF5-02F4-20E6-7F222AF579E8}"/>
                    </a:ext>
                  </a:extLst>
                </p:cNvPr>
                <p:cNvGrpSpPr>
                  <a:grpSpLocks/>
                </p:cNvGrpSpPr>
                <p:nvPr/>
              </p:nvGrpSpPr>
              <p:grpSpPr bwMode="auto">
                <a:xfrm>
                  <a:off x="1819250" y="663689"/>
                  <a:ext cx="4276727" cy="3879851"/>
                  <a:chOff x="1645" y="273"/>
                  <a:chExt cx="2694" cy="2444"/>
                </a:xfrm>
              </p:grpSpPr>
              <p:sp>
                <p:nvSpPr>
                  <p:cNvPr id="31" name="Line 3">
                    <a:extLst>
                      <a:ext uri="{FF2B5EF4-FFF2-40B4-BE49-F238E27FC236}">
                        <a16:creationId xmlns:a16="http://schemas.microsoft.com/office/drawing/2014/main" id="{4FF7B1E4-917F-F26F-F156-47DAD6064145}"/>
                      </a:ext>
                    </a:extLst>
                  </p:cNvPr>
                  <p:cNvSpPr>
                    <a:spLocks noChangeShapeType="1"/>
                  </p:cNvSpPr>
                  <p:nvPr/>
                </p:nvSpPr>
                <p:spPr bwMode="auto">
                  <a:xfrm flipH="1">
                    <a:off x="2695" y="1160"/>
                    <a:ext cx="336" cy="3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4">
                    <a:extLst>
                      <a:ext uri="{FF2B5EF4-FFF2-40B4-BE49-F238E27FC236}">
                        <a16:creationId xmlns:a16="http://schemas.microsoft.com/office/drawing/2014/main" id="{6E56721D-4991-FC76-2BD2-382CD70A5709}"/>
                      </a:ext>
                    </a:extLst>
                  </p:cNvPr>
                  <p:cNvSpPr>
                    <a:spLocks noChangeShapeType="1"/>
                  </p:cNvSpPr>
                  <p:nvPr/>
                </p:nvSpPr>
                <p:spPr bwMode="auto">
                  <a:xfrm flipH="1">
                    <a:off x="2256" y="1728"/>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5">
                    <a:extLst>
                      <a:ext uri="{FF2B5EF4-FFF2-40B4-BE49-F238E27FC236}">
                        <a16:creationId xmlns:a16="http://schemas.microsoft.com/office/drawing/2014/main" id="{9A900E3C-D663-59B8-5423-45E9A43F1BC3}"/>
                      </a:ext>
                    </a:extLst>
                  </p:cNvPr>
                  <p:cNvSpPr>
                    <a:spLocks noChangeShapeType="1"/>
                  </p:cNvSpPr>
                  <p:nvPr/>
                </p:nvSpPr>
                <p:spPr bwMode="auto">
                  <a:xfrm>
                    <a:off x="2784" y="1776"/>
                    <a:ext cx="24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Text Box 6">
                    <a:extLst>
                      <a:ext uri="{FF2B5EF4-FFF2-40B4-BE49-F238E27FC236}">
                        <a16:creationId xmlns:a16="http://schemas.microsoft.com/office/drawing/2014/main" id="{B7CB6ECE-B9EB-5DFE-1A0E-936783E17ABC}"/>
                      </a:ext>
                    </a:extLst>
                  </p:cNvPr>
                  <p:cNvSpPr txBox="1">
                    <a:spLocks noChangeArrowheads="1"/>
                  </p:cNvSpPr>
                  <p:nvPr/>
                </p:nvSpPr>
                <p:spPr bwMode="auto">
                  <a:xfrm>
                    <a:off x="2400" y="273"/>
                    <a:ext cx="1939"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4000" dirty="0">
                        <a:latin typeface="Symbol" pitchFamily="2" charset="2"/>
                        <a:sym typeface="Symbol" pitchFamily="2" charset="2"/>
                      </a:rPr>
                      <a:t></a:t>
                    </a:r>
                    <a:r>
                      <a:rPr lang="en-US" altLang="zh-CN" sz="3200" baseline="-25000" dirty="0" err="1">
                        <a:sym typeface="Symbol" pitchFamily="2" charset="2"/>
                      </a:rPr>
                      <a:t>sname</a:t>
                    </a:r>
                    <a:r>
                      <a:rPr lang="en-US" altLang="zh-CN" sz="3200" baseline="-25000" dirty="0">
                        <a:sym typeface="Symbol" pitchFamily="2" charset="2"/>
                      </a:rPr>
                      <a:t>,</a:t>
                    </a:r>
                    <a:r>
                      <a:rPr lang="zh-CN" altLang="en-US" sz="3200" baseline="-25000" dirty="0">
                        <a:sym typeface="Symbol" pitchFamily="2" charset="2"/>
                      </a:rPr>
                      <a:t> </a:t>
                    </a:r>
                    <a:r>
                      <a:rPr lang="en-US" altLang="zh-CN" sz="3200" baseline="-25000" dirty="0" err="1">
                        <a:sym typeface="Symbol" pitchFamily="2" charset="2"/>
                      </a:rPr>
                      <a:t>cname</a:t>
                    </a:r>
                    <a:r>
                      <a:rPr lang="en-US" altLang="zh-CN" sz="3200" baseline="-25000" dirty="0">
                        <a:sym typeface="Symbol" pitchFamily="2" charset="2"/>
                      </a:rPr>
                      <a:t>,</a:t>
                    </a:r>
                    <a:r>
                      <a:rPr lang="zh-CN" altLang="en-US" sz="3200" baseline="-25000" dirty="0">
                        <a:sym typeface="Symbol" pitchFamily="2" charset="2"/>
                      </a:rPr>
                      <a:t> </a:t>
                    </a:r>
                    <a:r>
                      <a:rPr lang="en-US" altLang="zh-CN" sz="3200" baseline="-25000" dirty="0">
                        <a:sym typeface="Symbol" pitchFamily="2" charset="2"/>
                      </a:rPr>
                      <a:t>score</a:t>
                    </a:r>
                    <a:endParaRPr lang="en-US" altLang="zh-CN" sz="3200" baseline="-25000" dirty="0"/>
                  </a:p>
                </p:txBody>
              </p:sp>
              <p:sp>
                <p:nvSpPr>
                  <p:cNvPr id="35" name="Text Box 7">
                    <a:extLst>
                      <a:ext uri="{FF2B5EF4-FFF2-40B4-BE49-F238E27FC236}">
                        <a16:creationId xmlns:a16="http://schemas.microsoft.com/office/drawing/2014/main" id="{3433AC5A-91A5-8C7F-C974-3F521AB41E5D}"/>
                      </a:ext>
                    </a:extLst>
                  </p:cNvPr>
                  <p:cNvSpPr txBox="1">
                    <a:spLocks noChangeArrowheads="1"/>
                  </p:cNvSpPr>
                  <p:nvPr/>
                </p:nvSpPr>
                <p:spPr bwMode="auto">
                  <a:xfrm>
                    <a:off x="1645" y="1718"/>
                    <a:ext cx="1379"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4000">
                        <a:latin typeface="Symbol" pitchFamily="2" charset="2"/>
                        <a:sym typeface="Symbol" pitchFamily="2" charset="2"/>
                      </a:rPr>
                      <a:t></a:t>
                    </a:r>
                    <a:r>
                      <a:rPr lang="en-US" altLang="zh-CN" sz="3200" baseline="-25000">
                        <a:sym typeface="Symbol" pitchFamily="2" charset="2"/>
                      </a:rPr>
                      <a:t>cname = “DB”</a:t>
                    </a:r>
                    <a:endParaRPr lang="en-US" altLang="zh-CN" sz="3200" baseline="-25000"/>
                  </a:p>
                </p:txBody>
              </p:sp>
              <p:sp>
                <p:nvSpPr>
                  <p:cNvPr id="36" name="Text Box 8">
                    <a:extLst>
                      <a:ext uri="{FF2B5EF4-FFF2-40B4-BE49-F238E27FC236}">
                        <a16:creationId xmlns:a16="http://schemas.microsoft.com/office/drawing/2014/main" id="{A4501FBC-5D94-1DF8-73D4-453643BAE0EA}"/>
                      </a:ext>
                    </a:extLst>
                  </p:cNvPr>
                  <p:cNvSpPr txBox="1">
                    <a:spLocks noChangeArrowheads="1"/>
                  </p:cNvSpPr>
                  <p:nvPr/>
                </p:nvSpPr>
                <p:spPr bwMode="auto">
                  <a:xfrm>
                    <a:off x="2112" y="2352"/>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3200"/>
                      <a:t>C</a:t>
                    </a:r>
                  </a:p>
                </p:txBody>
              </p:sp>
              <p:sp>
                <p:nvSpPr>
                  <p:cNvPr id="37" name="Text Box 9">
                    <a:extLst>
                      <a:ext uri="{FF2B5EF4-FFF2-40B4-BE49-F238E27FC236}">
                        <a16:creationId xmlns:a16="http://schemas.microsoft.com/office/drawing/2014/main" id="{2B81364A-9507-B763-86FC-C755917DB1E6}"/>
                      </a:ext>
                    </a:extLst>
                  </p:cNvPr>
                  <p:cNvSpPr txBox="1">
                    <a:spLocks noChangeArrowheads="1"/>
                  </p:cNvSpPr>
                  <p:nvPr/>
                </p:nvSpPr>
                <p:spPr bwMode="auto">
                  <a:xfrm>
                    <a:off x="3024" y="1872"/>
                    <a:ext cx="47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3200"/>
                      <a:t>SC</a:t>
                    </a:r>
                  </a:p>
                </p:txBody>
              </p:sp>
              <p:sp>
                <p:nvSpPr>
                  <p:cNvPr id="38" name="Line 10">
                    <a:extLst>
                      <a:ext uri="{FF2B5EF4-FFF2-40B4-BE49-F238E27FC236}">
                        <a16:creationId xmlns:a16="http://schemas.microsoft.com/office/drawing/2014/main" id="{28274C57-E48B-D906-E196-662B26962D4B}"/>
                      </a:ext>
                    </a:extLst>
                  </p:cNvPr>
                  <p:cNvSpPr>
                    <a:spLocks noChangeShapeType="1"/>
                  </p:cNvSpPr>
                  <p:nvPr/>
                </p:nvSpPr>
                <p:spPr bwMode="auto">
                  <a:xfrm>
                    <a:off x="2256" y="2152"/>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9" name="Line 3">
                  <a:extLst>
                    <a:ext uri="{FF2B5EF4-FFF2-40B4-BE49-F238E27FC236}">
                      <a16:creationId xmlns:a16="http://schemas.microsoft.com/office/drawing/2014/main" id="{1F5537E9-F147-162D-0326-D3D8767D2FBE}"/>
                    </a:ext>
                  </a:extLst>
                </p:cNvPr>
                <p:cNvSpPr>
                  <a:spLocks noChangeShapeType="1"/>
                </p:cNvSpPr>
                <p:nvPr/>
              </p:nvSpPr>
              <p:spPr bwMode="auto">
                <a:xfrm>
                  <a:off x="4570082" y="2072071"/>
                  <a:ext cx="621067" cy="5204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3">
                  <a:extLst>
                    <a:ext uri="{FF2B5EF4-FFF2-40B4-BE49-F238E27FC236}">
                      <a16:creationId xmlns:a16="http://schemas.microsoft.com/office/drawing/2014/main" id="{0D2E6D6F-B9A1-7794-0058-79D33838347D}"/>
                    </a:ext>
                  </a:extLst>
                </p:cNvPr>
                <p:cNvSpPr>
                  <a:spLocks noChangeShapeType="1"/>
                </p:cNvSpPr>
                <p:nvPr/>
              </p:nvSpPr>
              <p:spPr bwMode="auto">
                <a:xfrm>
                  <a:off x="4283968" y="1384414"/>
                  <a:ext cx="1" cy="3525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4" name="Rectangle 13">
              <a:extLst>
                <a:ext uri="{FF2B5EF4-FFF2-40B4-BE49-F238E27FC236}">
                  <a16:creationId xmlns:a16="http://schemas.microsoft.com/office/drawing/2014/main" id="{DEBA531A-8139-6637-F4E9-290E6CDFD7BB}"/>
                </a:ext>
              </a:extLst>
            </p:cNvPr>
            <p:cNvSpPr>
              <a:spLocks noChangeArrowheads="1"/>
            </p:cNvSpPr>
            <p:nvPr/>
          </p:nvSpPr>
          <p:spPr bwMode="auto">
            <a:xfrm flipH="1">
              <a:off x="3745938" y="3486018"/>
              <a:ext cx="196880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l-GR" altLang="en-US" sz="3200">
                  <a:latin typeface="Roboto" panose="020F0502020204030204" pitchFamily="34" charset="0"/>
                </a:rPr>
                <a:t>⋈</a:t>
              </a:r>
              <a:r>
                <a:rPr lang="en-US" altLang="zh-CN" sz="3200" baseline="-25000">
                  <a:latin typeface="Roboto" panose="020F0502020204030204" pitchFamily="34" charset="0"/>
                </a:rPr>
                <a:t>s.sid=sc.sid</a:t>
              </a:r>
              <a:endParaRPr lang="en-US" altLang="en-US" sz="3200" baseline="-25000"/>
            </a:p>
          </p:txBody>
        </p:sp>
        <p:sp>
          <p:nvSpPr>
            <p:cNvPr id="25" name="Rectangle 18">
              <a:extLst>
                <a:ext uri="{FF2B5EF4-FFF2-40B4-BE49-F238E27FC236}">
                  <a16:creationId xmlns:a16="http://schemas.microsoft.com/office/drawing/2014/main" id="{A555458A-45FD-DBE2-F981-5238489A881C}"/>
                </a:ext>
              </a:extLst>
            </p:cNvPr>
            <p:cNvSpPr>
              <a:spLocks noChangeArrowheads="1"/>
            </p:cNvSpPr>
            <p:nvPr/>
          </p:nvSpPr>
          <p:spPr bwMode="auto">
            <a:xfrm flipH="1">
              <a:off x="2787349" y="4385655"/>
              <a:ext cx="197361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l-GR" altLang="en-US" sz="3200">
                  <a:latin typeface="Roboto" panose="020F0502020204030204" pitchFamily="34" charset="0"/>
                </a:rPr>
                <a:t>⋈</a:t>
              </a:r>
              <a:r>
                <a:rPr lang="en-US" altLang="zh-CN" sz="3200" baseline="-25000">
                  <a:latin typeface="Roboto" panose="020F0502020204030204" pitchFamily="34" charset="0"/>
                </a:rPr>
                <a:t>sc.cid=c.cid</a:t>
              </a:r>
              <a:endParaRPr lang="en-US" altLang="en-US" sz="3200" baseline="-25000"/>
            </a:p>
          </p:txBody>
        </p:sp>
      </p:grpSp>
      <p:cxnSp>
        <p:nvCxnSpPr>
          <p:cNvPr id="39" name="曲线连接符 38">
            <a:extLst>
              <a:ext uri="{FF2B5EF4-FFF2-40B4-BE49-F238E27FC236}">
                <a16:creationId xmlns:a16="http://schemas.microsoft.com/office/drawing/2014/main" id="{5BAE8BF7-9F95-A2A8-AC27-8F53964AF053}"/>
              </a:ext>
            </a:extLst>
          </p:cNvPr>
          <p:cNvCxnSpPr>
            <a:cxnSpLocks noChangeShapeType="1"/>
            <a:endCxn id="24" idx="3"/>
          </p:cNvCxnSpPr>
          <p:nvPr/>
        </p:nvCxnSpPr>
        <p:spPr bwMode="auto">
          <a:xfrm rot="5400000">
            <a:off x="9169201" y="3375242"/>
            <a:ext cx="417512" cy="12700"/>
          </a:xfrm>
          <a:prstGeom prst="curvedConnector4">
            <a:avLst>
              <a:gd name="adj1" fmla="val 2310"/>
              <a:gd name="adj2" fmla="val 2176921"/>
            </a:avLst>
          </a:prstGeom>
          <a:noFill/>
          <a:ln w="19050" algn="ctr">
            <a:solidFill>
              <a:srgbClr val="FF0000"/>
            </a:solidFill>
            <a:prstDash val="sysDot"/>
            <a:round/>
            <a:headEnd/>
            <a:tailEnd type="triangle" w="med" len="med"/>
          </a:ln>
          <a:extLst>
            <a:ext uri="{909E8E84-426E-40DD-AFC4-6F175D3DCCD1}">
              <a14:hiddenFill xmlns:a14="http://schemas.microsoft.com/office/drawing/2010/main">
                <a:noFill/>
              </a14:hiddenFill>
            </a:ext>
          </a:extLst>
        </p:spPr>
      </p:cxnSp>
      <p:cxnSp>
        <p:nvCxnSpPr>
          <p:cNvPr id="40" name="曲线连接符 39">
            <a:extLst>
              <a:ext uri="{FF2B5EF4-FFF2-40B4-BE49-F238E27FC236}">
                <a16:creationId xmlns:a16="http://schemas.microsoft.com/office/drawing/2014/main" id="{C06FF0F7-42CF-440E-C764-52E55171EB29}"/>
              </a:ext>
            </a:extLst>
          </p:cNvPr>
          <p:cNvCxnSpPr>
            <a:cxnSpLocks/>
          </p:cNvCxnSpPr>
          <p:nvPr/>
        </p:nvCxnSpPr>
        <p:spPr bwMode="auto">
          <a:xfrm rot="5400000">
            <a:off x="8474669" y="3652261"/>
            <a:ext cx="708025" cy="698500"/>
          </a:xfrm>
          <a:prstGeom prst="curvedConnector3">
            <a:avLst>
              <a:gd name="adj1" fmla="val -4616"/>
            </a:avLst>
          </a:prstGeom>
          <a:noFill/>
          <a:ln w="19050" algn="ctr">
            <a:solidFill>
              <a:srgbClr val="FF0000"/>
            </a:solidFill>
            <a:prstDash val="sysDot"/>
            <a:round/>
            <a:headEnd/>
            <a:tailEnd type="triangle" w="med" len="med"/>
          </a:ln>
          <a:extLst>
            <a:ext uri="{909E8E84-426E-40DD-AFC4-6F175D3DCCD1}">
              <a14:hiddenFill xmlns:a14="http://schemas.microsoft.com/office/drawing/2010/main">
                <a:noFill/>
              </a14:hiddenFill>
            </a:ext>
          </a:extLst>
        </p:spPr>
      </p:cxnSp>
      <p:cxnSp>
        <p:nvCxnSpPr>
          <p:cNvPr id="41" name="曲线连接符 40">
            <a:extLst>
              <a:ext uri="{FF2B5EF4-FFF2-40B4-BE49-F238E27FC236}">
                <a16:creationId xmlns:a16="http://schemas.microsoft.com/office/drawing/2014/main" id="{DA4ACDB7-D837-605D-858E-F10657255477}"/>
              </a:ext>
            </a:extLst>
          </p:cNvPr>
          <p:cNvCxnSpPr>
            <a:cxnSpLocks/>
            <a:endCxn id="35" idx="1"/>
          </p:cNvCxnSpPr>
          <p:nvPr/>
        </p:nvCxnSpPr>
        <p:spPr bwMode="auto">
          <a:xfrm rot="5400000">
            <a:off x="7719813" y="4454743"/>
            <a:ext cx="669925" cy="633412"/>
          </a:xfrm>
          <a:prstGeom prst="curvedConnector4">
            <a:avLst>
              <a:gd name="adj1" fmla="val -9176"/>
              <a:gd name="adj2" fmla="val 136139"/>
            </a:avLst>
          </a:prstGeom>
          <a:noFill/>
          <a:ln w="19050" algn="ctr">
            <a:solidFill>
              <a:srgbClr val="FF0000"/>
            </a:solidFill>
            <a:prstDash val="sysDot"/>
            <a:round/>
            <a:headEnd/>
            <a:tailEnd type="triangle" w="med" len="med"/>
          </a:ln>
          <a:extLst>
            <a:ext uri="{909E8E84-426E-40DD-AFC4-6F175D3DCCD1}">
              <a14:hiddenFill xmlns:a14="http://schemas.microsoft.com/office/drawing/2010/main">
                <a:noFill/>
              </a14:hiddenFill>
            </a:ext>
          </a:extLst>
        </p:spPr>
      </p:cxnSp>
      <p:cxnSp>
        <p:nvCxnSpPr>
          <p:cNvPr id="42" name="曲线连接符 41">
            <a:extLst>
              <a:ext uri="{FF2B5EF4-FFF2-40B4-BE49-F238E27FC236}">
                <a16:creationId xmlns:a16="http://schemas.microsoft.com/office/drawing/2014/main" id="{A1280445-FC36-DAE9-8751-29E4206D9317}"/>
              </a:ext>
            </a:extLst>
          </p:cNvPr>
          <p:cNvCxnSpPr>
            <a:cxnSpLocks/>
            <a:endCxn id="36" idx="1"/>
          </p:cNvCxnSpPr>
          <p:nvPr/>
        </p:nvCxnSpPr>
        <p:spPr bwMode="auto">
          <a:xfrm rot="16200000" flipH="1">
            <a:off x="7774582" y="5344536"/>
            <a:ext cx="715963" cy="693737"/>
          </a:xfrm>
          <a:prstGeom prst="curvedConnector2">
            <a:avLst/>
          </a:prstGeom>
          <a:noFill/>
          <a:ln w="19050" algn="ctr">
            <a:solidFill>
              <a:srgbClr val="FF0000"/>
            </a:solidFill>
            <a:prstDash val="sysDot"/>
            <a:round/>
            <a:headEnd/>
            <a:tailEnd type="triangle" w="med" len="med"/>
          </a:ln>
          <a:extLst>
            <a:ext uri="{909E8E84-426E-40DD-AFC4-6F175D3DCCD1}">
              <a14:hiddenFill xmlns:a14="http://schemas.microsoft.com/office/drawing/2010/main">
                <a:noFill/>
              </a14:hiddenFill>
            </a:ext>
          </a:extLst>
        </p:spPr>
      </p:cxnSp>
      <p:cxnSp>
        <p:nvCxnSpPr>
          <p:cNvPr id="43" name="曲线连接符 42">
            <a:extLst>
              <a:ext uri="{FF2B5EF4-FFF2-40B4-BE49-F238E27FC236}">
                <a16:creationId xmlns:a16="http://schemas.microsoft.com/office/drawing/2014/main" id="{36499332-7D71-297B-B3AB-BF64D48DAF7A}"/>
              </a:ext>
            </a:extLst>
          </p:cNvPr>
          <p:cNvCxnSpPr>
            <a:cxnSpLocks/>
            <a:endCxn id="37" idx="1"/>
          </p:cNvCxnSpPr>
          <p:nvPr/>
        </p:nvCxnSpPr>
        <p:spPr bwMode="auto">
          <a:xfrm rot="16200000" flipH="1">
            <a:off x="9452570" y="4814311"/>
            <a:ext cx="484187" cy="465137"/>
          </a:xfrm>
          <a:prstGeom prst="curvedConnector2">
            <a:avLst/>
          </a:prstGeom>
          <a:noFill/>
          <a:ln w="19050" algn="ctr">
            <a:solidFill>
              <a:srgbClr val="FF0000"/>
            </a:solidFill>
            <a:prstDash val="sysDot"/>
            <a:round/>
            <a:headEnd/>
            <a:tailEnd type="triangle" w="med" len="med"/>
          </a:ln>
          <a:extLst>
            <a:ext uri="{909E8E84-426E-40DD-AFC4-6F175D3DCCD1}">
              <a14:hiddenFill xmlns:a14="http://schemas.microsoft.com/office/drawing/2010/main">
                <a:noFill/>
              </a14:hiddenFill>
            </a:ext>
          </a:extLst>
        </p:spPr>
      </p:cxnSp>
      <p:cxnSp>
        <p:nvCxnSpPr>
          <p:cNvPr id="44" name="曲线连接符 43">
            <a:extLst>
              <a:ext uri="{FF2B5EF4-FFF2-40B4-BE49-F238E27FC236}">
                <a16:creationId xmlns:a16="http://schemas.microsoft.com/office/drawing/2014/main" id="{23C045DF-EA6E-0174-4420-EA6432C6B03D}"/>
              </a:ext>
            </a:extLst>
          </p:cNvPr>
          <p:cNvCxnSpPr>
            <a:cxnSpLocks/>
          </p:cNvCxnSpPr>
          <p:nvPr/>
        </p:nvCxnSpPr>
        <p:spPr bwMode="auto">
          <a:xfrm rot="16200000" flipH="1">
            <a:off x="10408245" y="3984048"/>
            <a:ext cx="484188" cy="465137"/>
          </a:xfrm>
          <a:prstGeom prst="curvedConnector2">
            <a:avLst/>
          </a:prstGeom>
          <a:noFill/>
          <a:ln w="19050" algn="ctr">
            <a:solidFill>
              <a:srgbClr val="FF0000"/>
            </a:solidFill>
            <a:prstDash val="sysDot"/>
            <a:round/>
            <a:headEnd/>
            <a:tailEnd type="triangle" w="med" len="med"/>
          </a:ln>
          <a:extLst>
            <a:ext uri="{909E8E84-426E-40DD-AFC4-6F175D3DCCD1}">
              <a14:hiddenFill xmlns:a14="http://schemas.microsoft.com/office/drawing/2010/main">
                <a:noFill/>
              </a14:hiddenFill>
            </a:ext>
          </a:extLst>
        </p:spPr>
      </p:cxnSp>
      <p:cxnSp>
        <p:nvCxnSpPr>
          <p:cNvPr id="45" name="曲线连接符 44">
            <a:extLst>
              <a:ext uri="{FF2B5EF4-FFF2-40B4-BE49-F238E27FC236}">
                <a16:creationId xmlns:a16="http://schemas.microsoft.com/office/drawing/2014/main" id="{3366C5AE-1B45-0E9A-76BA-51367E01527F}"/>
              </a:ext>
            </a:extLst>
          </p:cNvPr>
          <p:cNvCxnSpPr>
            <a:cxnSpLocks/>
          </p:cNvCxnSpPr>
          <p:nvPr/>
        </p:nvCxnSpPr>
        <p:spPr bwMode="auto">
          <a:xfrm rot="5400000" flipH="1" flipV="1">
            <a:off x="8366719" y="5765224"/>
            <a:ext cx="835025" cy="63500"/>
          </a:xfrm>
          <a:prstGeom prst="curvedConnector5">
            <a:avLst>
              <a:gd name="adj1" fmla="val -3162"/>
              <a:gd name="adj2" fmla="val 426315"/>
              <a:gd name="adj3" fmla="val 88935"/>
            </a:avLst>
          </a:prstGeom>
          <a:noFill/>
          <a:ln w="19050"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46" name="曲线连接符 45">
            <a:extLst>
              <a:ext uri="{FF2B5EF4-FFF2-40B4-BE49-F238E27FC236}">
                <a16:creationId xmlns:a16="http://schemas.microsoft.com/office/drawing/2014/main" id="{66ED68A2-4118-BBB3-3538-1F8607B51CE2}"/>
              </a:ext>
            </a:extLst>
          </p:cNvPr>
          <p:cNvCxnSpPr>
            <a:cxnSpLocks/>
          </p:cNvCxnSpPr>
          <p:nvPr/>
        </p:nvCxnSpPr>
        <p:spPr bwMode="auto">
          <a:xfrm rot="5400000" flipH="1" flipV="1">
            <a:off x="8903295" y="5047673"/>
            <a:ext cx="687387" cy="100013"/>
          </a:xfrm>
          <a:prstGeom prst="curvedConnector3">
            <a:avLst>
              <a:gd name="adj1" fmla="val 92222"/>
            </a:avLst>
          </a:prstGeom>
          <a:noFill/>
          <a:ln w="19050"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47" name="曲线连接符 46">
            <a:extLst>
              <a:ext uri="{FF2B5EF4-FFF2-40B4-BE49-F238E27FC236}">
                <a16:creationId xmlns:a16="http://schemas.microsoft.com/office/drawing/2014/main" id="{B79EDB47-BC66-3C74-9F70-47CE32D1A7D1}"/>
              </a:ext>
            </a:extLst>
          </p:cNvPr>
          <p:cNvCxnSpPr>
            <a:cxnSpLocks/>
          </p:cNvCxnSpPr>
          <p:nvPr/>
        </p:nvCxnSpPr>
        <p:spPr bwMode="auto">
          <a:xfrm rot="16200000" flipV="1">
            <a:off x="10046295" y="4787323"/>
            <a:ext cx="415925" cy="263525"/>
          </a:xfrm>
          <a:prstGeom prst="curvedConnector3">
            <a:avLst>
              <a:gd name="adj1" fmla="val 35227"/>
            </a:avLst>
          </a:prstGeom>
          <a:noFill/>
          <a:ln w="19050"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48" name="曲线连接符 47">
            <a:extLst>
              <a:ext uri="{FF2B5EF4-FFF2-40B4-BE49-F238E27FC236}">
                <a16:creationId xmlns:a16="http://schemas.microsoft.com/office/drawing/2014/main" id="{70B5DC86-7466-1E60-0195-2AF8DE181B27}"/>
              </a:ext>
            </a:extLst>
          </p:cNvPr>
          <p:cNvCxnSpPr>
            <a:cxnSpLocks/>
          </p:cNvCxnSpPr>
          <p:nvPr/>
        </p:nvCxnSpPr>
        <p:spPr bwMode="auto">
          <a:xfrm rot="5400000" flipH="1" flipV="1">
            <a:off x="9630369" y="3980874"/>
            <a:ext cx="593725" cy="450850"/>
          </a:xfrm>
          <a:prstGeom prst="curvedConnector3">
            <a:avLst>
              <a:gd name="adj1" fmla="val 50000"/>
            </a:avLst>
          </a:prstGeom>
          <a:noFill/>
          <a:ln w="19050"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49" name="曲线连接符 48">
            <a:extLst>
              <a:ext uri="{FF2B5EF4-FFF2-40B4-BE49-F238E27FC236}">
                <a16:creationId xmlns:a16="http://schemas.microsoft.com/office/drawing/2014/main" id="{4770EAAE-843D-4F9E-27C5-2F0B282EBBD6}"/>
              </a:ext>
            </a:extLst>
          </p:cNvPr>
          <p:cNvCxnSpPr>
            <a:cxnSpLocks/>
          </p:cNvCxnSpPr>
          <p:nvPr/>
        </p:nvCxnSpPr>
        <p:spPr bwMode="auto">
          <a:xfrm rot="16200000" flipV="1">
            <a:off x="10893225" y="3881655"/>
            <a:ext cx="360363" cy="330200"/>
          </a:xfrm>
          <a:prstGeom prst="curvedConnector3">
            <a:avLst>
              <a:gd name="adj1" fmla="val 50000"/>
            </a:avLst>
          </a:prstGeom>
          <a:noFill/>
          <a:ln w="19050"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50" name="曲线连接符 49">
            <a:extLst>
              <a:ext uri="{FF2B5EF4-FFF2-40B4-BE49-F238E27FC236}">
                <a16:creationId xmlns:a16="http://schemas.microsoft.com/office/drawing/2014/main" id="{BED41D48-8262-A7A5-3112-CF1ACAEE2649}"/>
              </a:ext>
            </a:extLst>
          </p:cNvPr>
          <p:cNvCxnSpPr>
            <a:cxnSpLocks/>
          </p:cNvCxnSpPr>
          <p:nvPr/>
        </p:nvCxnSpPr>
        <p:spPr bwMode="auto">
          <a:xfrm rot="5400000" flipH="1" flipV="1">
            <a:off x="10381258" y="3293485"/>
            <a:ext cx="506412" cy="157163"/>
          </a:xfrm>
          <a:prstGeom prst="curvedConnector3">
            <a:avLst>
              <a:gd name="adj1" fmla="val 51741"/>
            </a:avLst>
          </a:prstGeom>
          <a:noFill/>
          <a:ln w="19050"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51" name="曲线连接符 77">
            <a:extLst>
              <a:ext uri="{FF2B5EF4-FFF2-40B4-BE49-F238E27FC236}">
                <a16:creationId xmlns:a16="http://schemas.microsoft.com/office/drawing/2014/main" id="{C468D62B-6198-3C19-B243-575E789A6881}"/>
              </a:ext>
            </a:extLst>
          </p:cNvPr>
          <p:cNvCxnSpPr>
            <a:cxnSpLocks/>
          </p:cNvCxnSpPr>
          <p:nvPr/>
        </p:nvCxnSpPr>
        <p:spPr bwMode="auto">
          <a:xfrm rot="5400000">
            <a:off x="6644261" y="3172199"/>
            <a:ext cx="1158875" cy="12700"/>
          </a:xfrm>
          <a:prstGeom prst="curvedConnector3">
            <a:avLst>
              <a:gd name="adj1" fmla="val 50000"/>
            </a:avLst>
          </a:prstGeom>
          <a:noFill/>
          <a:ln w="19050" algn="ctr">
            <a:solidFill>
              <a:srgbClr val="FF0000"/>
            </a:solidFill>
            <a:prstDash val="sysDot"/>
            <a:round/>
            <a:headEnd/>
            <a:tailEnd type="triangle" w="med" len="med"/>
          </a:ln>
          <a:extLst>
            <a:ext uri="{909E8E84-426E-40DD-AFC4-6F175D3DCCD1}">
              <a14:hiddenFill xmlns:a14="http://schemas.microsoft.com/office/drawing/2010/main">
                <a:noFill/>
              </a14:hiddenFill>
            </a:ext>
          </a:extLst>
        </p:spPr>
      </p:cxnSp>
      <p:cxnSp>
        <p:nvCxnSpPr>
          <p:cNvPr id="52" name="曲线连接符 79">
            <a:extLst>
              <a:ext uri="{FF2B5EF4-FFF2-40B4-BE49-F238E27FC236}">
                <a16:creationId xmlns:a16="http://schemas.microsoft.com/office/drawing/2014/main" id="{6FB610D1-A5A3-5F5C-9332-10AA67A85791}"/>
              </a:ext>
            </a:extLst>
          </p:cNvPr>
          <p:cNvCxnSpPr>
            <a:cxnSpLocks/>
          </p:cNvCxnSpPr>
          <p:nvPr/>
        </p:nvCxnSpPr>
        <p:spPr bwMode="auto">
          <a:xfrm rot="16200000" flipV="1">
            <a:off x="7444407" y="3168884"/>
            <a:ext cx="1143000" cy="7938"/>
          </a:xfrm>
          <a:prstGeom prst="curvedConnector3">
            <a:avLst>
              <a:gd name="adj1" fmla="val 50000"/>
            </a:avLst>
          </a:prstGeom>
          <a:noFill/>
          <a:ln w="19050" algn="ctr">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53" name="矩形 25616">
            <a:extLst>
              <a:ext uri="{FF2B5EF4-FFF2-40B4-BE49-F238E27FC236}">
                <a16:creationId xmlns:a16="http://schemas.microsoft.com/office/drawing/2014/main" id="{3B5F2101-511F-24C5-626B-9CDFD3E21747}"/>
              </a:ext>
            </a:extLst>
          </p:cNvPr>
          <p:cNvSpPr>
            <a:spLocks noChangeArrowheads="1"/>
          </p:cNvSpPr>
          <p:nvPr/>
        </p:nvSpPr>
        <p:spPr bwMode="auto">
          <a:xfrm>
            <a:off x="7169226" y="2811967"/>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dirty="0">
                <a:solidFill>
                  <a:srgbClr val="FF0000"/>
                </a:solidFill>
                <a:latin typeface="微软雅黑" panose="020B0503020204020204" pitchFamily="34" charset="-122"/>
                <a:ea typeface="微软雅黑" panose="020B0503020204020204" pitchFamily="34" charset="-122"/>
              </a:rPr>
              <a:t>控制流</a:t>
            </a:r>
          </a:p>
        </p:txBody>
      </p:sp>
      <p:sp>
        <p:nvSpPr>
          <p:cNvPr id="54" name="矩形 87">
            <a:extLst>
              <a:ext uri="{FF2B5EF4-FFF2-40B4-BE49-F238E27FC236}">
                <a16:creationId xmlns:a16="http://schemas.microsoft.com/office/drawing/2014/main" id="{F809E3A5-62AD-C7E2-631B-36F2A6569C65}"/>
              </a:ext>
            </a:extLst>
          </p:cNvPr>
          <p:cNvSpPr>
            <a:spLocks noChangeArrowheads="1"/>
          </p:cNvSpPr>
          <p:nvPr/>
        </p:nvSpPr>
        <p:spPr bwMode="auto">
          <a:xfrm>
            <a:off x="7968213" y="2798334"/>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dirty="0">
                <a:solidFill>
                  <a:srgbClr val="0000FF"/>
                </a:solidFill>
                <a:latin typeface="微软雅黑" panose="020B0503020204020204" pitchFamily="34" charset="-122"/>
                <a:ea typeface="微软雅黑" panose="020B0503020204020204" pitchFamily="34" charset="-122"/>
              </a:rPr>
              <a:t>数据流</a:t>
            </a:r>
            <a:endParaRPr lang="zh-CN" altLang="en-US" dirty="0">
              <a:latin typeface="微软雅黑" panose="020B0503020204020204" pitchFamily="34" charset="-122"/>
              <a:ea typeface="微软雅黑" panose="020B0503020204020204" pitchFamily="34" charset="-122"/>
            </a:endParaRPr>
          </a:p>
        </p:txBody>
      </p:sp>
      <p:sp>
        <p:nvSpPr>
          <p:cNvPr id="56" name="文本框 55">
            <a:extLst>
              <a:ext uri="{FF2B5EF4-FFF2-40B4-BE49-F238E27FC236}">
                <a16:creationId xmlns:a16="http://schemas.microsoft.com/office/drawing/2014/main" id="{047932C1-ADB1-8FF2-C681-13804EF23F52}"/>
              </a:ext>
            </a:extLst>
          </p:cNvPr>
          <p:cNvSpPr txBox="1"/>
          <p:nvPr/>
        </p:nvSpPr>
        <p:spPr>
          <a:xfrm>
            <a:off x="8596146" y="1167833"/>
            <a:ext cx="2150997" cy="1323439"/>
          </a:xfrm>
          <a:prstGeom prst="rect">
            <a:avLst/>
          </a:prstGeom>
          <a:noFill/>
        </p:spPr>
        <p:txBody>
          <a:bodyPr wrap="square">
            <a:spAutoFit/>
          </a:bodyPr>
          <a:lstStyle/>
          <a:p>
            <a:r>
              <a:rPr lang="zh-CN" altLang="en-US" sz="2000" b="1" dirty="0">
                <a:latin typeface="微软雅黑" panose="020B0503020204020204" pitchFamily="34" charset="-122"/>
                <a:ea typeface="微软雅黑" panose="020B0503020204020204" pitchFamily="34" charset="-122"/>
              </a:rPr>
              <a:t>函数调用</a:t>
            </a:r>
            <a:r>
              <a:rPr lang="en-US" altLang="zh-CN" sz="2000" b="1" dirty="0">
                <a:latin typeface="微软雅黑" panose="020B0503020204020204" pitchFamily="34" charset="-122"/>
                <a:ea typeface="微软雅黑" panose="020B0503020204020204" pitchFamily="34" charset="-122"/>
              </a:rPr>
              <a:t>:</a:t>
            </a:r>
          </a:p>
          <a:p>
            <a:pPr lvl="1">
              <a:buFontTx/>
              <a:buChar char="•"/>
            </a:pPr>
            <a:r>
              <a:rPr lang="en-US" altLang="zh-CN" sz="2000" dirty="0">
                <a:latin typeface="微软雅黑" panose="020B0503020204020204" pitchFamily="34" charset="-122"/>
                <a:ea typeface="微软雅黑" panose="020B0503020204020204" pitchFamily="34" charset="-122"/>
              </a:rPr>
              <a:t> </a:t>
            </a:r>
            <a:r>
              <a:rPr lang="en-US" altLang="zh-CN" sz="2000" dirty="0">
                <a:solidFill>
                  <a:srgbClr val="CC3300"/>
                </a:solidFill>
                <a:latin typeface="微软雅黑" panose="020B0503020204020204" pitchFamily="34" charset="-122"/>
                <a:ea typeface="微软雅黑" panose="020B0503020204020204" pitchFamily="34" charset="-122"/>
              </a:rPr>
              <a:t>Open()</a:t>
            </a:r>
          </a:p>
          <a:p>
            <a:pPr lvl="1">
              <a:buFontTx/>
              <a:buChar char="•"/>
            </a:pPr>
            <a:r>
              <a:rPr lang="en-US" altLang="zh-CN" sz="2000" dirty="0">
                <a:latin typeface="微软雅黑" panose="020B0503020204020204" pitchFamily="34" charset="-122"/>
                <a:ea typeface="微软雅黑" panose="020B0503020204020204" pitchFamily="34" charset="-122"/>
              </a:rPr>
              <a:t> </a:t>
            </a:r>
            <a:r>
              <a:rPr lang="en-US" altLang="zh-CN" sz="2000" dirty="0" err="1">
                <a:solidFill>
                  <a:srgbClr val="CC3300"/>
                </a:solidFill>
                <a:latin typeface="微软雅黑" panose="020B0503020204020204" pitchFamily="34" charset="-122"/>
                <a:ea typeface="微软雅黑" panose="020B0503020204020204" pitchFamily="34" charset="-122"/>
              </a:rPr>
              <a:t>GetNext</a:t>
            </a:r>
            <a:r>
              <a:rPr lang="en-US" altLang="zh-CN" sz="2000" dirty="0">
                <a:solidFill>
                  <a:srgbClr val="CC3300"/>
                </a:solidFill>
                <a:latin typeface="微软雅黑" panose="020B0503020204020204" pitchFamily="34" charset="-122"/>
                <a:ea typeface="微软雅黑" panose="020B0503020204020204" pitchFamily="34" charset="-122"/>
              </a:rPr>
              <a:t>()</a:t>
            </a:r>
          </a:p>
          <a:p>
            <a:pPr lvl="1">
              <a:buFontTx/>
              <a:buChar char="•"/>
            </a:pPr>
            <a:r>
              <a:rPr lang="en-US" altLang="zh-CN" sz="2000" dirty="0">
                <a:latin typeface="微软雅黑" panose="020B0503020204020204" pitchFamily="34" charset="-122"/>
                <a:ea typeface="微软雅黑" panose="020B0503020204020204" pitchFamily="34" charset="-122"/>
              </a:rPr>
              <a:t> </a:t>
            </a:r>
            <a:r>
              <a:rPr lang="en-US" altLang="zh-CN" sz="2000" dirty="0">
                <a:solidFill>
                  <a:srgbClr val="CC3300"/>
                </a:solidFill>
                <a:latin typeface="微软雅黑" panose="020B0503020204020204" pitchFamily="34" charset="-122"/>
                <a:ea typeface="微软雅黑" panose="020B0503020204020204" pitchFamily="34" charset="-122"/>
              </a:rPr>
              <a:t>Close()</a:t>
            </a:r>
          </a:p>
        </p:txBody>
      </p:sp>
      <p:pic>
        <p:nvPicPr>
          <p:cNvPr id="6" name="图片 5">
            <a:extLst>
              <a:ext uri="{FF2B5EF4-FFF2-40B4-BE49-F238E27FC236}">
                <a16:creationId xmlns:a16="http://schemas.microsoft.com/office/drawing/2014/main" id="{D20F3ED2-4022-7693-3C23-1CABE45DB0B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4223" y="4140584"/>
            <a:ext cx="6016113" cy="2363733"/>
          </a:xfrm>
          <a:prstGeom prst="rect">
            <a:avLst/>
          </a:prstGeom>
          <a:noFill/>
        </p:spPr>
      </p:pic>
    </p:spTree>
    <p:extLst>
      <p:ext uri="{BB962C8B-B14F-4D97-AF65-F5344CB8AC3E}">
        <p14:creationId xmlns:p14="http://schemas.microsoft.com/office/powerpoint/2010/main" val="238587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9">
            <a:extLst>
              <a:ext uri="{FF2B5EF4-FFF2-40B4-BE49-F238E27FC236}">
                <a16:creationId xmlns:a16="http://schemas.microsoft.com/office/drawing/2014/main" id="{64AF1E3E-264F-46D6-AD80-3AA28C7DC886}"/>
              </a:ext>
            </a:extLst>
          </p:cNvPr>
          <p:cNvSpPr/>
          <p:nvPr/>
        </p:nvSpPr>
        <p:spPr>
          <a:xfrm>
            <a:off x="1031110" y="1157047"/>
            <a:ext cx="10189518" cy="416698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火山模型</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390650" y="1680505"/>
            <a:ext cx="9410700" cy="3075455"/>
          </a:xfrm>
        </p:spPr>
        <p:txBody>
          <a:bodyPr/>
          <a:lstStyle/>
          <a:p>
            <a:pPr>
              <a:lnSpc>
                <a:spcPct val="150000"/>
              </a:lnSpc>
            </a:pPr>
            <a:r>
              <a:rPr lang="zh-CN" altLang="en-US" sz="2000" b="1" dirty="0">
                <a:solidFill>
                  <a:srgbClr val="6F1687"/>
                </a:solidFill>
                <a:latin typeface="微软雅黑" panose="020B0503020204020204" pitchFamily="34" charset="-122"/>
                <a:ea typeface="微软雅黑" panose="020B0503020204020204" pitchFamily="34" charset="-122"/>
              </a:rPr>
              <a:t>火山模型（</a:t>
            </a:r>
            <a:r>
              <a:rPr lang="en-US" altLang="zh-CN" sz="2000" b="1" dirty="0">
                <a:solidFill>
                  <a:srgbClr val="6F1687"/>
                </a:solidFill>
                <a:latin typeface="微软雅黑" panose="020B0503020204020204" pitchFamily="34" charset="-122"/>
                <a:ea typeface="微软雅黑" panose="020B0503020204020204" pitchFamily="34" charset="-122"/>
              </a:rPr>
              <a:t>volcano model</a:t>
            </a:r>
            <a:r>
              <a:rPr lang="zh-CN" altLang="en-US" sz="2000" b="1" dirty="0">
                <a:solidFill>
                  <a:srgbClr val="6F1687"/>
                </a:solidFill>
                <a:latin typeface="微软雅黑" panose="020B0503020204020204" pitchFamily="34" charset="-122"/>
                <a:ea typeface="微软雅黑" panose="020B0503020204020204" pitchFamily="34" charset="-122"/>
              </a:rPr>
              <a:t>）又被称为迭代模型（</a:t>
            </a:r>
            <a:r>
              <a:rPr lang="en-US" altLang="zh-CN" sz="2000" b="1" dirty="0">
                <a:solidFill>
                  <a:srgbClr val="6F1687"/>
                </a:solidFill>
                <a:latin typeface="微软雅黑" panose="020B0503020204020204" pitchFamily="34" charset="-122"/>
                <a:ea typeface="微软雅黑" panose="020B0503020204020204" pitchFamily="34" charset="-122"/>
              </a:rPr>
              <a:t>iterator model</a:t>
            </a:r>
            <a:r>
              <a:rPr lang="zh-CN" altLang="en-US" sz="2000" b="1" dirty="0">
                <a:solidFill>
                  <a:srgbClr val="6F1687"/>
                </a:solidFill>
                <a:latin typeface="微软雅黑" panose="020B0503020204020204" pitchFamily="34" charset="-122"/>
                <a:ea typeface="微软雅黑" panose="020B0503020204020204" pitchFamily="34" charset="-122"/>
              </a:rPr>
              <a:t>）或流水线模型（</a:t>
            </a:r>
            <a:r>
              <a:rPr lang="en-US" altLang="zh-CN" sz="2000" b="1" dirty="0">
                <a:solidFill>
                  <a:srgbClr val="6F1687"/>
                </a:solidFill>
                <a:latin typeface="微软雅黑" panose="020B0503020204020204" pitchFamily="34" charset="-122"/>
                <a:ea typeface="微软雅黑" panose="020B0503020204020204" pitchFamily="34" charset="-122"/>
              </a:rPr>
              <a:t>pipeline model</a:t>
            </a:r>
            <a:r>
              <a:rPr lang="zh-CN" altLang="en-US" sz="2000" b="1" dirty="0">
                <a:solidFill>
                  <a:srgbClr val="6F1687"/>
                </a:solidFill>
                <a:latin typeface="微软雅黑" panose="020B0503020204020204" pitchFamily="34" charset="-122"/>
                <a:ea typeface="微软雅黑" panose="020B0503020204020204" pitchFamily="34" charset="-122"/>
              </a:rPr>
              <a:t>）；</a:t>
            </a:r>
            <a:endParaRPr lang="en-US" altLang="zh-CN" sz="2000" b="1" dirty="0">
              <a:solidFill>
                <a:srgbClr val="6F1687"/>
              </a:solidFill>
              <a:latin typeface="微软雅黑" panose="020B0503020204020204" pitchFamily="34" charset="-122"/>
              <a:ea typeface="微软雅黑" panose="020B0503020204020204" pitchFamily="34" charset="-122"/>
            </a:endParaRPr>
          </a:p>
          <a:p>
            <a:pPr>
              <a:lnSpc>
                <a:spcPct val="150000"/>
              </a:lnSpc>
            </a:pPr>
            <a:r>
              <a:rPr lang="zh-CN" altLang="en-US" sz="2000" b="1" dirty="0">
                <a:solidFill>
                  <a:srgbClr val="6F1687"/>
                </a:solidFill>
                <a:latin typeface="微软雅黑" panose="020B0503020204020204" pitchFamily="34" charset="-122"/>
                <a:ea typeface="微软雅黑" panose="020B0503020204020204" pitchFamily="34" charset="-122"/>
              </a:rPr>
              <a:t>是一种以算子为核心，自上而下的拉取式的执行模型；</a:t>
            </a:r>
            <a:endParaRPr lang="en-US" altLang="zh-CN" sz="2000" b="1" dirty="0">
              <a:solidFill>
                <a:srgbClr val="6F1687"/>
              </a:solidFill>
              <a:latin typeface="微软雅黑" panose="020B0503020204020204" pitchFamily="34" charset="-122"/>
              <a:ea typeface="微软雅黑" panose="020B0503020204020204" pitchFamily="34" charset="-122"/>
            </a:endParaRPr>
          </a:p>
          <a:p>
            <a:pPr>
              <a:lnSpc>
                <a:spcPct val="150000"/>
              </a:lnSpc>
            </a:pPr>
            <a:r>
              <a:rPr lang="zh-CN" altLang="en-US" sz="2000" b="1" dirty="0">
                <a:solidFill>
                  <a:srgbClr val="6F1687"/>
                </a:solidFill>
                <a:latin typeface="微软雅黑" panose="020B0503020204020204" pitchFamily="34" charset="-122"/>
                <a:ea typeface="微软雅黑" panose="020B0503020204020204" pitchFamily="34" charset="-122"/>
              </a:rPr>
              <a:t>所有的算子都被视为独立执行的程序，并为它们提供了一个共同的应用程序接口，以方便拓展应用；</a:t>
            </a:r>
            <a:endParaRPr lang="en-US" altLang="zh-CN" sz="2000" b="1" dirty="0">
              <a:solidFill>
                <a:srgbClr val="6F1687"/>
              </a:solidFill>
              <a:latin typeface="微软雅黑" panose="020B0503020204020204" pitchFamily="34" charset="-122"/>
              <a:ea typeface="微软雅黑" panose="020B0503020204020204" pitchFamily="34" charset="-122"/>
            </a:endParaRPr>
          </a:p>
          <a:p>
            <a:pPr>
              <a:lnSpc>
                <a:spcPct val="150000"/>
              </a:lnSpc>
            </a:pPr>
            <a:r>
              <a:rPr lang="zh-CN" altLang="en-US" sz="2000" b="1" dirty="0">
                <a:solidFill>
                  <a:srgbClr val="6F1687"/>
                </a:solidFill>
                <a:latin typeface="微软雅黑" panose="020B0503020204020204" pitchFamily="34" charset="-122"/>
                <a:ea typeface="微软雅黑" panose="020B0503020204020204" pitchFamily="34" charset="-122"/>
              </a:rPr>
              <a:t>查询自上而下地通过</a:t>
            </a:r>
            <a:r>
              <a:rPr lang="en-US" altLang="zh-CN" sz="2000" b="1" dirty="0">
                <a:solidFill>
                  <a:srgbClr val="6F1687"/>
                </a:solidFill>
                <a:latin typeface="微软雅黑" panose="020B0503020204020204" pitchFamily="34" charset="-122"/>
                <a:ea typeface="微软雅黑" panose="020B0503020204020204" pitchFamily="34" charset="-122"/>
              </a:rPr>
              <a:t>next()</a:t>
            </a:r>
            <a:r>
              <a:rPr lang="zh-CN" altLang="en-US" sz="2000" b="1" dirty="0">
                <a:solidFill>
                  <a:srgbClr val="6F1687"/>
                </a:solidFill>
                <a:latin typeface="微软雅黑" panose="020B0503020204020204" pitchFamily="34" charset="-122"/>
                <a:ea typeface="微软雅黑" panose="020B0503020204020204" pitchFamily="34" charset="-122"/>
              </a:rPr>
              <a:t>函数递归调取数据元组，而元组流向则是自下而上。</a:t>
            </a:r>
            <a:endParaRPr kumimoji="1" lang="zh-CN" altLang="en-US" sz="2000" b="1" dirty="0">
              <a:solidFill>
                <a:srgbClr val="6F1687"/>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C6E5F6C6-D991-4736-A1DA-46F94A91EDCB}"/>
              </a:ext>
            </a:extLst>
          </p:cNvPr>
          <p:cNvSpPr>
            <a:spLocks noGrp="1"/>
          </p:cNvSpPr>
          <p:nvPr>
            <p:ph type="sldNum" sz="quarter" idx="12"/>
          </p:nvPr>
        </p:nvSpPr>
        <p:spPr/>
        <p:txBody>
          <a:bodyPr/>
          <a:lstStyle/>
          <a:p>
            <a:fld id="{4B0D34C0-35A8-654C-9FBA-7B4E017BD630}" type="slidenum">
              <a:rPr lang="en-US" altLang="zh-CN" smtClean="0"/>
              <a:t>12</a:t>
            </a:fld>
            <a:endParaRPr kumimoji="1" lang="zh-CN" altLang="en-US"/>
          </a:p>
        </p:txBody>
      </p:sp>
      <p:sp>
        <p:nvSpPr>
          <p:cNvPr id="5" name="页脚占位符 4">
            <a:extLst>
              <a:ext uri="{FF2B5EF4-FFF2-40B4-BE49-F238E27FC236}">
                <a16:creationId xmlns:a16="http://schemas.microsoft.com/office/drawing/2014/main" id="{6B65A859-1FA4-4158-4042-0F8B1749DE55}"/>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205516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9">
            <a:extLst>
              <a:ext uri="{FF2B5EF4-FFF2-40B4-BE49-F238E27FC236}">
                <a16:creationId xmlns:a16="http://schemas.microsoft.com/office/drawing/2014/main" id="{64AF1E3E-264F-46D6-AD80-3AA28C7DC886}"/>
              </a:ext>
            </a:extLst>
          </p:cNvPr>
          <p:cNvSpPr/>
          <p:nvPr/>
        </p:nvSpPr>
        <p:spPr>
          <a:xfrm>
            <a:off x="1031111" y="1157047"/>
            <a:ext cx="5244962" cy="494903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火山模型示例</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062000" y="1383682"/>
            <a:ext cx="5135775" cy="1484728"/>
          </a:xfrm>
        </p:spPr>
        <p:txBody>
          <a:bodyPr/>
          <a:lstStyle/>
          <a:p>
            <a:pPr>
              <a:lnSpc>
                <a:spcPct val="150000"/>
              </a:lnSpc>
            </a:pPr>
            <a:r>
              <a:rPr lang="zh-CN" altLang="en-US" b="1" dirty="0">
                <a:solidFill>
                  <a:srgbClr val="6F1687"/>
                </a:solidFill>
                <a:latin typeface="微软雅黑" panose="020B0503020204020204" pitchFamily="34" charset="-122"/>
                <a:ea typeface="微软雅黑" panose="020B0503020204020204" pitchFamily="34" charset="-122"/>
              </a:rPr>
              <a:t>查询获取“选修了</a:t>
            </a:r>
            <a:r>
              <a:rPr lang="en-US" altLang="zh-CN" b="1" dirty="0">
                <a:solidFill>
                  <a:srgbClr val="6F1687"/>
                </a:solidFill>
                <a:latin typeface="微软雅黑" panose="020B0503020204020204" pitchFamily="34" charset="-122"/>
                <a:ea typeface="微软雅黑" panose="020B0503020204020204" pitchFamily="34" charset="-122"/>
              </a:rPr>
              <a:t>1</a:t>
            </a:r>
            <a:r>
              <a:rPr lang="zh-CN" altLang="en-US" b="1" dirty="0">
                <a:solidFill>
                  <a:srgbClr val="6F1687"/>
                </a:solidFill>
                <a:latin typeface="微软雅黑" panose="020B0503020204020204" pitchFamily="34" charset="-122"/>
                <a:ea typeface="微软雅黑" panose="020B0503020204020204" pitchFamily="34" charset="-122"/>
              </a:rPr>
              <a:t>号课程的学生学号、姓名及成绩”</a:t>
            </a:r>
            <a:endParaRPr kumimoji="1" lang="zh-CN" altLang="en-US" b="1" dirty="0">
              <a:solidFill>
                <a:srgbClr val="6F1687"/>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4530D2A7-2D43-4DC7-BBB7-4C31EE79644A}"/>
              </a:ext>
            </a:extLst>
          </p:cNvPr>
          <p:cNvSpPr txBox="1"/>
          <p:nvPr/>
        </p:nvSpPr>
        <p:spPr>
          <a:xfrm>
            <a:off x="1211757" y="2973399"/>
            <a:ext cx="4735288" cy="1569660"/>
          </a:xfrm>
          <a:prstGeom prst="rect">
            <a:avLst/>
          </a:prstGeom>
          <a:noFill/>
        </p:spPr>
        <p:txBody>
          <a:bodyPr wrap="square" rtlCol="0">
            <a:spAutoFit/>
          </a:bodyPr>
          <a:lstStyle/>
          <a:p>
            <a:pPr>
              <a:lnSpc>
                <a:spcPct val="150000"/>
              </a:lnSpc>
            </a:pP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Grade</a:t>
            </a:r>
          </a:p>
          <a:p>
            <a:pPr>
              <a:lnSpc>
                <a:spcPct val="150000"/>
              </a:lnSpc>
            </a:pP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FROM SC, Student</a:t>
            </a:r>
          </a:p>
          <a:p>
            <a:pPr>
              <a:lnSpc>
                <a:spcPct val="150000"/>
              </a:lnSpc>
            </a:pP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18" name="灯片编号占位符 17">
            <a:extLst>
              <a:ext uri="{FF2B5EF4-FFF2-40B4-BE49-F238E27FC236}">
                <a16:creationId xmlns:a16="http://schemas.microsoft.com/office/drawing/2014/main" id="{2CB6CD2F-4CB6-4A49-ABB9-5B8D4807E72F}"/>
              </a:ext>
            </a:extLst>
          </p:cNvPr>
          <p:cNvSpPr>
            <a:spLocks noGrp="1"/>
          </p:cNvSpPr>
          <p:nvPr>
            <p:ph type="sldNum" sz="quarter" idx="12"/>
          </p:nvPr>
        </p:nvSpPr>
        <p:spPr/>
        <p:txBody>
          <a:bodyPr/>
          <a:lstStyle/>
          <a:p>
            <a:fld id="{4B0D34C0-35A8-654C-9FBA-7B4E017BD630}" type="slidenum">
              <a:rPr lang="en-US" altLang="zh-CN" smtClean="0"/>
              <a:t>13</a:t>
            </a:fld>
            <a:endParaRPr kumimoji="1" lang="zh-CN" altLang="en-US"/>
          </a:p>
        </p:txBody>
      </p:sp>
      <p:sp>
        <p:nvSpPr>
          <p:cNvPr id="19" name="页脚占位符 18">
            <a:extLst>
              <a:ext uri="{FF2B5EF4-FFF2-40B4-BE49-F238E27FC236}">
                <a16:creationId xmlns:a16="http://schemas.microsoft.com/office/drawing/2014/main" id="{AC4D9209-40BD-0FFB-AFBC-AA92C27C2B46}"/>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执行器</a:t>
            </a:r>
            <a:endParaRPr kumimoji="1" lang="zh-CN" altLang="en-US" dirty="0">
              <a:latin typeface="SimHei" panose="02010609060101010101" pitchFamily="49" charset="-122"/>
              <a:ea typeface="SimHei" panose="02010609060101010101" pitchFamily="49" charset="-122"/>
            </a:endParaRPr>
          </a:p>
        </p:txBody>
      </p:sp>
      <p:sp>
        <p:nvSpPr>
          <p:cNvPr id="37" name="Shape6">
            <a:extLst>
              <a:ext uri="{FF2B5EF4-FFF2-40B4-BE49-F238E27FC236}">
                <a16:creationId xmlns:a16="http://schemas.microsoft.com/office/drawing/2014/main" id="{6CED94E7-86F6-48A8-8B35-0A8C69A81551}"/>
              </a:ext>
            </a:extLst>
          </p:cNvPr>
          <p:cNvSpPr/>
          <p:nvPr/>
        </p:nvSpPr>
        <p:spPr>
          <a:xfrm>
            <a:off x="6567426" y="1157047"/>
            <a:ext cx="4605400" cy="3942456"/>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38" name="文本框 37">
            <a:extLst>
              <a:ext uri="{FF2B5EF4-FFF2-40B4-BE49-F238E27FC236}">
                <a16:creationId xmlns:a16="http://schemas.microsoft.com/office/drawing/2014/main" id="{E991D7C2-B095-4CFD-A38E-24B8DAF67280}"/>
              </a:ext>
            </a:extLst>
          </p:cNvPr>
          <p:cNvSpPr txBox="1"/>
          <p:nvPr/>
        </p:nvSpPr>
        <p:spPr>
          <a:xfrm>
            <a:off x="9042127" y="3128275"/>
            <a:ext cx="1582571" cy="338554"/>
          </a:xfrm>
          <a:prstGeom prst="rect">
            <a:avLst/>
          </a:prstGeom>
          <a:solidFill>
            <a:schemeClr val="bg1">
              <a:lumMod val="95000"/>
            </a:schemeClr>
          </a:solidFill>
        </p:spPr>
        <p:txBody>
          <a:bodyPr wrap="square" rtlCol="0">
            <a:spAutoFit/>
          </a:bodyPr>
          <a:lstStyle/>
          <a:p>
            <a:r>
              <a:rPr lang="en-US" sz="1600" dirty="0" err="1">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45824846-5FBC-4819-A7D7-AD94551C6DB6}"/>
                  </a:ext>
                </a:extLst>
              </p:cNvPr>
              <p:cNvSpPr txBox="1"/>
              <p:nvPr/>
            </p:nvSpPr>
            <p:spPr>
              <a:xfrm>
                <a:off x="8535805" y="2739886"/>
                <a:ext cx="69980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panose="02040503050406030204" pitchFamily="18" charset="0"/>
                        </a:rPr>
                        <m:t>𝜎</m:t>
                      </m:r>
                    </m:oMath>
                  </m:oMathPara>
                </a14:m>
                <a:endParaRPr lang="en-US" sz="4800" dirty="0"/>
              </a:p>
            </p:txBody>
          </p:sp>
        </mc:Choice>
        <mc:Fallback xmlns="">
          <p:sp>
            <p:nvSpPr>
              <p:cNvPr id="39" name="文本框 38">
                <a:extLst>
                  <a:ext uri="{FF2B5EF4-FFF2-40B4-BE49-F238E27FC236}">
                    <a16:creationId xmlns:a16="http://schemas.microsoft.com/office/drawing/2014/main" xmlns:a14="http://schemas.microsoft.com/office/drawing/2010/main" xmlns="" id="{45824846-5FBC-4819-A7D7-AD94551C6DB6}"/>
                  </a:ext>
                </a:extLst>
              </p:cNvPr>
              <p:cNvSpPr txBox="1">
                <a:spLocks noRot="1" noChangeAspect="1" noMove="1" noResize="1" noEditPoints="1" noAdjustHandles="1" noChangeArrowheads="1" noChangeShapeType="1" noTextEdit="1"/>
              </p:cNvSpPr>
              <p:nvPr/>
            </p:nvSpPr>
            <p:spPr>
              <a:xfrm>
                <a:off x="8535805" y="2739886"/>
                <a:ext cx="699807" cy="830997"/>
              </a:xfrm>
              <a:prstGeom prst="rect">
                <a:avLst/>
              </a:prstGeom>
              <a:blipFill rotWithShape="0">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E6C05DD1-361D-44F4-8524-4FE26D60A078}"/>
                  </a:ext>
                </a:extLst>
              </p:cNvPr>
              <p:cNvSpPr txBox="1"/>
              <p:nvPr/>
            </p:nvSpPr>
            <p:spPr>
              <a:xfrm>
                <a:off x="7969578" y="1834484"/>
                <a:ext cx="835485"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panose="02040503050406030204" pitchFamily="18" charset="0"/>
                        </a:rPr>
                        <m:t>⋈</m:t>
                      </m:r>
                    </m:oMath>
                  </m:oMathPara>
                </a14:m>
                <a:endParaRPr lang="en-US" sz="4800" dirty="0"/>
              </a:p>
            </p:txBody>
          </p:sp>
        </mc:Choice>
        <mc:Fallback xmlns="">
          <p:sp>
            <p:nvSpPr>
              <p:cNvPr id="40" name="文本框 39">
                <a:extLst>
                  <a:ext uri="{FF2B5EF4-FFF2-40B4-BE49-F238E27FC236}">
                    <a16:creationId xmlns:a16="http://schemas.microsoft.com/office/drawing/2014/main" xmlns:a14="http://schemas.microsoft.com/office/drawing/2010/main" xmlns="" id="{E6C05DD1-361D-44F4-8524-4FE26D60A078}"/>
                  </a:ext>
                </a:extLst>
              </p:cNvPr>
              <p:cNvSpPr txBox="1">
                <a:spLocks noRot="1" noChangeAspect="1" noMove="1" noResize="1" noEditPoints="1" noAdjustHandles="1" noChangeArrowheads="1" noChangeShapeType="1" noTextEdit="1"/>
              </p:cNvSpPr>
              <p:nvPr/>
            </p:nvSpPr>
            <p:spPr>
              <a:xfrm>
                <a:off x="7969578" y="1834484"/>
                <a:ext cx="835485" cy="830997"/>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03D771C2-911D-407E-9F7A-73BE4B64543B}"/>
                  </a:ext>
                </a:extLst>
              </p:cNvPr>
              <p:cNvSpPr txBox="1"/>
              <p:nvPr/>
            </p:nvSpPr>
            <p:spPr>
              <a:xfrm>
                <a:off x="8017667" y="1031263"/>
                <a:ext cx="739305"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latin typeface="Cambria Math" panose="02040503050406030204" pitchFamily="18" charset="0"/>
                        </a:rPr>
                        <m:t>Π</m:t>
                      </m:r>
                    </m:oMath>
                  </m:oMathPara>
                </a14:m>
                <a:endParaRPr lang="en-US" sz="4800" dirty="0"/>
              </a:p>
            </p:txBody>
          </p:sp>
        </mc:Choice>
        <mc:Fallback xmlns="">
          <p:sp>
            <p:nvSpPr>
              <p:cNvPr id="41" name="文本框 40">
                <a:extLst>
                  <a:ext uri="{FF2B5EF4-FFF2-40B4-BE49-F238E27FC236}">
                    <a16:creationId xmlns:a16="http://schemas.microsoft.com/office/drawing/2014/main" xmlns:a14="http://schemas.microsoft.com/office/drawing/2010/main" xmlns="" id="{03D771C2-911D-407E-9F7A-73BE4B64543B}"/>
                  </a:ext>
                </a:extLst>
              </p:cNvPr>
              <p:cNvSpPr txBox="1">
                <a:spLocks noRot="1" noChangeAspect="1" noMove="1" noResize="1" noEditPoints="1" noAdjustHandles="1" noChangeArrowheads="1" noChangeShapeType="1" noTextEdit="1"/>
              </p:cNvSpPr>
              <p:nvPr/>
            </p:nvSpPr>
            <p:spPr>
              <a:xfrm>
                <a:off x="8017667" y="1031263"/>
                <a:ext cx="739305" cy="830997"/>
              </a:xfrm>
              <a:prstGeom prst="rect">
                <a:avLst/>
              </a:prstGeom>
              <a:blipFill rotWithShape="0">
                <a:blip r:embed="rId5"/>
                <a:stretch>
                  <a:fillRect/>
                </a:stretch>
              </a:blipFill>
            </p:spPr>
            <p:txBody>
              <a:bodyPr/>
              <a:lstStyle/>
              <a:p>
                <a:r>
                  <a:rPr lang="zh-CN" altLang="en-US">
                    <a:noFill/>
                  </a:rPr>
                  <a:t> </a:t>
                </a:r>
              </a:p>
            </p:txBody>
          </p:sp>
        </mc:Fallback>
      </mc:AlternateContent>
      <p:sp>
        <p:nvSpPr>
          <p:cNvPr id="42" name="文本框 41">
            <a:extLst>
              <a:ext uri="{FF2B5EF4-FFF2-40B4-BE49-F238E27FC236}">
                <a16:creationId xmlns:a16="http://schemas.microsoft.com/office/drawing/2014/main" id="{4CA380D4-CC3D-494E-8771-AF536B2D5BD0}"/>
              </a:ext>
            </a:extLst>
          </p:cNvPr>
          <p:cNvSpPr txBox="1"/>
          <p:nvPr/>
        </p:nvSpPr>
        <p:spPr>
          <a:xfrm>
            <a:off x="8620021" y="2187406"/>
            <a:ext cx="2331985" cy="338554"/>
          </a:xfrm>
          <a:prstGeom prst="rect">
            <a:avLst/>
          </a:prstGeom>
          <a:solidFill>
            <a:schemeClr val="bg1">
              <a:lumMod val="95000"/>
            </a:schemeClr>
          </a:solidFill>
        </p:spPr>
        <p:txBody>
          <a:bodyPr wrap="none" rtlCol="0">
            <a:spAutoFit/>
          </a:bodyPr>
          <a:lstStyle/>
          <a:p>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43" name="文本框 42">
            <a:extLst>
              <a:ext uri="{FF2B5EF4-FFF2-40B4-BE49-F238E27FC236}">
                <a16:creationId xmlns:a16="http://schemas.microsoft.com/office/drawing/2014/main" id="{6191EBC5-1736-4EF2-93E7-C61ABDD4F797}"/>
              </a:ext>
            </a:extLst>
          </p:cNvPr>
          <p:cNvSpPr txBox="1"/>
          <p:nvPr/>
        </p:nvSpPr>
        <p:spPr>
          <a:xfrm>
            <a:off x="8588564" y="1393502"/>
            <a:ext cx="1920719" cy="338554"/>
          </a:xfrm>
          <a:prstGeom prst="rect">
            <a:avLst/>
          </a:prstGeom>
          <a:solidFill>
            <a:schemeClr val="bg1">
              <a:lumMod val="95000"/>
            </a:schemeClr>
          </a:solidFill>
        </p:spPr>
        <p:txBody>
          <a:bodyPr wrap="none" rtlCol="0">
            <a:spAutoFit/>
          </a:bodyPr>
          <a:lstStyle/>
          <a:p>
            <a:r>
              <a:rPr lang="en-US" sz="1600" dirty="0" err="1">
                <a:latin typeface="微软雅黑" panose="020B0503020204020204" pitchFamily="34" charset="-122"/>
                <a:ea typeface="微软雅黑" panose="020B0503020204020204" pitchFamily="34" charset="-122"/>
                <a:cs typeface="Courier New" panose="02070309020205020404" pitchFamily="49" charset="0"/>
              </a:rPr>
              <a:t>Sno,Sname,Grade</a:t>
            </a:r>
            <a:endParaRPr lang="en-US" sz="1600" dirty="0">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44" name="直接箭头连接符 43">
            <a:extLst>
              <a:ext uri="{FF2B5EF4-FFF2-40B4-BE49-F238E27FC236}">
                <a16:creationId xmlns:a16="http://schemas.microsoft.com/office/drawing/2014/main" id="{60E50D21-4C31-4B78-96AE-CE107D91EDC3}"/>
              </a:ext>
            </a:extLst>
          </p:cNvPr>
          <p:cNvCxnSpPr>
            <a:cxnSpLocks/>
            <a:stCxn id="49" idx="1"/>
          </p:cNvCxnSpPr>
          <p:nvPr/>
        </p:nvCxnSpPr>
        <p:spPr>
          <a:xfrm flipV="1">
            <a:off x="7505710" y="2502503"/>
            <a:ext cx="709102" cy="15783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直接箭头连接符 44">
            <a:extLst>
              <a:ext uri="{FF2B5EF4-FFF2-40B4-BE49-F238E27FC236}">
                <a16:creationId xmlns:a16="http://schemas.microsoft.com/office/drawing/2014/main" id="{136EF4A2-D463-4DF9-91BE-F484D0568096}"/>
              </a:ext>
            </a:extLst>
          </p:cNvPr>
          <p:cNvCxnSpPr>
            <a:cxnSpLocks/>
          </p:cNvCxnSpPr>
          <p:nvPr/>
        </p:nvCxnSpPr>
        <p:spPr>
          <a:xfrm flipH="1" flipV="1">
            <a:off x="8543282" y="2502502"/>
            <a:ext cx="250924" cy="5141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直接箭头连接符 45">
            <a:extLst>
              <a:ext uri="{FF2B5EF4-FFF2-40B4-BE49-F238E27FC236}">
                <a16:creationId xmlns:a16="http://schemas.microsoft.com/office/drawing/2014/main" id="{1E597702-4087-4934-8B2B-E6F4DA13E1A0}"/>
              </a:ext>
            </a:extLst>
          </p:cNvPr>
          <p:cNvCxnSpPr>
            <a:cxnSpLocks/>
            <a:stCxn id="48" idx="1"/>
          </p:cNvCxnSpPr>
          <p:nvPr/>
        </p:nvCxnSpPr>
        <p:spPr>
          <a:xfrm flipH="1" flipV="1">
            <a:off x="8965995" y="3395687"/>
            <a:ext cx="423196" cy="685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直接箭头连接符 46">
            <a:extLst>
              <a:ext uri="{FF2B5EF4-FFF2-40B4-BE49-F238E27FC236}">
                <a16:creationId xmlns:a16="http://schemas.microsoft.com/office/drawing/2014/main" id="{9627831F-6B32-4D57-A77D-0F43A39D6A98}"/>
              </a:ext>
            </a:extLst>
          </p:cNvPr>
          <p:cNvCxnSpPr>
            <a:cxnSpLocks/>
          </p:cNvCxnSpPr>
          <p:nvPr/>
        </p:nvCxnSpPr>
        <p:spPr>
          <a:xfrm flipV="1">
            <a:off x="8387320" y="1691713"/>
            <a:ext cx="0" cy="4018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圆柱形 47">
            <a:extLst>
              <a:ext uri="{FF2B5EF4-FFF2-40B4-BE49-F238E27FC236}">
                <a16:creationId xmlns:a16="http://schemas.microsoft.com/office/drawing/2014/main" id="{298EAA18-C2B7-4324-8E0C-186036CED04A}"/>
              </a:ext>
            </a:extLst>
          </p:cNvPr>
          <p:cNvSpPr/>
          <p:nvPr/>
        </p:nvSpPr>
        <p:spPr>
          <a:xfrm>
            <a:off x="8835193" y="4080859"/>
            <a:ext cx="1107996" cy="489905"/>
          </a:xfrm>
          <a:prstGeom prst="ca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49" name="圆柱形 48">
            <a:extLst>
              <a:ext uri="{FF2B5EF4-FFF2-40B4-BE49-F238E27FC236}">
                <a16:creationId xmlns:a16="http://schemas.microsoft.com/office/drawing/2014/main" id="{F6CD96BA-DC5C-432E-896A-4775F827F95A}"/>
              </a:ext>
            </a:extLst>
          </p:cNvPr>
          <p:cNvSpPr/>
          <p:nvPr/>
        </p:nvSpPr>
        <p:spPr>
          <a:xfrm>
            <a:off x="6951712" y="4080859"/>
            <a:ext cx="1107996" cy="489905"/>
          </a:xfrm>
          <a:prstGeom prst="ca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50" name="文本框 49">
            <a:extLst>
              <a:ext uri="{FF2B5EF4-FFF2-40B4-BE49-F238E27FC236}">
                <a16:creationId xmlns:a16="http://schemas.microsoft.com/office/drawing/2014/main" id="{74DE8D56-D656-4F9D-AF4B-02495EB49B6B}"/>
              </a:ext>
            </a:extLst>
          </p:cNvPr>
          <p:cNvSpPr txBox="1"/>
          <p:nvPr/>
        </p:nvSpPr>
        <p:spPr>
          <a:xfrm>
            <a:off x="7956504" y="4694889"/>
            <a:ext cx="1107996"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表达式树</a:t>
            </a:r>
          </a:p>
        </p:txBody>
      </p:sp>
    </p:spTree>
    <p:extLst>
      <p:ext uri="{BB962C8B-B14F-4D97-AF65-F5344CB8AC3E}">
        <p14:creationId xmlns:p14="http://schemas.microsoft.com/office/powerpoint/2010/main" val="3352156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火山模型执行流程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627210" y="4609287"/>
            <a:ext cx="1286229" cy="307777"/>
          </a:xfrm>
          <a:prstGeom prst="rect">
            <a:avLst/>
          </a:prstGeom>
          <a:noFill/>
        </p:spPr>
        <p:txBody>
          <a:bodyPr wrap="square" rtlCol="0">
            <a:spAutoFit/>
          </a:bodyPr>
          <a:lstStyle/>
          <a:p>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3165875" y="4167132"/>
                <a:ext cx="790899"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3165875" y="4167132"/>
                <a:ext cx="790899"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574310" y="2934907"/>
                <a:ext cx="941143"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574310" y="2934907"/>
                <a:ext cx="941143"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622399" y="2131686"/>
                <a:ext cx="834637"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622399" y="2131686"/>
                <a:ext cx="83463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3224753" y="3562447"/>
            <a:ext cx="2504201" cy="307777"/>
          </a:xfrm>
          <a:prstGeom prst="rect">
            <a:avLst/>
          </a:prstGeom>
          <a:noFill/>
        </p:spPr>
        <p:txBody>
          <a:bodyPr wrap="square" rtlCol="0">
            <a:spAutoFit/>
          </a:bodyPr>
          <a:lstStyle/>
          <a:p>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3193295" y="2768543"/>
            <a:ext cx="1945227" cy="307777"/>
          </a:xfrm>
          <a:prstGeom prst="rect">
            <a:avLst/>
          </a:prstGeom>
          <a:noFill/>
        </p:spPr>
        <p:txBody>
          <a:bodyPr wrap="square" rtlCol="0">
            <a:spAutoFit/>
          </a:bodyPr>
          <a:lstStyle/>
          <a:p>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2292752" y="3993171"/>
            <a:ext cx="559572" cy="134829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3148014" y="3993171"/>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603506" y="4886355"/>
            <a:ext cx="370939" cy="45510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a:off x="2992052" y="2993677"/>
            <a:ext cx="0" cy="18870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1" idx="1"/>
          </p:cNvCxnSpPr>
          <p:nvPr/>
        </p:nvCxnSpPr>
        <p:spPr>
          <a:xfrm flipV="1">
            <a:off x="5138522" y="1527900"/>
            <a:ext cx="2125710" cy="139453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2" idx="1"/>
          </p:cNvCxnSpPr>
          <p:nvPr/>
        </p:nvCxnSpPr>
        <p:spPr>
          <a:xfrm flipV="1">
            <a:off x="5728954" y="2549335"/>
            <a:ext cx="1535271" cy="116700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3" idx="1"/>
          </p:cNvCxnSpPr>
          <p:nvPr/>
        </p:nvCxnSpPr>
        <p:spPr>
          <a:xfrm flipV="1">
            <a:off x="4913439" y="3848978"/>
            <a:ext cx="2350793" cy="914198"/>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24" idx="1"/>
          </p:cNvCxnSpPr>
          <p:nvPr/>
        </p:nvCxnSpPr>
        <p:spPr>
          <a:xfrm flipV="1">
            <a:off x="4476184" y="4872909"/>
            <a:ext cx="2788048" cy="82853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25" idx="2"/>
          </p:cNvCxnSpPr>
          <p:nvPr/>
        </p:nvCxnSpPr>
        <p:spPr>
          <a:xfrm rot="5400000" flipH="1" flipV="1">
            <a:off x="5772492" y="2561355"/>
            <a:ext cx="20337" cy="6979819"/>
          </a:xfrm>
          <a:prstGeom prst="bentConnector3">
            <a:avLst>
              <a:gd name="adj1" fmla="val -1124060"/>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472705" y="5341462"/>
            <a:ext cx="1003479" cy="719971"/>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791012" y="5341462"/>
            <a:ext cx="1003479" cy="719971"/>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5CB4CD0-B372-4E77-A0C3-E79838CFBCEF}"/>
                  </a:ext>
                </a:extLst>
              </p:cNvPr>
              <p:cNvSpPr txBox="1"/>
              <p:nvPr/>
            </p:nvSpPr>
            <p:spPr>
              <a:xfrm>
                <a:off x="7264232" y="1204734"/>
                <a:ext cx="4016678" cy="646331"/>
              </a:xfrm>
              <a:prstGeom prst="rect">
                <a:avLst/>
              </a:prstGeom>
              <a:noFill/>
            </p:spPr>
            <p:txBody>
              <a:bodyPr wrap="square" rtlCol="0">
                <a:spAutoFit/>
              </a:bodyPr>
              <a:lstStyle/>
              <a:p>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emit(projection(</a:t>
                </a:r>
                <a14:m>
                  <m:oMath xmlns:m="http://schemas.openxmlformats.org/officeDocument/2006/math">
                    <m:r>
                      <a:rPr lang="en-US"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1" name="文本框 20">
                <a:extLst>
                  <a:ext uri="{FF2B5EF4-FFF2-40B4-BE49-F238E27FC236}">
                    <a16:creationId xmlns:a16="http://schemas.microsoft.com/office/drawing/2014/main" id="{D5CB4CD0-B372-4E77-A0C3-E79838CFBCEF}"/>
                  </a:ext>
                </a:extLst>
              </p:cNvPr>
              <p:cNvSpPr txBox="1">
                <a:spLocks noRot="1" noChangeAspect="1" noMove="1" noResize="1" noEditPoints="1" noAdjustHandles="1" noChangeArrowheads="1" noChangeShapeType="1" noTextEdit="1"/>
              </p:cNvSpPr>
              <p:nvPr/>
            </p:nvSpPr>
            <p:spPr>
              <a:xfrm>
                <a:off x="7264232" y="1204734"/>
                <a:ext cx="4016678" cy="646331"/>
              </a:xfrm>
              <a:prstGeom prst="rect">
                <a:avLst/>
              </a:prstGeom>
              <a:blipFill>
                <a:blip r:embed="rId6"/>
                <a:stretch>
                  <a:fillRect l="-1366" t="-5660"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85363E6-5594-4B48-9FCE-1B58BC28F14B}"/>
                  </a:ext>
                </a:extLst>
              </p:cNvPr>
              <p:cNvSpPr txBox="1"/>
              <p:nvPr/>
            </p:nvSpPr>
            <p:spPr>
              <a:xfrm>
                <a:off x="7264225" y="1949170"/>
                <a:ext cx="4424192" cy="1200329"/>
              </a:xfrm>
              <a:prstGeom prst="rect">
                <a:avLst/>
              </a:prstGeom>
              <a:noFill/>
            </p:spPr>
            <p:txBody>
              <a:bodyPr wrap="square" rtlCol="0">
                <a:spAutoFit/>
              </a:bodyPr>
              <a:lstStyle/>
              <a:p>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sSub>
                      <m:sSubPr>
                        <m:ctrlP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2" name="文本框 21">
                <a:extLst>
                  <a:ext uri="{FF2B5EF4-FFF2-40B4-BE49-F238E27FC236}">
                    <a16:creationId xmlns:a16="http://schemas.microsoft.com/office/drawing/2014/main" id="{585363E6-5594-4B48-9FCE-1B58BC28F14B}"/>
                  </a:ext>
                </a:extLst>
              </p:cNvPr>
              <p:cNvSpPr txBox="1">
                <a:spLocks noRot="1" noChangeAspect="1" noMove="1" noResize="1" noEditPoints="1" noAdjustHandles="1" noChangeArrowheads="1" noChangeShapeType="1" noTextEdit="1"/>
              </p:cNvSpPr>
              <p:nvPr/>
            </p:nvSpPr>
            <p:spPr>
              <a:xfrm>
                <a:off x="7264225" y="1949170"/>
                <a:ext cx="4424192" cy="1200329"/>
              </a:xfrm>
              <a:prstGeom prst="rect">
                <a:avLst/>
              </a:prstGeom>
              <a:blipFill>
                <a:blip r:embed="rId7"/>
                <a:stretch>
                  <a:fillRect l="-1241" t="-3046" b="-71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9DFF28D-20C3-488E-84C0-722973B5D7CA}"/>
                  </a:ext>
                </a:extLst>
              </p:cNvPr>
              <p:cNvSpPr txBox="1"/>
              <p:nvPr/>
            </p:nvSpPr>
            <p:spPr>
              <a:xfrm>
                <a:off x="7264232" y="3525812"/>
                <a:ext cx="4016678" cy="646331"/>
              </a:xfrm>
              <a:prstGeom prst="rect">
                <a:avLst/>
              </a:prstGeom>
              <a:noFill/>
            </p:spPr>
            <p:txBody>
              <a:bodyPr wrap="square" rtlCol="0">
                <a:spAutoFit/>
              </a:bodyPr>
              <a:lstStyle/>
              <a:p>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3" name="文本框 22">
                <a:extLst>
                  <a:ext uri="{FF2B5EF4-FFF2-40B4-BE49-F238E27FC236}">
                    <a16:creationId xmlns:a16="http://schemas.microsoft.com/office/drawing/2014/main" id="{B9DFF28D-20C3-488E-84C0-722973B5D7CA}"/>
                  </a:ext>
                </a:extLst>
              </p:cNvPr>
              <p:cNvSpPr txBox="1">
                <a:spLocks noRot="1" noChangeAspect="1" noMove="1" noResize="1" noEditPoints="1" noAdjustHandles="1" noChangeArrowheads="1" noChangeShapeType="1" noTextEdit="1"/>
              </p:cNvSpPr>
              <p:nvPr/>
            </p:nvSpPr>
            <p:spPr>
              <a:xfrm>
                <a:off x="7264232" y="3525812"/>
                <a:ext cx="4016678" cy="646331"/>
              </a:xfrm>
              <a:prstGeom prst="rect">
                <a:avLst/>
              </a:prstGeom>
              <a:blipFill>
                <a:blip r:embed="rId8"/>
                <a:stretch>
                  <a:fillRect l="-1366" t="-4717"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4B608E4-F08C-48C7-B4E7-9676B60689EA}"/>
                  </a:ext>
                </a:extLst>
              </p:cNvPr>
              <p:cNvSpPr txBox="1"/>
              <p:nvPr/>
            </p:nvSpPr>
            <p:spPr>
              <a:xfrm>
                <a:off x="7264232" y="4549743"/>
                <a:ext cx="4016678" cy="646331"/>
              </a:xfrm>
              <a:prstGeom prst="rect">
                <a:avLst/>
              </a:prstGeom>
              <a:noFill/>
            </p:spPr>
            <p:txBody>
              <a:bodyPr wrap="square" rtlCol="0">
                <a:spAutoFit/>
              </a:bodyPr>
              <a:lstStyle/>
              <a:p>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4" name="文本框 23">
                <a:extLst>
                  <a:ext uri="{FF2B5EF4-FFF2-40B4-BE49-F238E27FC236}">
                    <a16:creationId xmlns:a16="http://schemas.microsoft.com/office/drawing/2014/main" id="{B4B608E4-F08C-48C7-B4E7-9676B60689EA}"/>
                  </a:ext>
                </a:extLst>
              </p:cNvPr>
              <p:cNvSpPr txBox="1">
                <a:spLocks noRot="1" noChangeAspect="1" noMove="1" noResize="1" noEditPoints="1" noAdjustHandles="1" noChangeArrowheads="1" noChangeShapeType="1" noTextEdit="1"/>
              </p:cNvSpPr>
              <p:nvPr/>
            </p:nvSpPr>
            <p:spPr>
              <a:xfrm>
                <a:off x="7264232" y="4549743"/>
                <a:ext cx="4016678" cy="646331"/>
              </a:xfrm>
              <a:prstGeom prst="rect">
                <a:avLst/>
              </a:prstGeom>
              <a:blipFill>
                <a:blip r:embed="rId9"/>
                <a:stretch>
                  <a:fillRect l="-1366" t="-4717"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DD7D8EB-0CF3-4179-B048-E545E1AC0D70}"/>
                  </a:ext>
                </a:extLst>
              </p:cNvPr>
              <p:cNvSpPr txBox="1"/>
              <p:nvPr/>
            </p:nvSpPr>
            <p:spPr>
              <a:xfrm>
                <a:off x="7264232" y="5394765"/>
                <a:ext cx="4016678" cy="646331"/>
              </a:xfrm>
              <a:prstGeom prst="rect">
                <a:avLst/>
              </a:prstGeom>
              <a:noFill/>
            </p:spPr>
            <p:txBody>
              <a:bodyPr wrap="square" rtlCol="0">
                <a:spAutoFit/>
              </a:bodyPr>
              <a:lstStyle/>
              <a:p>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5" name="文本框 24">
                <a:extLst>
                  <a:ext uri="{FF2B5EF4-FFF2-40B4-BE49-F238E27FC236}">
                    <a16:creationId xmlns:a16="http://schemas.microsoft.com/office/drawing/2014/main" id="{5DD7D8EB-0CF3-4179-B048-E545E1AC0D70}"/>
                  </a:ext>
                </a:extLst>
              </p:cNvPr>
              <p:cNvSpPr txBox="1">
                <a:spLocks noRot="1" noChangeAspect="1" noMove="1" noResize="1" noEditPoints="1" noAdjustHandles="1" noChangeArrowheads="1" noChangeShapeType="1" noTextEdit="1"/>
              </p:cNvSpPr>
              <p:nvPr/>
            </p:nvSpPr>
            <p:spPr>
              <a:xfrm>
                <a:off x="7264232" y="5394765"/>
                <a:ext cx="4016678" cy="646331"/>
              </a:xfrm>
              <a:prstGeom prst="rect">
                <a:avLst/>
              </a:prstGeom>
              <a:blipFill>
                <a:blip r:embed="rId10"/>
                <a:stretch>
                  <a:fillRect l="-1366" t="-5660" b="-14151"/>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828983D5-01D0-45C0-A0DE-3B7FFA24743A}"/>
              </a:ext>
            </a:extLst>
          </p:cNvPr>
          <p:cNvSpPr txBox="1"/>
          <p:nvPr/>
        </p:nvSpPr>
        <p:spPr>
          <a:xfrm>
            <a:off x="1902110" y="1200536"/>
            <a:ext cx="4172466" cy="1077218"/>
          </a:xfrm>
          <a:prstGeom prst="rect">
            <a:avLst/>
          </a:prstGeom>
          <a:solidFill>
            <a:srgbClr val="F2F2F2"/>
          </a:solidFill>
        </p:spPr>
        <p:txBody>
          <a:bodyPr wrap="square" rtlCol="0">
            <a:spAutoFit/>
          </a:bodyPr>
          <a:lstStyle/>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3" name="灯片编号占位符 2">
            <a:extLst>
              <a:ext uri="{FF2B5EF4-FFF2-40B4-BE49-F238E27FC236}">
                <a16:creationId xmlns:a16="http://schemas.microsoft.com/office/drawing/2014/main" id="{80963488-9DA1-47F9-9BF4-E0FF2A030290}"/>
              </a:ext>
            </a:extLst>
          </p:cNvPr>
          <p:cNvSpPr>
            <a:spLocks noGrp="1"/>
          </p:cNvSpPr>
          <p:nvPr>
            <p:ph type="sldNum" sz="quarter" idx="12"/>
          </p:nvPr>
        </p:nvSpPr>
        <p:spPr/>
        <p:txBody>
          <a:bodyPr/>
          <a:lstStyle/>
          <a:p>
            <a:fld id="{4B0D34C0-35A8-654C-9FBA-7B4E017BD630}" type="slidenum">
              <a:rPr lang="en-US" altLang="zh-CN" smtClean="0"/>
              <a:t>14</a:t>
            </a:fld>
            <a:endParaRPr kumimoji="1" lang="zh-CN" altLang="en-US"/>
          </a:p>
        </p:txBody>
      </p:sp>
      <p:sp>
        <p:nvSpPr>
          <p:cNvPr id="27" name="页脚占位符 26">
            <a:extLst>
              <a:ext uri="{FF2B5EF4-FFF2-40B4-BE49-F238E27FC236}">
                <a16:creationId xmlns:a16="http://schemas.microsoft.com/office/drawing/2014/main" id="{05F5A392-E3F0-4953-29E8-D339A617490B}"/>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1586408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2061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火山模型执行流程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646859" y="4276746"/>
            <a:ext cx="1441975"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314053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314053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57431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57431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62239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62239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322475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3193296" y="2541972"/>
            <a:ext cx="1920719"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2244116" y="3650972"/>
            <a:ext cx="608208" cy="157835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314801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603506" y="4544156"/>
            <a:ext cx="322303" cy="68517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99205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1" idx="1"/>
          </p:cNvCxnSpPr>
          <p:nvPr/>
        </p:nvCxnSpPr>
        <p:spPr>
          <a:xfrm flipV="1">
            <a:off x="5114015" y="2195688"/>
            <a:ext cx="1706647" cy="51556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2" idx="1"/>
          </p:cNvCxnSpPr>
          <p:nvPr/>
        </p:nvCxnSpPr>
        <p:spPr>
          <a:xfrm flipV="1">
            <a:off x="5556738" y="3219710"/>
            <a:ext cx="1263916" cy="285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3" idx="1"/>
          </p:cNvCxnSpPr>
          <p:nvPr/>
        </p:nvCxnSpPr>
        <p:spPr>
          <a:xfrm flipV="1">
            <a:off x="5088834" y="4207781"/>
            <a:ext cx="1731834" cy="23824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24" idx="1"/>
          </p:cNvCxnSpPr>
          <p:nvPr/>
        </p:nvCxnSpPr>
        <p:spPr>
          <a:xfrm flipV="1">
            <a:off x="4378912" y="4883839"/>
            <a:ext cx="2441756" cy="590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25" idx="2"/>
          </p:cNvCxnSpPr>
          <p:nvPr/>
        </p:nvCxnSpPr>
        <p:spPr>
          <a:xfrm rot="16200000" flipH="1">
            <a:off x="5481537" y="2481813"/>
            <a:ext cx="123111" cy="6597952"/>
          </a:xfrm>
          <a:prstGeom prst="bentConnector3">
            <a:avLst>
              <a:gd name="adj1" fmla="val 285686"/>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472705"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791012"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4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5CB4CD0-B372-4E77-A0C3-E79838CFBCEF}"/>
                  </a:ext>
                </a:extLst>
              </p:cNvPr>
              <p:cNvSpPr txBox="1"/>
              <p:nvPr/>
            </p:nvSpPr>
            <p:spPr>
              <a:xfrm>
                <a:off x="6820662" y="190330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1" name="文本框 20">
                <a:extLst>
                  <a:ext uri="{FF2B5EF4-FFF2-40B4-BE49-F238E27FC236}">
                    <a16:creationId xmlns:a16="http://schemas.microsoft.com/office/drawing/2014/main" xmlns:a14="http://schemas.microsoft.com/office/drawing/2010/main" xmlns="" id="{D5CB4CD0-B372-4E77-A0C3-E79838CFBCEF}"/>
                  </a:ext>
                </a:extLst>
              </p:cNvPr>
              <p:cNvSpPr txBox="1">
                <a:spLocks noRot="1" noChangeAspect="1" noMove="1" noResize="1" noEditPoints="1" noAdjustHandles="1" noChangeArrowheads="1" noChangeShapeType="1" noTextEdit="1"/>
              </p:cNvSpPr>
              <p:nvPr/>
            </p:nvSpPr>
            <p:spPr>
              <a:xfrm>
                <a:off x="6820662" y="1903300"/>
                <a:ext cx="4042800" cy="584775"/>
              </a:xfrm>
              <a:prstGeom prst="rect">
                <a:avLst/>
              </a:prstGeom>
              <a:blipFill rotWithShape="0">
                <a:blip r:embed="rId6"/>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85363E6-5594-4B48-9FCE-1B58BC28F14B}"/>
                  </a:ext>
                </a:extLst>
              </p:cNvPr>
              <p:cNvSpPr txBox="1"/>
              <p:nvPr/>
            </p:nvSpPr>
            <p:spPr>
              <a:xfrm>
                <a:off x="6820654" y="2681101"/>
                <a:ext cx="4042808" cy="1077218"/>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2" name="文本框 21">
                <a:extLst>
                  <a:ext uri="{FF2B5EF4-FFF2-40B4-BE49-F238E27FC236}">
                    <a16:creationId xmlns:a16="http://schemas.microsoft.com/office/drawing/2014/main" id="{585363E6-5594-4B48-9FCE-1B58BC28F14B}"/>
                  </a:ext>
                </a:extLst>
              </p:cNvPr>
              <p:cNvSpPr txBox="1">
                <a:spLocks noRot="1" noChangeAspect="1" noMove="1" noResize="1" noEditPoints="1" noAdjustHandles="1" noChangeArrowheads="1" noChangeShapeType="1" noTextEdit="1"/>
              </p:cNvSpPr>
              <p:nvPr/>
            </p:nvSpPr>
            <p:spPr>
              <a:xfrm>
                <a:off x="6820654" y="2681101"/>
                <a:ext cx="4042808" cy="1077218"/>
              </a:xfrm>
              <a:prstGeom prst="rect">
                <a:avLst/>
              </a:prstGeom>
              <a:blipFill>
                <a:blip r:embed="rId7"/>
                <a:stretch>
                  <a:fillRect l="-905"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9DFF28D-20C3-488E-84C0-722973B5D7CA}"/>
                  </a:ext>
                </a:extLst>
              </p:cNvPr>
              <p:cNvSpPr txBox="1"/>
              <p:nvPr/>
            </p:nvSpPr>
            <p:spPr>
              <a:xfrm>
                <a:off x="6820668" y="3915393"/>
                <a:ext cx="4042800" cy="584775"/>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3" name="文本框 22">
                <a:extLst>
                  <a:ext uri="{FF2B5EF4-FFF2-40B4-BE49-F238E27FC236}">
                    <a16:creationId xmlns:a16="http://schemas.microsoft.com/office/drawing/2014/main" id="{B9DFF28D-20C3-488E-84C0-722973B5D7CA}"/>
                  </a:ext>
                </a:extLst>
              </p:cNvPr>
              <p:cNvSpPr txBox="1">
                <a:spLocks noRot="1" noChangeAspect="1" noMove="1" noResize="1" noEditPoints="1" noAdjustHandles="1" noChangeArrowheads="1" noChangeShapeType="1" noTextEdit="1"/>
              </p:cNvSpPr>
              <p:nvPr/>
            </p:nvSpPr>
            <p:spPr>
              <a:xfrm>
                <a:off x="6820668" y="3915393"/>
                <a:ext cx="4042800" cy="584775"/>
              </a:xfrm>
              <a:prstGeom prst="rect">
                <a:avLst/>
              </a:prstGeom>
              <a:blipFill>
                <a:blip r:embed="rId8"/>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4B608E4-F08C-48C7-B4E7-9676B60689EA}"/>
                  </a:ext>
                </a:extLst>
              </p:cNvPr>
              <p:cNvSpPr txBox="1"/>
              <p:nvPr/>
            </p:nvSpPr>
            <p:spPr>
              <a:xfrm>
                <a:off x="6820668" y="4591451"/>
                <a:ext cx="4042800" cy="584775"/>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4" name="文本框 23">
                <a:extLst>
                  <a:ext uri="{FF2B5EF4-FFF2-40B4-BE49-F238E27FC236}">
                    <a16:creationId xmlns:a16="http://schemas.microsoft.com/office/drawing/2014/main" id="{B4B608E4-F08C-48C7-B4E7-9676B60689EA}"/>
                  </a:ext>
                </a:extLst>
              </p:cNvPr>
              <p:cNvSpPr txBox="1">
                <a:spLocks noRot="1" noChangeAspect="1" noMove="1" noResize="1" noEditPoints="1" noAdjustHandles="1" noChangeArrowheads="1" noChangeShapeType="1" noTextEdit="1"/>
              </p:cNvSpPr>
              <p:nvPr/>
            </p:nvSpPr>
            <p:spPr>
              <a:xfrm>
                <a:off x="6820668" y="4591451"/>
                <a:ext cx="4042800" cy="584775"/>
              </a:xfrm>
              <a:prstGeom prst="rect">
                <a:avLst/>
              </a:prstGeom>
              <a:blipFill>
                <a:blip r:embed="rId9"/>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DD7D8EB-0CF3-4179-B048-E545E1AC0D70}"/>
                  </a:ext>
                </a:extLst>
              </p:cNvPr>
              <p:cNvSpPr txBox="1"/>
              <p:nvPr/>
            </p:nvSpPr>
            <p:spPr>
              <a:xfrm>
                <a:off x="6820668" y="5257570"/>
                <a:ext cx="4042800" cy="584775"/>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5" name="文本框 24">
                <a:extLst>
                  <a:ext uri="{FF2B5EF4-FFF2-40B4-BE49-F238E27FC236}">
                    <a16:creationId xmlns:a16="http://schemas.microsoft.com/office/drawing/2014/main" id="{5DD7D8EB-0CF3-4179-B048-E545E1AC0D70}"/>
                  </a:ext>
                </a:extLst>
              </p:cNvPr>
              <p:cNvSpPr txBox="1">
                <a:spLocks noRot="1" noChangeAspect="1" noMove="1" noResize="1" noEditPoints="1" noAdjustHandles="1" noChangeArrowheads="1" noChangeShapeType="1" noTextEdit="1"/>
              </p:cNvSpPr>
              <p:nvPr/>
            </p:nvSpPr>
            <p:spPr>
              <a:xfrm>
                <a:off x="6820668" y="5257570"/>
                <a:ext cx="4042800" cy="584775"/>
              </a:xfrm>
              <a:prstGeom prst="rect">
                <a:avLst/>
              </a:prstGeom>
              <a:blipFill>
                <a:blip r:embed="rId10"/>
                <a:stretch>
                  <a:fillRect l="-905" t="-3125" b="-12500"/>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828983D5-01D0-45C0-A0DE-3B7FFA24743A}"/>
              </a:ext>
            </a:extLst>
          </p:cNvPr>
          <p:cNvSpPr txBox="1"/>
          <p:nvPr/>
        </p:nvSpPr>
        <p:spPr>
          <a:xfrm>
            <a:off x="1791011" y="1152925"/>
            <a:ext cx="4828441" cy="1077218"/>
          </a:xfrm>
          <a:prstGeom prst="rect">
            <a:avLst/>
          </a:prstGeom>
          <a:solidFill>
            <a:srgbClr val="F2F2F2"/>
          </a:solidFill>
        </p:spPr>
        <p:txBody>
          <a:bodyPr wrap="square" rtlCol="0">
            <a:spAutoFit/>
          </a:bodyPr>
          <a:lstStyle/>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3" name="箭头: 右弧形 2">
            <a:extLst>
              <a:ext uri="{FF2B5EF4-FFF2-40B4-BE49-F238E27FC236}">
                <a16:creationId xmlns:a16="http://schemas.microsoft.com/office/drawing/2014/main" id="{B219F9A1-9B30-4DA6-A69F-7154E29DC75C}"/>
              </a:ext>
            </a:extLst>
          </p:cNvPr>
          <p:cNvSpPr/>
          <p:nvPr/>
        </p:nvSpPr>
        <p:spPr bwMode="auto">
          <a:xfrm>
            <a:off x="10863715" y="2398179"/>
            <a:ext cx="397464" cy="584775"/>
          </a:xfrm>
          <a:prstGeom prst="curvedLeftArrow">
            <a:avLst>
              <a:gd name="adj1" fmla="val 0"/>
              <a:gd name="adj2" fmla="val 101713"/>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rgbClr val="0432FF"/>
              </a:solidFill>
              <a:effectLst/>
              <a:latin typeface="微软雅黑" panose="020B0503020204020204" pitchFamily="34" charset="-122"/>
              <a:ea typeface="微软雅黑" panose="020B0503020204020204" pitchFamily="34" charset="-122"/>
            </a:endParaRPr>
          </a:p>
        </p:txBody>
      </p:sp>
      <p:sp>
        <p:nvSpPr>
          <p:cNvPr id="27" name="灯片编号占位符 26">
            <a:extLst>
              <a:ext uri="{FF2B5EF4-FFF2-40B4-BE49-F238E27FC236}">
                <a16:creationId xmlns:a16="http://schemas.microsoft.com/office/drawing/2014/main" id="{F19909D7-2AC4-4DCA-96F2-E9ACC2AFF53B}"/>
              </a:ext>
            </a:extLst>
          </p:cNvPr>
          <p:cNvSpPr>
            <a:spLocks noGrp="1"/>
          </p:cNvSpPr>
          <p:nvPr>
            <p:ph type="sldNum" sz="quarter" idx="12"/>
          </p:nvPr>
        </p:nvSpPr>
        <p:spPr/>
        <p:txBody>
          <a:bodyPr/>
          <a:lstStyle/>
          <a:p>
            <a:fld id="{4B0D34C0-35A8-654C-9FBA-7B4E017BD630}" type="slidenum">
              <a:rPr lang="en-US" altLang="zh-CN" smtClean="0"/>
              <a:t>15</a:t>
            </a:fld>
            <a:endParaRPr kumimoji="1" lang="zh-CN" altLang="en-US"/>
          </a:p>
        </p:txBody>
      </p:sp>
      <p:sp>
        <p:nvSpPr>
          <p:cNvPr id="28" name="页脚占位符 27">
            <a:extLst>
              <a:ext uri="{FF2B5EF4-FFF2-40B4-BE49-F238E27FC236}">
                <a16:creationId xmlns:a16="http://schemas.microsoft.com/office/drawing/2014/main" id="{2B397D54-0366-BFCE-95FA-936CC52A7CB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4169474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火山模型执行流程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646859" y="4276746"/>
            <a:ext cx="1441975"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314053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314053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57431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57431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62239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62239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322475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3193296" y="2541972"/>
            <a:ext cx="1920719"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2244116" y="3650972"/>
            <a:ext cx="608208" cy="157835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314801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603506" y="4544156"/>
            <a:ext cx="322303" cy="68517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99205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1" idx="1"/>
          </p:cNvCxnSpPr>
          <p:nvPr/>
        </p:nvCxnSpPr>
        <p:spPr>
          <a:xfrm flipV="1">
            <a:off x="5114015" y="2195688"/>
            <a:ext cx="1706647" cy="51556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2" idx="1"/>
          </p:cNvCxnSpPr>
          <p:nvPr/>
        </p:nvCxnSpPr>
        <p:spPr>
          <a:xfrm flipV="1">
            <a:off x="5556738" y="3219710"/>
            <a:ext cx="1263916" cy="285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3" idx="1"/>
          </p:cNvCxnSpPr>
          <p:nvPr/>
        </p:nvCxnSpPr>
        <p:spPr>
          <a:xfrm flipV="1">
            <a:off x="5088834" y="4207781"/>
            <a:ext cx="1731834" cy="23824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24" idx="1"/>
          </p:cNvCxnSpPr>
          <p:nvPr/>
        </p:nvCxnSpPr>
        <p:spPr>
          <a:xfrm flipV="1">
            <a:off x="4378912" y="4883839"/>
            <a:ext cx="2441756" cy="590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25" idx="2"/>
          </p:cNvCxnSpPr>
          <p:nvPr/>
        </p:nvCxnSpPr>
        <p:spPr>
          <a:xfrm rot="16200000" flipH="1">
            <a:off x="5481537" y="2481813"/>
            <a:ext cx="123111" cy="6597952"/>
          </a:xfrm>
          <a:prstGeom prst="bentConnector3">
            <a:avLst>
              <a:gd name="adj1" fmla="val 285686"/>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472705"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791012"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4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5CB4CD0-B372-4E77-A0C3-E79838CFBCEF}"/>
                  </a:ext>
                </a:extLst>
              </p:cNvPr>
              <p:cNvSpPr txBox="1"/>
              <p:nvPr/>
            </p:nvSpPr>
            <p:spPr>
              <a:xfrm>
                <a:off x="6820662" y="190330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1" name="文本框 20">
                <a:extLst>
                  <a:ext uri="{FF2B5EF4-FFF2-40B4-BE49-F238E27FC236}">
                    <a16:creationId xmlns:a16="http://schemas.microsoft.com/office/drawing/2014/main" xmlns:a14="http://schemas.microsoft.com/office/drawing/2010/main" xmlns="" id="{D5CB4CD0-B372-4E77-A0C3-E79838CFBCEF}"/>
                  </a:ext>
                </a:extLst>
              </p:cNvPr>
              <p:cNvSpPr txBox="1">
                <a:spLocks noRot="1" noChangeAspect="1" noMove="1" noResize="1" noEditPoints="1" noAdjustHandles="1" noChangeArrowheads="1" noChangeShapeType="1" noTextEdit="1"/>
              </p:cNvSpPr>
              <p:nvPr/>
            </p:nvSpPr>
            <p:spPr>
              <a:xfrm>
                <a:off x="6820662" y="1903300"/>
                <a:ext cx="4042800" cy="584775"/>
              </a:xfrm>
              <a:prstGeom prst="rect">
                <a:avLst/>
              </a:prstGeom>
              <a:blipFill rotWithShape="0">
                <a:blip r:embed="rId6"/>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85363E6-5594-4B48-9FCE-1B58BC28F14B}"/>
                  </a:ext>
                </a:extLst>
              </p:cNvPr>
              <p:cNvSpPr txBox="1"/>
              <p:nvPr/>
            </p:nvSpPr>
            <p:spPr>
              <a:xfrm>
                <a:off x="6820654" y="2681101"/>
                <a:ext cx="4042808"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2" name="文本框 21">
                <a:extLst>
                  <a:ext uri="{FF2B5EF4-FFF2-40B4-BE49-F238E27FC236}">
                    <a16:creationId xmlns:a16="http://schemas.microsoft.com/office/drawing/2014/main" xmlns:a14="http://schemas.microsoft.com/office/drawing/2010/main" xmlns="" id="{585363E6-5594-4B48-9FCE-1B58BC28F14B}"/>
                  </a:ext>
                </a:extLst>
              </p:cNvPr>
              <p:cNvSpPr txBox="1">
                <a:spLocks noRot="1" noChangeAspect="1" noMove="1" noResize="1" noEditPoints="1" noAdjustHandles="1" noChangeArrowheads="1" noChangeShapeType="1" noTextEdit="1"/>
              </p:cNvSpPr>
              <p:nvPr/>
            </p:nvSpPr>
            <p:spPr>
              <a:xfrm>
                <a:off x="6820654" y="2681101"/>
                <a:ext cx="4042808" cy="1077218"/>
              </a:xfrm>
              <a:prstGeom prst="rect">
                <a:avLst/>
              </a:prstGeom>
              <a:blipFill rotWithShape="0">
                <a:blip r:embed="rId7"/>
                <a:stretch>
                  <a:fillRect l="-905"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9DFF28D-20C3-488E-84C0-722973B5D7CA}"/>
                  </a:ext>
                </a:extLst>
              </p:cNvPr>
              <p:cNvSpPr txBox="1"/>
              <p:nvPr/>
            </p:nvSpPr>
            <p:spPr>
              <a:xfrm>
                <a:off x="6820668" y="3915393"/>
                <a:ext cx="4042800" cy="584775"/>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3" name="文本框 22">
                <a:extLst>
                  <a:ext uri="{FF2B5EF4-FFF2-40B4-BE49-F238E27FC236}">
                    <a16:creationId xmlns:a16="http://schemas.microsoft.com/office/drawing/2014/main" id="{B9DFF28D-20C3-488E-84C0-722973B5D7CA}"/>
                  </a:ext>
                </a:extLst>
              </p:cNvPr>
              <p:cNvSpPr txBox="1">
                <a:spLocks noRot="1" noChangeAspect="1" noMove="1" noResize="1" noEditPoints="1" noAdjustHandles="1" noChangeArrowheads="1" noChangeShapeType="1" noTextEdit="1"/>
              </p:cNvSpPr>
              <p:nvPr/>
            </p:nvSpPr>
            <p:spPr>
              <a:xfrm>
                <a:off x="6820668" y="3915393"/>
                <a:ext cx="4042800" cy="584775"/>
              </a:xfrm>
              <a:prstGeom prst="rect">
                <a:avLst/>
              </a:prstGeom>
              <a:blipFill>
                <a:blip r:embed="rId8"/>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4B608E4-F08C-48C7-B4E7-9676B60689EA}"/>
                  </a:ext>
                </a:extLst>
              </p:cNvPr>
              <p:cNvSpPr txBox="1"/>
              <p:nvPr/>
            </p:nvSpPr>
            <p:spPr>
              <a:xfrm>
                <a:off x="6820668" y="4591451"/>
                <a:ext cx="4042800" cy="584775"/>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4" name="文本框 23">
                <a:extLst>
                  <a:ext uri="{FF2B5EF4-FFF2-40B4-BE49-F238E27FC236}">
                    <a16:creationId xmlns:a16="http://schemas.microsoft.com/office/drawing/2014/main" id="{B4B608E4-F08C-48C7-B4E7-9676B60689EA}"/>
                  </a:ext>
                </a:extLst>
              </p:cNvPr>
              <p:cNvSpPr txBox="1">
                <a:spLocks noRot="1" noChangeAspect="1" noMove="1" noResize="1" noEditPoints="1" noAdjustHandles="1" noChangeArrowheads="1" noChangeShapeType="1" noTextEdit="1"/>
              </p:cNvSpPr>
              <p:nvPr/>
            </p:nvSpPr>
            <p:spPr>
              <a:xfrm>
                <a:off x="6820668" y="4591451"/>
                <a:ext cx="4042800" cy="584775"/>
              </a:xfrm>
              <a:prstGeom prst="rect">
                <a:avLst/>
              </a:prstGeom>
              <a:blipFill>
                <a:blip r:embed="rId9"/>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DD7D8EB-0CF3-4179-B048-E545E1AC0D70}"/>
                  </a:ext>
                </a:extLst>
              </p:cNvPr>
              <p:cNvSpPr txBox="1"/>
              <p:nvPr/>
            </p:nvSpPr>
            <p:spPr>
              <a:xfrm>
                <a:off x="6820668" y="5257570"/>
                <a:ext cx="4042800" cy="584775"/>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5" name="文本框 24">
                <a:extLst>
                  <a:ext uri="{FF2B5EF4-FFF2-40B4-BE49-F238E27FC236}">
                    <a16:creationId xmlns:a16="http://schemas.microsoft.com/office/drawing/2014/main" id="{5DD7D8EB-0CF3-4179-B048-E545E1AC0D70}"/>
                  </a:ext>
                </a:extLst>
              </p:cNvPr>
              <p:cNvSpPr txBox="1">
                <a:spLocks noRot="1" noChangeAspect="1" noMove="1" noResize="1" noEditPoints="1" noAdjustHandles="1" noChangeArrowheads="1" noChangeShapeType="1" noTextEdit="1"/>
              </p:cNvSpPr>
              <p:nvPr/>
            </p:nvSpPr>
            <p:spPr>
              <a:xfrm>
                <a:off x="6820668" y="5257570"/>
                <a:ext cx="4042800" cy="584775"/>
              </a:xfrm>
              <a:prstGeom prst="rect">
                <a:avLst/>
              </a:prstGeom>
              <a:blipFill>
                <a:blip r:embed="rId10"/>
                <a:stretch>
                  <a:fillRect l="-905" t="-3125" b="-12500"/>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828983D5-01D0-45C0-A0DE-3B7FFA24743A}"/>
              </a:ext>
            </a:extLst>
          </p:cNvPr>
          <p:cNvSpPr txBox="1"/>
          <p:nvPr/>
        </p:nvSpPr>
        <p:spPr>
          <a:xfrm>
            <a:off x="1791011" y="1152925"/>
            <a:ext cx="4828441" cy="1077218"/>
          </a:xfrm>
          <a:prstGeom prst="rect">
            <a:avLst/>
          </a:prstGeom>
          <a:solidFill>
            <a:schemeClr val="bg1">
              <a:lumMod val="95000"/>
            </a:schemeClr>
          </a:solidFill>
        </p:spPr>
        <p:txBody>
          <a:bodyPr wrap="square" rtlCol="0">
            <a:spAutoFit/>
          </a:bodyPr>
          <a:lstStyle/>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3" name="箭头: 右弧形 2">
            <a:extLst>
              <a:ext uri="{FF2B5EF4-FFF2-40B4-BE49-F238E27FC236}">
                <a16:creationId xmlns:a16="http://schemas.microsoft.com/office/drawing/2014/main" id="{B219F9A1-9B30-4DA6-A69F-7154E29DC75C}"/>
              </a:ext>
            </a:extLst>
          </p:cNvPr>
          <p:cNvSpPr/>
          <p:nvPr/>
        </p:nvSpPr>
        <p:spPr bwMode="auto">
          <a:xfrm>
            <a:off x="10863715" y="3189873"/>
            <a:ext cx="533492" cy="2652472"/>
          </a:xfrm>
          <a:prstGeom prst="curvedLeftArrow">
            <a:avLst>
              <a:gd name="adj1" fmla="val 0"/>
              <a:gd name="adj2" fmla="val 101713"/>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rgbClr val="0432FF"/>
              </a:solidFill>
              <a:effectLst/>
              <a:latin typeface="微软雅黑" panose="020B0503020204020204" pitchFamily="34" charset="-122"/>
              <a:ea typeface="微软雅黑" panose="020B0503020204020204" pitchFamily="34" charset="-122"/>
            </a:endParaRPr>
          </a:p>
        </p:txBody>
      </p:sp>
      <p:sp>
        <p:nvSpPr>
          <p:cNvPr id="27" name="灯片编号占位符 26">
            <a:extLst>
              <a:ext uri="{FF2B5EF4-FFF2-40B4-BE49-F238E27FC236}">
                <a16:creationId xmlns:a16="http://schemas.microsoft.com/office/drawing/2014/main" id="{F19909D7-2AC4-4DCA-96F2-E9ACC2AFF53B}"/>
              </a:ext>
            </a:extLst>
          </p:cNvPr>
          <p:cNvSpPr>
            <a:spLocks noGrp="1"/>
          </p:cNvSpPr>
          <p:nvPr>
            <p:ph type="sldNum" sz="quarter" idx="12"/>
          </p:nvPr>
        </p:nvSpPr>
        <p:spPr/>
        <p:txBody>
          <a:bodyPr/>
          <a:lstStyle/>
          <a:p>
            <a:fld id="{4B0D34C0-35A8-654C-9FBA-7B4E017BD630}" type="slidenum">
              <a:rPr lang="en-US" altLang="zh-CN" smtClean="0"/>
              <a:t>16</a:t>
            </a:fld>
            <a:endParaRPr kumimoji="1" lang="zh-CN" altLang="en-US"/>
          </a:p>
        </p:txBody>
      </p:sp>
      <p:sp>
        <p:nvSpPr>
          <p:cNvPr id="28" name="页脚占位符 27">
            <a:extLst>
              <a:ext uri="{FF2B5EF4-FFF2-40B4-BE49-F238E27FC236}">
                <a16:creationId xmlns:a16="http://schemas.microsoft.com/office/drawing/2014/main" id="{2B397D54-0366-BFCE-95FA-936CC52A7CB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1312814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火山模型执行流程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646859" y="4276746"/>
            <a:ext cx="1441975"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314053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314053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57431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57431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62239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62239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322475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3193296" y="2541972"/>
            <a:ext cx="1920719"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2244116" y="3650972"/>
            <a:ext cx="608208" cy="157835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314801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603506" y="4544156"/>
            <a:ext cx="322303" cy="68517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99205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1" idx="1"/>
          </p:cNvCxnSpPr>
          <p:nvPr/>
        </p:nvCxnSpPr>
        <p:spPr>
          <a:xfrm flipV="1">
            <a:off x="5114015" y="2195688"/>
            <a:ext cx="1706647" cy="51556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2" idx="1"/>
          </p:cNvCxnSpPr>
          <p:nvPr/>
        </p:nvCxnSpPr>
        <p:spPr>
          <a:xfrm flipV="1">
            <a:off x="5556738" y="3219710"/>
            <a:ext cx="1263916" cy="285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3" idx="1"/>
          </p:cNvCxnSpPr>
          <p:nvPr/>
        </p:nvCxnSpPr>
        <p:spPr>
          <a:xfrm flipV="1">
            <a:off x="5088834" y="4207781"/>
            <a:ext cx="1731834" cy="23824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24" idx="1"/>
          </p:cNvCxnSpPr>
          <p:nvPr/>
        </p:nvCxnSpPr>
        <p:spPr>
          <a:xfrm flipV="1">
            <a:off x="4378912" y="4883839"/>
            <a:ext cx="2441756" cy="590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25" idx="2"/>
          </p:cNvCxnSpPr>
          <p:nvPr/>
        </p:nvCxnSpPr>
        <p:spPr>
          <a:xfrm rot="16200000" flipH="1">
            <a:off x="5481537" y="2481813"/>
            <a:ext cx="123111" cy="6597952"/>
          </a:xfrm>
          <a:prstGeom prst="bentConnector3">
            <a:avLst>
              <a:gd name="adj1" fmla="val 285686"/>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472705"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791012"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4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5CB4CD0-B372-4E77-A0C3-E79838CFBCEF}"/>
                  </a:ext>
                </a:extLst>
              </p:cNvPr>
              <p:cNvSpPr txBox="1"/>
              <p:nvPr/>
            </p:nvSpPr>
            <p:spPr>
              <a:xfrm>
                <a:off x="6820662" y="190330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1" name="文本框 20">
                <a:extLst>
                  <a:ext uri="{FF2B5EF4-FFF2-40B4-BE49-F238E27FC236}">
                    <a16:creationId xmlns:a16="http://schemas.microsoft.com/office/drawing/2014/main" xmlns:a14="http://schemas.microsoft.com/office/drawing/2010/main" xmlns="" id="{D5CB4CD0-B372-4E77-A0C3-E79838CFBCEF}"/>
                  </a:ext>
                </a:extLst>
              </p:cNvPr>
              <p:cNvSpPr txBox="1">
                <a:spLocks noRot="1" noChangeAspect="1" noMove="1" noResize="1" noEditPoints="1" noAdjustHandles="1" noChangeArrowheads="1" noChangeShapeType="1" noTextEdit="1"/>
              </p:cNvSpPr>
              <p:nvPr/>
            </p:nvSpPr>
            <p:spPr>
              <a:xfrm>
                <a:off x="6820662" y="1903300"/>
                <a:ext cx="4042800" cy="584775"/>
              </a:xfrm>
              <a:prstGeom prst="rect">
                <a:avLst/>
              </a:prstGeom>
              <a:blipFill rotWithShape="0">
                <a:blip r:embed="rId6"/>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85363E6-5594-4B48-9FCE-1B58BC28F14B}"/>
                  </a:ext>
                </a:extLst>
              </p:cNvPr>
              <p:cNvSpPr txBox="1"/>
              <p:nvPr/>
            </p:nvSpPr>
            <p:spPr>
              <a:xfrm>
                <a:off x="6820654" y="2681101"/>
                <a:ext cx="4042808"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2" name="文本框 21">
                <a:extLst>
                  <a:ext uri="{FF2B5EF4-FFF2-40B4-BE49-F238E27FC236}">
                    <a16:creationId xmlns:a16="http://schemas.microsoft.com/office/drawing/2014/main" xmlns:a14="http://schemas.microsoft.com/office/drawing/2010/main" xmlns="" id="{585363E6-5594-4B48-9FCE-1B58BC28F14B}"/>
                  </a:ext>
                </a:extLst>
              </p:cNvPr>
              <p:cNvSpPr txBox="1">
                <a:spLocks noRot="1" noChangeAspect="1" noMove="1" noResize="1" noEditPoints="1" noAdjustHandles="1" noChangeArrowheads="1" noChangeShapeType="1" noTextEdit="1"/>
              </p:cNvSpPr>
              <p:nvPr/>
            </p:nvSpPr>
            <p:spPr>
              <a:xfrm>
                <a:off x="6820654" y="2681101"/>
                <a:ext cx="4042808" cy="1077218"/>
              </a:xfrm>
              <a:prstGeom prst="rect">
                <a:avLst/>
              </a:prstGeom>
              <a:blipFill rotWithShape="0">
                <a:blip r:embed="rId7"/>
                <a:stretch>
                  <a:fillRect l="-905"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9DFF28D-20C3-488E-84C0-722973B5D7CA}"/>
                  </a:ext>
                </a:extLst>
              </p:cNvPr>
              <p:cNvSpPr txBox="1"/>
              <p:nvPr/>
            </p:nvSpPr>
            <p:spPr>
              <a:xfrm>
                <a:off x="6820668" y="3915393"/>
                <a:ext cx="4042800" cy="584775"/>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3" name="文本框 22">
                <a:extLst>
                  <a:ext uri="{FF2B5EF4-FFF2-40B4-BE49-F238E27FC236}">
                    <a16:creationId xmlns:a16="http://schemas.microsoft.com/office/drawing/2014/main" id="{B9DFF28D-20C3-488E-84C0-722973B5D7CA}"/>
                  </a:ext>
                </a:extLst>
              </p:cNvPr>
              <p:cNvSpPr txBox="1">
                <a:spLocks noRot="1" noChangeAspect="1" noMove="1" noResize="1" noEditPoints="1" noAdjustHandles="1" noChangeArrowheads="1" noChangeShapeType="1" noTextEdit="1"/>
              </p:cNvSpPr>
              <p:nvPr/>
            </p:nvSpPr>
            <p:spPr>
              <a:xfrm>
                <a:off x="6820668" y="3915393"/>
                <a:ext cx="4042800" cy="584775"/>
              </a:xfrm>
              <a:prstGeom prst="rect">
                <a:avLst/>
              </a:prstGeom>
              <a:blipFill>
                <a:blip r:embed="rId8"/>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4B608E4-F08C-48C7-B4E7-9676B60689EA}"/>
                  </a:ext>
                </a:extLst>
              </p:cNvPr>
              <p:cNvSpPr txBox="1"/>
              <p:nvPr/>
            </p:nvSpPr>
            <p:spPr>
              <a:xfrm>
                <a:off x="6820668" y="4591451"/>
                <a:ext cx="4042800" cy="584775"/>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4" name="文本框 23">
                <a:extLst>
                  <a:ext uri="{FF2B5EF4-FFF2-40B4-BE49-F238E27FC236}">
                    <a16:creationId xmlns:a16="http://schemas.microsoft.com/office/drawing/2014/main" id="{B4B608E4-F08C-48C7-B4E7-9676B60689EA}"/>
                  </a:ext>
                </a:extLst>
              </p:cNvPr>
              <p:cNvSpPr txBox="1">
                <a:spLocks noRot="1" noChangeAspect="1" noMove="1" noResize="1" noEditPoints="1" noAdjustHandles="1" noChangeArrowheads="1" noChangeShapeType="1" noTextEdit="1"/>
              </p:cNvSpPr>
              <p:nvPr/>
            </p:nvSpPr>
            <p:spPr>
              <a:xfrm>
                <a:off x="6820668" y="4591451"/>
                <a:ext cx="4042800" cy="584775"/>
              </a:xfrm>
              <a:prstGeom prst="rect">
                <a:avLst/>
              </a:prstGeom>
              <a:blipFill>
                <a:blip r:embed="rId9"/>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DD7D8EB-0CF3-4179-B048-E545E1AC0D70}"/>
                  </a:ext>
                </a:extLst>
              </p:cNvPr>
              <p:cNvSpPr txBox="1"/>
              <p:nvPr/>
            </p:nvSpPr>
            <p:spPr>
              <a:xfrm>
                <a:off x="6820668" y="525757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5" name="文本框 24">
                <a:extLst>
                  <a:ext uri="{FF2B5EF4-FFF2-40B4-BE49-F238E27FC236}">
                    <a16:creationId xmlns:a16="http://schemas.microsoft.com/office/drawing/2014/main" xmlns:a14="http://schemas.microsoft.com/office/drawing/2010/main" xmlns="" id="{5DD7D8EB-0CF3-4179-B048-E545E1AC0D70}"/>
                  </a:ext>
                </a:extLst>
              </p:cNvPr>
              <p:cNvSpPr txBox="1">
                <a:spLocks noRot="1" noChangeAspect="1" noMove="1" noResize="1" noEditPoints="1" noAdjustHandles="1" noChangeArrowheads="1" noChangeShapeType="1" noTextEdit="1"/>
              </p:cNvSpPr>
              <p:nvPr/>
            </p:nvSpPr>
            <p:spPr>
              <a:xfrm>
                <a:off x="6820668" y="5257570"/>
                <a:ext cx="4042800" cy="584775"/>
              </a:xfrm>
              <a:prstGeom prst="rect">
                <a:avLst/>
              </a:prstGeom>
              <a:blipFill rotWithShape="0">
                <a:blip r:embed="rId10"/>
                <a:stretch>
                  <a:fillRect l="-905" t="-3125" b="-12500"/>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828983D5-01D0-45C0-A0DE-3B7FFA24743A}"/>
              </a:ext>
            </a:extLst>
          </p:cNvPr>
          <p:cNvSpPr txBox="1"/>
          <p:nvPr/>
        </p:nvSpPr>
        <p:spPr>
          <a:xfrm>
            <a:off x="1791011" y="1152925"/>
            <a:ext cx="4828441" cy="1077218"/>
          </a:xfrm>
          <a:prstGeom prst="rect">
            <a:avLst/>
          </a:prstGeom>
          <a:solidFill>
            <a:schemeClr val="bg1">
              <a:lumMod val="95000"/>
            </a:schemeClr>
          </a:solidFill>
        </p:spPr>
        <p:txBody>
          <a:bodyPr wrap="square" rtlCol="0">
            <a:spAutoFit/>
          </a:bodyPr>
          <a:lstStyle/>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3" name="箭头: 右弧形 2">
            <a:extLst>
              <a:ext uri="{FF2B5EF4-FFF2-40B4-BE49-F238E27FC236}">
                <a16:creationId xmlns:a16="http://schemas.microsoft.com/office/drawing/2014/main" id="{B219F9A1-9B30-4DA6-A69F-7154E29DC75C}"/>
              </a:ext>
            </a:extLst>
          </p:cNvPr>
          <p:cNvSpPr/>
          <p:nvPr/>
        </p:nvSpPr>
        <p:spPr bwMode="auto">
          <a:xfrm rot="10800000" flipH="1">
            <a:off x="10891666" y="3101008"/>
            <a:ext cx="328000" cy="2445025"/>
          </a:xfrm>
          <a:prstGeom prst="curvedLeftArrow">
            <a:avLst>
              <a:gd name="adj1" fmla="val 0"/>
              <a:gd name="adj2" fmla="val 101713"/>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rgbClr val="0432FF"/>
              </a:solidFill>
              <a:effectLst/>
              <a:latin typeface="微软雅黑" panose="020B0503020204020204" pitchFamily="34" charset="-122"/>
              <a:ea typeface="微软雅黑" panose="020B0503020204020204" pitchFamily="34" charset="-122"/>
            </a:endParaRPr>
          </a:p>
        </p:txBody>
      </p:sp>
      <p:sp>
        <p:nvSpPr>
          <p:cNvPr id="27" name="灯片编号占位符 26">
            <a:extLst>
              <a:ext uri="{FF2B5EF4-FFF2-40B4-BE49-F238E27FC236}">
                <a16:creationId xmlns:a16="http://schemas.microsoft.com/office/drawing/2014/main" id="{F19909D7-2AC4-4DCA-96F2-E9ACC2AFF53B}"/>
              </a:ext>
            </a:extLst>
          </p:cNvPr>
          <p:cNvSpPr>
            <a:spLocks noGrp="1"/>
          </p:cNvSpPr>
          <p:nvPr>
            <p:ph type="sldNum" sz="quarter" idx="12"/>
          </p:nvPr>
        </p:nvSpPr>
        <p:spPr/>
        <p:txBody>
          <a:bodyPr/>
          <a:lstStyle/>
          <a:p>
            <a:fld id="{4B0D34C0-35A8-654C-9FBA-7B4E017BD630}" type="slidenum">
              <a:rPr lang="en-US" altLang="zh-CN" smtClean="0"/>
              <a:t>17</a:t>
            </a:fld>
            <a:endParaRPr kumimoji="1" lang="zh-CN" altLang="en-US"/>
          </a:p>
        </p:txBody>
      </p:sp>
      <p:sp>
        <p:nvSpPr>
          <p:cNvPr id="28" name="页脚占位符 27">
            <a:extLst>
              <a:ext uri="{FF2B5EF4-FFF2-40B4-BE49-F238E27FC236}">
                <a16:creationId xmlns:a16="http://schemas.microsoft.com/office/drawing/2014/main" id="{2B397D54-0366-BFCE-95FA-936CC52A7CB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9" name="文本框 28">
            <a:extLst>
              <a:ext uri="{FF2B5EF4-FFF2-40B4-BE49-F238E27FC236}">
                <a16:creationId xmlns:a16="http://schemas.microsoft.com/office/drawing/2014/main" id="{E435879A-4BE8-3913-4430-7E54E242C90B}"/>
              </a:ext>
            </a:extLst>
          </p:cNvPr>
          <p:cNvSpPr txBox="1"/>
          <p:nvPr/>
        </p:nvSpPr>
        <p:spPr>
          <a:xfrm>
            <a:off x="11397206" y="3239519"/>
            <a:ext cx="327999" cy="2062103"/>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每次返回一条元组</a:t>
            </a:r>
          </a:p>
        </p:txBody>
      </p:sp>
    </p:spTree>
    <p:extLst>
      <p:ext uri="{BB962C8B-B14F-4D97-AF65-F5344CB8AC3E}">
        <p14:creationId xmlns:p14="http://schemas.microsoft.com/office/powerpoint/2010/main" val="4234861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5C433AD-C1B5-4582-9A8A-CD1378FA9546}"/>
              </a:ext>
            </a:extLst>
          </p:cNvPr>
          <p:cNvSpPr txBox="1"/>
          <p:nvPr/>
        </p:nvSpPr>
        <p:spPr>
          <a:xfrm>
            <a:off x="3646859" y="4276746"/>
            <a:ext cx="1441975"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314053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314053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57431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57431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62239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62239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322475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3193296" y="2541972"/>
            <a:ext cx="1920719"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2244116" y="3650972"/>
            <a:ext cx="608208" cy="157835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314801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603506" y="4544156"/>
            <a:ext cx="322303" cy="68517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99205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1" idx="1"/>
          </p:cNvCxnSpPr>
          <p:nvPr/>
        </p:nvCxnSpPr>
        <p:spPr>
          <a:xfrm flipV="1">
            <a:off x="5114015" y="2195688"/>
            <a:ext cx="1706647" cy="51556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2" idx="1"/>
          </p:cNvCxnSpPr>
          <p:nvPr/>
        </p:nvCxnSpPr>
        <p:spPr>
          <a:xfrm flipV="1">
            <a:off x="5556738" y="3219710"/>
            <a:ext cx="1263916" cy="285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3" idx="1"/>
          </p:cNvCxnSpPr>
          <p:nvPr/>
        </p:nvCxnSpPr>
        <p:spPr>
          <a:xfrm flipV="1">
            <a:off x="5088834" y="4207781"/>
            <a:ext cx="1731834" cy="23824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24" idx="1"/>
          </p:cNvCxnSpPr>
          <p:nvPr/>
        </p:nvCxnSpPr>
        <p:spPr>
          <a:xfrm flipV="1">
            <a:off x="4378912" y="4883839"/>
            <a:ext cx="2441756" cy="590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25" idx="2"/>
          </p:cNvCxnSpPr>
          <p:nvPr/>
        </p:nvCxnSpPr>
        <p:spPr>
          <a:xfrm rot="16200000" flipH="1">
            <a:off x="5481537" y="2481813"/>
            <a:ext cx="123111" cy="6597952"/>
          </a:xfrm>
          <a:prstGeom prst="bentConnector3">
            <a:avLst>
              <a:gd name="adj1" fmla="val 285686"/>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472705"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791012"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4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5CB4CD0-B372-4E77-A0C3-E79838CFBCEF}"/>
                  </a:ext>
                </a:extLst>
              </p:cNvPr>
              <p:cNvSpPr txBox="1"/>
              <p:nvPr/>
            </p:nvSpPr>
            <p:spPr>
              <a:xfrm>
                <a:off x="6820662" y="190330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1" name="文本框 20">
                <a:extLst>
                  <a:ext uri="{FF2B5EF4-FFF2-40B4-BE49-F238E27FC236}">
                    <a16:creationId xmlns:a16="http://schemas.microsoft.com/office/drawing/2014/main" xmlns:a14="http://schemas.microsoft.com/office/drawing/2010/main" xmlns="" id="{D5CB4CD0-B372-4E77-A0C3-E79838CFBCEF}"/>
                  </a:ext>
                </a:extLst>
              </p:cNvPr>
              <p:cNvSpPr txBox="1">
                <a:spLocks noRot="1" noChangeAspect="1" noMove="1" noResize="1" noEditPoints="1" noAdjustHandles="1" noChangeArrowheads="1" noChangeShapeType="1" noTextEdit="1"/>
              </p:cNvSpPr>
              <p:nvPr/>
            </p:nvSpPr>
            <p:spPr>
              <a:xfrm>
                <a:off x="6820662" y="1903300"/>
                <a:ext cx="4042800" cy="584775"/>
              </a:xfrm>
              <a:prstGeom prst="rect">
                <a:avLst/>
              </a:prstGeom>
              <a:blipFill rotWithShape="0">
                <a:blip r:embed="rId6"/>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85363E6-5594-4B48-9FCE-1B58BC28F14B}"/>
                  </a:ext>
                </a:extLst>
              </p:cNvPr>
              <p:cNvSpPr txBox="1"/>
              <p:nvPr/>
            </p:nvSpPr>
            <p:spPr>
              <a:xfrm>
                <a:off x="6820654" y="2681101"/>
                <a:ext cx="4042808"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2" name="文本框 21">
                <a:extLst>
                  <a:ext uri="{FF2B5EF4-FFF2-40B4-BE49-F238E27FC236}">
                    <a16:creationId xmlns:a16="http://schemas.microsoft.com/office/drawing/2014/main" xmlns:a14="http://schemas.microsoft.com/office/drawing/2010/main" xmlns="" id="{585363E6-5594-4B48-9FCE-1B58BC28F14B}"/>
                  </a:ext>
                </a:extLst>
              </p:cNvPr>
              <p:cNvSpPr txBox="1">
                <a:spLocks noRot="1" noChangeAspect="1" noMove="1" noResize="1" noEditPoints="1" noAdjustHandles="1" noChangeArrowheads="1" noChangeShapeType="1" noTextEdit="1"/>
              </p:cNvSpPr>
              <p:nvPr/>
            </p:nvSpPr>
            <p:spPr>
              <a:xfrm>
                <a:off x="6820654" y="2681101"/>
                <a:ext cx="4042808" cy="1077218"/>
              </a:xfrm>
              <a:prstGeom prst="rect">
                <a:avLst/>
              </a:prstGeom>
              <a:blipFill rotWithShape="0">
                <a:blip r:embed="rId7"/>
                <a:stretch>
                  <a:fillRect l="-905"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9DFF28D-20C3-488E-84C0-722973B5D7CA}"/>
                  </a:ext>
                </a:extLst>
              </p:cNvPr>
              <p:cNvSpPr txBox="1"/>
              <p:nvPr/>
            </p:nvSpPr>
            <p:spPr>
              <a:xfrm>
                <a:off x="6820668" y="3915393"/>
                <a:ext cx="4042800" cy="584775"/>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3" name="文本框 22">
                <a:extLst>
                  <a:ext uri="{FF2B5EF4-FFF2-40B4-BE49-F238E27FC236}">
                    <a16:creationId xmlns:a16="http://schemas.microsoft.com/office/drawing/2014/main" id="{B9DFF28D-20C3-488E-84C0-722973B5D7CA}"/>
                  </a:ext>
                </a:extLst>
              </p:cNvPr>
              <p:cNvSpPr txBox="1">
                <a:spLocks noRot="1" noChangeAspect="1" noMove="1" noResize="1" noEditPoints="1" noAdjustHandles="1" noChangeArrowheads="1" noChangeShapeType="1" noTextEdit="1"/>
              </p:cNvSpPr>
              <p:nvPr/>
            </p:nvSpPr>
            <p:spPr>
              <a:xfrm>
                <a:off x="6820668" y="3915393"/>
                <a:ext cx="4042800" cy="584775"/>
              </a:xfrm>
              <a:prstGeom prst="rect">
                <a:avLst/>
              </a:prstGeom>
              <a:blipFill>
                <a:blip r:embed="rId8"/>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4B608E4-F08C-48C7-B4E7-9676B60689EA}"/>
                  </a:ext>
                </a:extLst>
              </p:cNvPr>
              <p:cNvSpPr txBox="1"/>
              <p:nvPr/>
            </p:nvSpPr>
            <p:spPr>
              <a:xfrm>
                <a:off x="6820668" y="4591451"/>
                <a:ext cx="4042800" cy="584775"/>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4" name="文本框 23">
                <a:extLst>
                  <a:ext uri="{FF2B5EF4-FFF2-40B4-BE49-F238E27FC236}">
                    <a16:creationId xmlns:a16="http://schemas.microsoft.com/office/drawing/2014/main" id="{B4B608E4-F08C-48C7-B4E7-9676B60689EA}"/>
                  </a:ext>
                </a:extLst>
              </p:cNvPr>
              <p:cNvSpPr txBox="1">
                <a:spLocks noRot="1" noChangeAspect="1" noMove="1" noResize="1" noEditPoints="1" noAdjustHandles="1" noChangeArrowheads="1" noChangeShapeType="1" noTextEdit="1"/>
              </p:cNvSpPr>
              <p:nvPr/>
            </p:nvSpPr>
            <p:spPr>
              <a:xfrm>
                <a:off x="6820668" y="4591451"/>
                <a:ext cx="4042800" cy="584775"/>
              </a:xfrm>
              <a:prstGeom prst="rect">
                <a:avLst/>
              </a:prstGeom>
              <a:blipFill>
                <a:blip r:embed="rId9"/>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DD7D8EB-0CF3-4179-B048-E545E1AC0D70}"/>
                  </a:ext>
                </a:extLst>
              </p:cNvPr>
              <p:cNvSpPr txBox="1"/>
              <p:nvPr/>
            </p:nvSpPr>
            <p:spPr>
              <a:xfrm>
                <a:off x="6820668" y="525757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5" name="文本框 24">
                <a:extLst>
                  <a:ext uri="{FF2B5EF4-FFF2-40B4-BE49-F238E27FC236}">
                    <a16:creationId xmlns:a16="http://schemas.microsoft.com/office/drawing/2014/main" xmlns:a14="http://schemas.microsoft.com/office/drawing/2010/main" xmlns="" id="{5DD7D8EB-0CF3-4179-B048-E545E1AC0D70}"/>
                  </a:ext>
                </a:extLst>
              </p:cNvPr>
              <p:cNvSpPr txBox="1">
                <a:spLocks noRot="1" noChangeAspect="1" noMove="1" noResize="1" noEditPoints="1" noAdjustHandles="1" noChangeArrowheads="1" noChangeShapeType="1" noTextEdit="1"/>
              </p:cNvSpPr>
              <p:nvPr/>
            </p:nvSpPr>
            <p:spPr>
              <a:xfrm>
                <a:off x="6820668" y="5257570"/>
                <a:ext cx="4042800" cy="584775"/>
              </a:xfrm>
              <a:prstGeom prst="rect">
                <a:avLst/>
              </a:prstGeom>
              <a:blipFill rotWithShape="0">
                <a:blip r:embed="rId10"/>
                <a:stretch>
                  <a:fillRect l="-905" t="-3125" b="-12500"/>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828983D5-01D0-45C0-A0DE-3B7FFA24743A}"/>
              </a:ext>
            </a:extLst>
          </p:cNvPr>
          <p:cNvSpPr txBox="1"/>
          <p:nvPr/>
        </p:nvSpPr>
        <p:spPr>
          <a:xfrm>
            <a:off x="1791011" y="1152925"/>
            <a:ext cx="4828441" cy="1077218"/>
          </a:xfrm>
          <a:prstGeom prst="rect">
            <a:avLst/>
          </a:prstGeom>
          <a:solidFill>
            <a:schemeClr val="bg1">
              <a:lumMod val="95000"/>
            </a:schemeClr>
          </a:solidFill>
        </p:spPr>
        <p:txBody>
          <a:bodyPr wrap="square" rtlCol="0">
            <a:spAutoFit/>
          </a:bodyPr>
          <a:lstStyle/>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3" name="箭头: 右弧形 2">
            <a:extLst>
              <a:ext uri="{FF2B5EF4-FFF2-40B4-BE49-F238E27FC236}">
                <a16:creationId xmlns:a16="http://schemas.microsoft.com/office/drawing/2014/main" id="{B219F9A1-9B30-4DA6-A69F-7154E29DC75C}"/>
              </a:ext>
            </a:extLst>
          </p:cNvPr>
          <p:cNvSpPr/>
          <p:nvPr/>
        </p:nvSpPr>
        <p:spPr bwMode="auto">
          <a:xfrm>
            <a:off x="10863462" y="3348820"/>
            <a:ext cx="387634" cy="1097203"/>
          </a:xfrm>
          <a:prstGeom prst="curvedLeftArrow">
            <a:avLst>
              <a:gd name="adj1" fmla="val 0"/>
              <a:gd name="adj2" fmla="val 101713"/>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rgbClr val="0432FF"/>
              </a:solidFill>
              <a:effectLst/>
              <a:latin typeface="微软雅黑" panose="020B0503020204020204" pitchFamily="34" charset="-122"/>
              <a:ea typeface="微软雅黑" panose="020B0503020204020204" pitchFamily="34" charset="-122"/>
            </a:endParaRPr>
          </a:p>
        </p:txBody>
      </p:sp>
      <p:sp>
        <p:nvSpPr>
          <p:cNvPr id="27" name="灯片编号占位符 26">
            <a:extLst>
              <a:ext uri="{FF2B5EF4-FFF2-40B4-BE49-F238E27FC236}">
                <a16:creationId xmlns:a16="http://schemas.microsoft.com/office/drawing/2014/main" id="{F19909D7-2AC4-4DCA-96F2-E9ACC2AFF53B}"/>
              </a:ext>
            </a:extLst>
          </p:cNvPr>
          <p:cNvSpPr>
            <a:spLocks noGrp="1"/>
          </p:cNvSpPr>
          <p:nvPr>
            <p:ph type="sldNum" sz="quarter" idx="12"/>
          </p:nvPr>
        </p:nvSpPr>
        <p:spPr/>
        <p:txBody>
          <a:bodyPr/>
          <a:lstStyle/>
          <a:p>
            <a:fld id="{4B0D34C0-35A8-654C-9FBA-7B4E017BD630}" type="slidenum">
              <a:rPr lang="en-US" altLang="zh-CN" smtClean="0"/>
              <a:t>18</a:t>
            </a:fld>
            <a:endParaRPr kumimoji="1" lang="zh-CN" altLang="en-US"/>
          </a:p>
        </p:txBody>
      </p:sp>
      <p:sp>
        <p:nvSpPr>
          <p:cNvPr id="28" name="页脚占位符 27">
            <a:extLst>
              <a:ext uri="{FF2B5EF4-FFF2-40B4-BE49-F238E27FC236}">
                <a16:creationId xmlns:a16="http://schemas.microsoft.com/office/drawing/2014/main" id="{2B397D54-0366-BFCE-95FA-936CC52A7CB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31" name="标题 1">
            <a:extLst>
              <a:ext uri="{FF2B5EF4-FFF2-40B4-BE49-F238E27FC236}">
                <a16:creationId xmlns:a16="http://schemas.microsoft.com/office/drawing/2014/main" id="{13A6A41B-C093-407A-B659-88EE5928021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火山模型执行流程</a:t>
            </a:r>
          </a:p>
        </p:txBody>
      </p:sp>
    </p:spTree>
    <p:extLst>
      <p:ext uri="{BB962C8B-B14F-4D97-AF65-F5344CB8AC3E}">
        <p14:creationId xmlns:p14="http://schemas.microsoft.com/office/powerpoint/2010/main" val="3720917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5C433AD-C1B5-4582-9A8A-CD1378FA9546}"/>
              </a:ext>
            </a:extLst>
          </p:cNvPr>
          <p:cNvSpPr txBox="1"/>
          <p:nvPr/>
        </p:nvSpPr>
        <p:spPr>
          <a:xfrm>
            <a:off x="3646859" y="4276746"/>
            <a:ext cx="1441975"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314053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314053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57431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57431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62239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62239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322475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3193296" y="2541972"/>
            <a:ext cx="1920719"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2244116" y="3650972"/>
            <a:ext cx="608208" cy="157835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314801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603506" y="4544156"/>
            <a:ext cx="322303" cy="68517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99205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1" idx="1"/>
          </p:cNvCxnSpPr>
          <p:nvPr/>
        </p:nvCxnSpPr>
        <p:spPr>
          <a:xfrm flipV="1">
            <a:off x="5114015" y="2195688"/>
            <a:ext cx="1706647" cy="51556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2" idx="1"/>
          </p:cNvCxnSpPr>
          <p:nvPr/>
        </p:nvCxnSpPr>
        <p:spPr>
          <a:xfrm flipV="1">
            <a:off x="5556738" y="3219710"/>
            <a:ext cx="1263916" cy="285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3" idx="1"/>
          </p:cNvCxnSpPr>
          <p:nvPr/>
        </p:nvCxnSpPr>
        <p:spPr>
          <a:xfrm flipV="1">
            <a:off x="5088834" y="4207781"/>
            <a:ext cx="1731834" cy="23824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24" idx="1"/>
          </p:cNvCxnSpPr>
          <p:nvPr/>
        </p:nvCxnSpPr>
        <p:spPr>
          <a:xfrm flipV="1">
            <a:off x="4378912" y="4883839"/>
            <a:ext cx="2441756" cy="590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25" idx="2"/>
          </p:cNvCxnSpPr>
          <p:nvPr/>
        </p:nvCxnSpPr>
        <p:spPr>
          <a:xfrm rot="16200000" flipH="1">
            <a:off x="5481537" y="2481813"/>
            <a:ext cx="123111" cy="6597952"/>
          </a:xfrm>
          <a:prstGeom prst="bentConnector3">
            <a:avLst>
              <a:gd name="adj1" fmla="val 285686"/>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472705"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791012"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4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5CB4CD0-B372-4E77-A0C3-E79838CFBCEF}"/>
                  </a:ext>
                </a:extLst>
              </p:cNvPr>
              <p:cNvSpPr txBox="1"/>
              <p:nvPr/>
            </p:nvSpPr>
            <p:spPr>
              <a:xfrm>
                <a:off x="6820662" y="190330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1" name="文本框 20">
                <a:extLst>
                  <a:ext uri="{FF2B5EF4-FFF2-40B4-BE49-F238E27FC236}">
                    <a16:creationId xmlns:a16="http://schemas.microsoft.com/office/drawing/2014/main" xmlns:a14="http://schemas.microsoft.com/office/drawing/2010/main" xmlns="" id="{D5CB4CD0-B372-4E77-A0C3-E79838CFBCEF}"/>
                  </a:ext>
                </a:extLst>
              </p:cNvPr>
              <p:cNvSpPr txBox="1">
                <a:spLocks noRot="1" noChangeAspect="1" noMove="1" noResize="1" noEditPoints="1" noAdjustHandles="1" noChangeArrowheads="1" noChangeShapeType="1" noTextEdit="1"/>
              </p:cNvSpPr>
              <p:nvPr/>
            </p:nvSpPr>
            <p:spPr>
              <a:xfrm>
                <a:off x="6820662" y="1903300"/>
                <a:ext cx="4042800" cy="584775"/>
              </a:xfrm>
              <a:prstGeom prst="rect">
                <a:avLst/>
              </a:prstGeom>
              <a:blipFill rotWithShape="0">
                <a:blip r:embed="rId6"/>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85363E6-5594-4B48-9FCE-1B58BC28F14B}"/>
                  </a:ext>
                </a:extLst>
              </p:cNvPr>
              <p:cNvSpPr txBox="1"/>
              <p:nvPr/>
            </p:nvSpPr>
            <p:spPr>
              <a:xfrm>
                <a:off x="6820654" y="2681101"/>
                <a:ext cx="4042808"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2" name="文本框 21">
                <a:extLst>
                  <a:ext uri="{FF2B5EF4-FFF2-40B4-BE49-F238E27FC236}">
                    <a16:creationId xmlns:a16="http://schemas.microsoft.com/office/drawing/2014/main" xmlns:a14="http://schemas.microsoft.com/office/drawing/2010/main" xmlns="" id="{585363E6-5594-4B48-9FCE-1B58BC28F14B}"/>
                  </a:ext>
                </a:extLst>
              </p:cNvPr>
              <p:cNvSpPr txBox="1">
                <a:spLocks noRot="1" noChangeAspect="1" noMove="1" noResize="1" noEditPoints="1" noAdjustHandles="1" noChangeArrowheads="1" noChangeShapeType="1" noTextEdit="1"/>
              </p:cNvSpPr>
              <p:nvPr/>
            </p:nvSpPr>
            <p:spPr>
              <a:xfrm>
                <a:off x="6820654" y="2681101"/>
                <a:ext cx="4042808" cy="1077218"/>
              </a:xfrm>
              <a:prstGeom prst="rect">
                <a:avLst/>
              </a:prstGeom>
              <a:blipFill rotWithShape="0">
                <a:blip r:embed="rId7"/>
                <a:stretch>
                  <a:fillRect l="-905"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9DFF28D-20C3-488E-84C0-722973B5D7CA}"/>
                  </a:ext>
                </a:extLst>
              </p:cNvPr>
              <p:cNvSpPr txBox="1"/>
              <p:nvPr/>
            </p:nvSpPr>
            <p:spPr>
              <a:xfrm>
                <a:off x="6820668" y="3915393"/>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3" name="文本框 22">
                <a:extLst>
                  <a:ext uri="{FF2B5EF4-FFF2-40B4-BE49-F238E27FC236}">
                    <a16:creationId xmlns:a16="http://schemas.microsoft.com/office/drawing/2014/main" xmlns:a14="http://schemas.microsoft.com/office/drawing/2010/main" xmlns="" id="{B9DFF28D-20C3-488E-84C0-722973B5D7CA}"/>
                  </a:ext>
                </a:extLst>
              </p:cNvPr>
              <p:cNvSpPr txBox="1">
                <a:spLocks noRot="1" noChangeAspect="1" noMove="1" noResize="1" noEditPoints="1" noAdjustHandles="1" noChangeArrowheads="1" noChangeShapeType="1" noTextEdit="1"/>
              </p:cNvSpPr>
              <p:nvPr/>
            </p:nvSpPr>
            <p:spPr>
              <a:xfrm>
                <a:off x="6820668" y="3915393"/>
                <a:ext cx="4042800" cy="584775"/>
              </a:xfrm>
              <a:prstGeom prst="rect">
                <a:avLst/>
              </a:prstGeom>
              <a:blipFill rotWithShape="0">
                <a:blip r:embed="rId8"/>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4B608E4-F08C-48C7-B4E7-9676B60689EA}"/>
                  </a:ext>
                </a:extLst>
              </p:cNvPr>
              <p:cNvSpPr txBox="1"/>
              <p:nvPr/>
            </p:nvSpPr>
            <p:spPr>
              <a:xfrm>
                <a:off x="6820668" y="4591451"/>
                <a:ext cx="4042800" cy="584775"/>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4" name="文本框 23">
                <a:extLst>
                  <a:ext uri="{FF2B5EF4-FFF2-40B4-BE49-F238E27FC236}">
                    <a16:creationId xmlns:a16="http://schemas.microsoft.com/office/drawing/2014/main" id="{B4B608E4-F08C-48C7-B4E7-9676B60689EA}"/>
                  </a:ext>
                </a:extLst>
              </p:cNvPr>
              <p:cNvSpPr txBox="1">
                <a:spLocks noRot="1" noChangeAspect="1" noMove="1" noResize="1" noEditPoints="1" noAdjustHandles="1" noChangeArrowheads="1" noChangeShapeType="1" noTextEdit="1"/>
              </p:cNvSpPr>
              <p:nvPr/>
            </p:nvSpPr>
            <p:spPr>
              <a:xfrm>
                <a:off x="6820668" y="4591451"/>
                <a:ext cx="4042800" cy="584775"/>
              </a:xfrm>
              <a:prstGeom prst="rect">
                <a:avLst/>
              </a:prstGeom>
              <a:blipFill>
                <a:blip r:embed="rId9"/>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DD7D8EB-0CF3-4179-B048-E545E1AC0D70}"/>
                  </a:ext>
                </a:extLst>
              </p:cNvPr>
              <p:cNvSpPr txBox="1"/>
              <p:nvPr/>
            </p:nvSpPr>
            <p:spPr>
              <a:xfrm>
                <a:off x="6820668" y="525757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5" name="文本框 24">
                <a:extLst>
                  <a:ext uri="{FF2B5EF4-FFF2-40B4-BE49-F238E27FC236}">
                    <a16:creationId xmlns:a16="http://schemas.microsoft.com/office/drawing/2014/main" xmlns:a14="http://schemas.microsoft.com/office/drawing/2010/main" xmlns="" id="{5DD7D8EB-0CF3-4179-B048-E545E1AC0D70}"/>
                  </a:ext>
                </a:extLst>
              </p:cNvPr>
              <p:cNvSpPr txBox="1">
                <a:spLocks noRot="1" noChangeAspect="1" noMove="1" noResize="1" noEditPoints="1" noAdjustHandles="1" noChangeArrowheads="1" noChangeShapeType="1" noTextEdit="1"/>
              </p:cNvSpPr>
              <p:nvPr/>
            </p:nvSpPr>
            <p:spPr>
              <a:xfrm>
                <a:off x="6820668" y="5257570"/>
                <a:ext cx="4042800" cy="584775"/>
              </a:xfrm>
              <a:prstGeom prst="rect">
                <a:avLst/>
              </a:prstGeom>
              <a:blipFill rotWithShape="0">
                <a:blip r:embed="rId10"/>
                <a:stretch>
                  <a:fillRect l="-905" t="-3125" b="-12500"/>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828983D5-01D0-45C0-A0DE-3B7FFA24743A}"/>
              </a:ext>
            </a:extLst>
          </p:cNvPr>
          <p:cNvSpPr txBox="1"/>
          <p:nvPr/>
        </p:nvSpPr>
        <p:spPr>
          <a:xfrm>
            <a:off x="1791011" y="1152925"/>
            <a:ext cx="4828441" cy="1077218"/>
          </a:xfrm>
          <a:prstGeom prst="rect">
            <a:avLst/>
          </a:prstGeom>
          <a:solidFill>
            <a:schemeClr val="bg1">
              <a:lumMod val="95000"/>
            </a:schemeClr>
          </a:solidFill>
        </p:spPr>
        <p:txBody>
          <a:bodyPr wrap="square" rtlCol="0">
            <a:spAutoFit/>
          </a:bodyPr>
          <a:lstStyle/>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3" name="箭头: 右弧形 2">
            <a:extLst>
              <a:ext uri="{FF2B5EF4-FFF2-40B4-BE49-F238E27FC236}">
                <a16:creationId xmlns:a16="http://schemas.microsoft.com/office/drawing/2014/main" id="{B219F9A1-9B30-4DA6-A69F-7154E29DC75C}"/>
              </a:ext>
            </a:extLst>
          </p:cNvPr>
          <p:cNvSpPr/>
          <p:nvPr/>
        </p:nvSpPr>
        <p:spPr bwMode="auto">
          <a:xfrm>
            <a:off x="10944117" y="4098045"/>
            <a:ext cx="326857" cy="951033"/>
          </a:xfrm>
          <a:prstGeom prst="curvedLeftArrow">
            <a:avLst>
              <a:gd name="adj1" fmla="val 0"/>
              <a:gd name="adj2" fmla="val 101713"/>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rgbClr val="0432FF"/>
              </a:solidFill>
              <a:effectLst/>
              <a:latin typeface="微软雅黑" panose="020B0503020204020204" pitchFamily="34" charset="-122"/>
              <a:ea typeface="微软雅黑" panose="020B0503020204020204" pitchFamily="34" charset="-122"/>
            </a:endParaRPr>
          </a:p>
        </p:txBody>
      </p:sp>
      <p:sp>
        <p:nvSpPr>
          <p:cNvPr id="27" name="灯片编号占位符 26">
            <a:extLst>
              <a:ext uri="{FF2B5EF4-FFF2-40B4-BE49-F238E27FC236}">
                <a16:creationId xmlns:a16="http://schemas.microsoft.com/office/drawing/2014/main" id="{F19909D7-2AC4-4DCA-96F2-E9ACC2AFF53B}"/>
              </a:ext>
            </a:extLst>
          </p:cNvPr>
          <p:cNvSpPr>
            <a:spLocks noGrp="1"/>
          </p:cNvSpPr>
          <p:nvPr>
            <p:ph type="sldNum" sz="quarter" idx="12"/>
          </p:nvPr>
        </p:nvSpPr>
        <p:spPr/>
        <p:txBody>
          <a:bodyPr/>
          <a:lstStyle/>
          <a:p>
            <a:fld id="{4B0D34C0-35A8-654C-9FBA-7B4E017BD630}" type="slidenum">
              <a:rPr lang="en-US" altLang="zh-CN" smtClean="0"/>
              <a:t>19</a:t>
            </a:fld>
            <a:endParaRPr kumimoji="1" lang="zh-CN" altLang="en-US"/>
          </a:p>
        </p:txBody>
      </p:sp>
      <p:sp>
        <p:nvSpPr>
          <p:cNvPr id="28" name="页脚占位符 27">
            <a:extLst>
              <a:ext uri="{FF2B5EF4-FFF2-40B4-BE49-F238E27FC236}">
                <a16:creationId xmlns:a16="http://schemas.microsoft.com/office/drawing/2014/main" id="{2B397D54-0366-BFCE-95FA-936CC52A7CB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31" name="标题 1">
            <a:extLst>
              <a:ext uri="{FF2B5EF4-FFF2-40B4-BE49-F238E27FC236}">
                <a16:creationId xmlns:a16="http://schemas.microsoft.com/office/drawing/2014/main" id="{17ACBCEF-1210-43B0-B678-B0D885C452C0}"/>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火山模型执行流程</a:t>
            </a:r>
          </a:p>
        </p:txBody>
      </p:sp>
    </p:spTree>
    <p:extLst>
      <p:ext uri="{BB962C8B-B14F-4D97-AF65-F5344CB8AC3E}">
        <p14:creationId xmlns:p14="http://schemas.microsoft.com/office/powerpoint/2010/main" val="1650800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5C433AD-C1B5-4582-9A8A-CD1378FA9546}"/>
              </a:ext>
            </a:extLst>
          </p:cNvPr>
          <p:cNvSpPr txBox="1"/>
          <p:nvPr/>
        </p:nvSpPr>
        <p:spPr>
          <a:xfrm>
            <a:off x="3646859" y="4276746"/>
            <a:ext cx="1441975"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314053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314053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57431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57431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62239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62239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322475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3193296" y="2541972"/>
            <a:ext cx="1920719"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2244116" y="3650972"/>
            <a:ext cx="608208" cy="157835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314801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603506" y="4544156"/>
            <a:ext cx="322303" cy="68517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99205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1" idx="1"/>
          </p:cNvCxnSpPr>
          <p:nvPr/>
        </p:nvCxnSpPr>
        <p:spPr>
          <a:xfrm flipV="1">
            <a:off x="5114015" y="2195688"/>
            <a:ext cx="1706647" cy="51556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2" idx="1"/>
          </p:cNvCxnSpPr>
          <p:nvPr/>
        </p:nvCxnSpPr>
        <p:spPr>
          <a:xfrm flipV="1">
            <a:off x="5556738" y="3219710"/>
            <a:ext cx="1263916" cy="285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3" idx="1"/>
          </p:cNvCxnSpPr>
          <p:nvPr/>
        </p:nvCxnSpPr>
        <p:spPr>
          <a:xfrm flipV="1">
            <a:off x="5088834" y="4207781"/>
            <a:ext cx="1731834" cy="23824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24" idx="1"/>
          </p:cNvCxnSpPr>
          <p:nvPr/>
        </p:nvCxnSpPr>
        <p:spPr>
          <a:xfrm flipV="1">
            <a:off x="4378912" y="4883839"/>
            <a:ext cx="2441756" cy="590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25" idx="2"/>
          </p:cNvCxnSpPr>
          <p:nvPr/>
        </p:nvCxnSpPr>
        <p:spPr>
          <a:xfrm rot="16200000" flipH="1">
            <a:off x="5481537" y="2481813"/>
            <a:ext cx="123111" cy="6597952"/>
          </a:xfrm>
          <a:prstGeom prst="bentConnector3">
            <a:avLst>
              <a:gd name="adj1" fmla="val 285686"/>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472705"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791012"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4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5CB4CD0-B372-4E77-A0C3-E79838CFBCEF}"/>
                  </a:ext>
                </a:extLst>
              </p:cNvPr>
              <p:cNvSpPr txBox="1"/>
              <p:nvPr/>
            </p:nvSpPr>
            <p:spPr>
              <a:xfrm>
                <a:off x="6820662" y="190330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1" name="文本框 20">
                <a:extLst>
                  <a:ext uri="{FF2B5EF4-FFF2-40B4-BE49-F238E27FC236}">
                    <a16:creationId xmlns:a16="http://schemas.microsoft.com/office/drawing/2014/main" xmlns:a14="http://schemas.microsoft.com/office/drawing/2010/main" xmlns="" id="{D5CB4CD0-B372-4E77-A0C3-E79838CFBCEF}"/>
                  </a:ext>
                </a:extLst>
              </p:cNvPr>
              <p:cNvSpPr txBox="1">
                <a:spLocks noRot="1" noChangeAspect="1" noMove="1" noResize="1" noEditPoints="1" noAdjustHandles="1" noChangeArrowheads="1" noChangeShapeType="1" noTextEdit="1"/>
              </p:cNvSpPr>
              <p:nvPr/>
            </p:nvSpPr>
            <p:spPr>
              <a:xfrm>
                <a:off x="6820662" y="1903300"/>
                <a:ext cx="4042800" cy="584775"/>
              </a:xfrm>
              <a:prstGeom prst="rect">
                <a:avLst/>
              </a:prstGeom>
              <a:blipFill rotWithShape="0">
                <a:blip r:embed="rId6"/>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85363E6-5594-4B48-9FCE-1B58BC28F14B}"/>
                  </a:ext>
                </a:extLst>
              </p:cNvPr>
              <p:cNvSpPr txBox="1"/>
              <p:nvPr/>
            </p:nvSpPr>
            <p:spPr>
              <a:xfrm>
                <a:off x="6820654" y="2681101"/>
                <a:ext cx="4042808"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2" name="文本框 21">
                <a:extLst>
                  <a:ext uri="{FF2B5EF4-FFF2-40B4-BE49-F238E27FC236}">
                    <a16:creationId xmlns:a16="http://schemas.microsoft.com/office/drawing/2014/main" xmlns:a14="http://schemas.microsoft.com/office/drawing/2010/main" xmlns="" id="{585363E6-5594-4B48-9FCE-1B58BC28F14B}"/>
                  </a:ext>
                </a:extLst>
              </p:cNvPr>
              <p:cNvSpPr txBox="1">
                <a:spLocks noRot="1" noChangeAspect="1" noMove="1" noResize="1" noEditPoints="1" noAdjustHandles="1" noChangeArrowheads="1" noChangeShapeType="1" noTextEdit="1"/>
              </p:cNvSpPr>
              <p:nvPr/>
            </p:nvSpPr>
            <p:spPr>
              <a:xfrm>
                <a:off x="6820654" y="2681101"/>
                <a:ext cx="4042808" cy="1077218"/>
              </a:xfrm>
              <a:prstGeom prst="rect">
                <a:avLst/>
              </a:prstGeom>
              <a:blipFill rotWithShape="0">
                <a:blip r:embed="rId7"/>
                <a:stretch>
                  <a:fillRect l="-905"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9DFF28D-20C3-488E-84C0-722973B5D7CA}"/>
                  </a:ext>
                </a:extLst>
              </p:cNvPr>
              <p:cNvSpPr txBox="1"/>
              <p:nvPr/>
            </p:nvSpPr>
            <p:spPr>
              <a:xfrm>
                <a:off x="6820668" y="3915393"/>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3" name="文本框 22">
                <a:extLst>
                  <a:ext uri="{FF2B5EF4-FFF2-40B4-BE49-F238E27FC236}">
                    <a16:creationId xmlns:a16="http://schemas.microsoft.com/office/drawing/2014/main" xmlns:a14="http://schemas.microsoft.com/office/drawing/2010/main" xmlns="" id="{B9DFF28D-20C3-488E-84C0-722973B5D7CA}"/>
                  </a:ext>
                </a:extLst>
              </p:cNvPr>
              <p:cNvSpPr txBox="1">
                <a:spLocks noRot="1" noChangeAspect="1" noMove="1" noResize="1" noEditPoints="1" noAdjustHandles="1" noChangeArrowheads="1" noChangeShapeType="1" noTextEdit="1"/>
              </p:cNvSpPr>
              <p:nvPr/>
            </p:nvSpPr>
            <p:spPr>
              <a:xfrm>
                <a:off x="6820668" y="3915393"/>
                <a:ext cx="4042800" cy="584775"/>
              </a:xfrm>
              <a:prstGeom prst="rect">
                <a:avLst/>
              </a:prstGeom>
              <a:blipFill rotWithShape="0">
                <a:blip r:embed="rId8"/>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4B608E4-F08C-48C7-B4E7-9676B60689EA}"/>
                  </a:ext>
                </a:extLst>
              </p:cNvPr>
              <p:cNvSpPr txBox="1"/>
              <p:nvPr/>
            </p:nvSpPr>
            <p:spPr>
              <a:xfrm>
                <a:off x="6820668" y="4591451"/>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4" name="文本框 23">
                <a:extLst>
                  <a:ext uri="{FF2B5EF4-FFF2-40B4-BE49-F238E27FC236}">
                    <a16:creationId xmlns:a16="http://schemas.microsoft.com/office/drawing/2014/main" xmlns:a14="http://schemas.microsoft.com/office/drawing/2010/main" xmlns="" id="{B4B608E4-F08C-48C7-B4E7-9676B60689EA}"/>
                  </a:ext>
                </a:extLst>
              </p:cNvPr>
              <p:cNvSpPr txBox="1">
                <a:spLocks noRot="1" noChangeAspect="1" noMove="1" noResize="1" noEditPoints="1" noAdjustHandles="1" noChangeArrowheads="1" noChangeShapeType="1" noTextEdit="1"/>
              </p:cNvSpPr>
              <p:nvPr/>
            </p:nvSpPr>
            <p:spPr>
              <a:xfrm>
                <a:off x="6820668" y="4591451"/>
                <a:ext cx="4042800" cy="584775"/>
              </a:xfrm>
              <a:prstGeom prst="rect">
                <a:avLst/>
              </a:prstGeom>
              <a:blipFill rotWithShape="0">
                <a:blip r:embed="rId9"/>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DD7D8EB-0CF3-4179-B048-E545E1AC0D70}"/>
                  </a:ext>
                </a:extLst>
              </p:cNvPr>
              <p:cNvSpPr txBox="1"/>
              <p:nvPr/>
            </p:nvSpPr>
            <p:spPr>
              <a:xfrm>
                <a:off x="6820668" y="525757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5" name="文本框 24">
                <a:extLst>
                  <a:ext uri="{FF2B5EF4-FFF2-40B4-BE49-F238E27FC236}">
                    <a16:creationId xmlns:a16="http://schemas.microsoft.com/office/drawing/2014/main" xmlns:a14="http://schemas.microsoft.com/office/drawing/2010/main" xmlns="" id="{5DD7D8EB-0CF3-4179-B048-E545E1AC0D70}"/>
                  </a:ext>
                </a:extLst>
              </p:cNvPr>
              <p:cNvSpPr txBox="1">
                <a:spLocks noRot="1" noChangeAspect="1" noMove="1" noResize="1" noEditPoints="1" noAdjustHandles="1" noChangeArrowheads="1" noChangeShapeType="1" noTextEdit="1"/>
              </p:cNvSpPr>
              <p:nvPr/>
            </p:nvSpPr>
            <p:spPr>
              <a:xfrm>
                <a:off x="6820668" y="5257570"/>
                <a:ext cx="4042800" cy="584775"/>
              </a:xfrm>
              <a:prstGeom prst="rect">
                <a:avLst/>
              </a:prstGeom>
              <a:blipFill rotWithShape="0">
                <a:blip r:embed="rId10"/>
                <a:stretch>
                  <a:fillRect l="-905" t="-3125" b="-12500"/>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828983D5-01D0-45C0-A0DE-3B7FFA24743A}"/>
              </a:ext>
            </a:extLst>
          </p:cNvPr>
          <p:cNvSpPr txBox="1"/>
          <p:nvPr/>
        </p:nvSpPr>
        <p:spPr>
          <a:xfrm>
            <a:off x="1791011" y="1152925"/>
            <a:ext cx="4828441" cy="1077218"/>
          </a:xfrm>
          <a:prstGeom prst="rect">
            <a:avLst/>
          </a:prstGeom>
          <a:solidFill>
            <a:schemeClr val="bg1">
              <a:lumMod val="95000"/>
            </a:schemeClr>
          </a:solidFill>
        </p:spPr>
        <p:txBody>
          <a:bodyPr wrap="square" rtlCol="0">
            <a:spAutoFit/>
          </a:bodyPr>
          <a:lstStyle/>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27" name="灯片编号占位符 26">
            <a:extLst>
              <a:ext uri="{FF2B5EF4-FFF2-40B4-BE49-F238E27FC236}">
                <a16:creationId xmlns:a16="http://schemas.microsoft.com/office/drawing/2014/main" id="{F19909D7-2AC4-4DCA-96F2-E9ACC2AFF53B}"/>
              </a:ext>
            </a:extLst>
          </p:cNvPr>
          <p:cNvSpPr>
            <a:spLocks noGrp="1"/>
          </p:cNvSpPr>
          <p:nvPr>
            <p:ph type="sldNum" sz="quarter" idx="12"/>
          </p:nvPr>
        </p:nvSpPr>
        <p:spPr/>
        <p:txBody>
          <a:bodyPr/>
          <a:lstStyle/>
          <a:p>
            <a:fld id="{4B0D34C0-35A8-654C-9FBA-7B4E017BD630}" type="slidenum">
              <a:rPr lang="en-US" altLang="zh-CN" smtClean="0"/>
              <a:t>20</a:t>
            </a:fld>
            <a:endParaRPr kumimoji="1" lang="zh-CN" altLang="en-US"/>
          </a:p>
        </p:txBody>
      </p:sp>
      <p:sp>
        <p:nvSpPr>
          <p:cNvPr id="28" name="页脚占位符 27">
            <a:extLst>
              <a:ext uri="{FF2B5EF4-FFF2-40B4-BE49-F238E27FC236}">
                <a16:creationId xmlns:a16="http://schemas.microsoft.com/office/drawing/2014/main" id="{2B397D54-0366-BFCE-95FA-936CC52A7CB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9" name="箭头: 右弧形 2">
            <a:extLst>
              <a:ext uri="{FF2B5EF4-FFF2-40B4-BE49-F238E27FC236}">
                <a16:creationId xmlns:a16="http://schemas.microsoft.com/office/drawing/2014/main" id="{DC28885D-5E6A-88BE-67DE-6BD04FB65EAB}"/>
              </a:ext>
            </a:extLst>
          </p:cNvPr>
          <p:cNvSpPr/>
          <p:nvPr/>
        </p:nvSpPr>
        <p:spPr bwMode="auto">
          <a:xfrm rot="10800000" flipH="1">
            <a:off x="10891664" y="4155060"/>
            <a:ext cx="513097" cy="584775"/>
          </a:xfrm>
          <a:prstGeom prst="curvedLeftArrow">
            <a:avLst>
              <a:gd name="adj1" fmla="val 0"/>
              <a:gd name="adj2" fmla="val 101713"/>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rgbClr val="0432FF"/>
              </a:solidFill>
              <a:effectLst/>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398FB66F-FAF9-3359-7437-056E3623A4C2}"/>
              </a:ext>
            </a:extLst>
          </p:cNvPr>
          <p:cNvSpPr txBox="1"/>
          <p:nvPr/>
        </p:nvSpPr>
        <p:spPr>
          <a:xfrm>
            <a:off x="11430046" y="3229369"/>
            <a:ext cx="327999" cy="2554545"/>
          </a:xfrm>
          <a:prstGeom prst="rect">
            <a:avLst/>
          </a:prstGeom>
          <a:noFill/>
        </p:spPr>
        <p:txBody>
          <a:bodyPr wrap="square" rtlCol="0">
            <a:spAutoFit/>
          </a:bodyPr>
          <a:lstStyle/>
          <a:p>
            <a:r>
              <a:rPr lang="zh-CN" altLang="en-US" sz="2000" dirty="0">
                <a:solidFill>
                  <a:srgbClr val="0432FF"/>
                </a:solidFill>
                <a:latin typeface="微软雅黑" panose="020B0503020204020204" pitchFamily="34" charset="-122"/>
                <a:ea typeface="微软雅黑" panose="020B0503020204020204" pitchFamily="34" charset="-122"/>
              </a:rPr>
              <a:t>每次返回一条元组</a:t>
            </a:r>
          </a:p>
        </p:txBody>
      </p:sp>
      <p:sp>
        <p:nvSpPr>
          <p:cNvPr id="32" name="标题 1">
            <a:extLst>
              <a:ext uri="{FF2B5EF4-FFF2-40B4-BE49-F238E27FC236}">
                <a16:creationId xmlns:a16="http://schemas.microsoft.com/office/drawing/2014/main" id="{083741C5-B33D-4BCC-9429-8CC4DB62185D}"/>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34" charset="-122"/>
                <a:ea typeface="微软雅黑" panose="020B0503020204020204" pitchFamily="34" charset="-122"/>
              </a:rPr>
              <a:t>火山模型执行流程</a:t>
            </a:r>
          </a:p>
        </p:txBody>
      </p:sp>
    </p:spTree>
    <p:extLst>
      <p:ext uri="{BB962C8B-B14F-4D97-AF65-F5344CB8AC3E}">
        <p14:creationId xmlns:p14="http://schemas.microsoft.com/office/powerpoint/2010/main" val="3974387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5C433AD-C1B5-4582-9A8A-CD1378FA9546}"/>
              </a:ext>
            </a:extLst>
          </p:cNvPr>
          <p:cNvSpPr txBox="1"/>
          <p:nvPr/>
        </p:nvSpPr>
        <p:spPr>
          <a:xfrm>
            <a:off x="3646859" y="4276746"/>
            <a:ext cx="1441975"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314053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314053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57431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57431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62239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62239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322475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3193296" y="2541972"/>
            <a:ext cx="1920719"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2244116" y="3650972"/>
            <a:ext cx="608208" cy="157835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314801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603506" y="4544156"/>
            <a:ext cx="322303" cy="68517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99205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1" idx="1"/>
          </p:cNvCxnSpPr>
          <p:nvPr/>
        </p:nvCxnSpPr>
        <p:spPr>
          <a:xfrm flipV="1">
            <a:off x="5114015" y="2195688"/>
            <a:ext cx="1706647" cy="51556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2" idx="1"/>
          </p:cNvCxnSpPr>
          <p:nvPr/>
        </p:nvCxnSpPr>
        <p:spPr>
          <a:xfrm flipV="1">
            <a:off x="5556738" y="3219710"/>
            <a:ext cx="1263916" cy="285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3" idx="1"/>
          </p:cNvCxnSpPr>
          <p:nvPr/>
        </p:nvCxnSpPr>
        <p:spPr>
          <a:xfrm flipV="1">
            <a:off x="5088834" y="4207781"/>
            <a:ext cx="1731834" cy="23824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24" idx="1"/>
          </p:cNvCxnSpPr>
          <p:nvPr/>
        </p:nvCxnSpPr>
        <p:spPr>
          <a:xfrm flipV="1">
            <a:off x="4378912" y="4883839"/>
            <a:ext cx="2441756" cy="590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25" idx="2"/>
          </p:cNvCxnSpPr>
          <p:nvPr/>
        </p:nvCxnSpPr>
        <p:spPr>
          <a:xfrm rot="16200000" flipH="1">
            <a:off x="5481537" y="2481813"/>
            <a:ext cx="123111" cy="6597952"/>
          </a:xfrm>
          <a:prstGeom prst="bentConnector3">
            <a:avLst>
              <a:gd name="adj1" fmla="val 285686"/>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472705"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791012"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4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5CB4CD0-B372-4E77-A0C3-E79838CFBCEF}"/>
                  </a:ext>
                </a:extLst>
              </p:cNvPr>
              <p:cNvSpPr txBox="1"/>
              <p:nvPr/>
            </p:nvSpPr>
            <p:spPr>
              <a:xfrm>
                <a:off x="6820662" y="190330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1" name="文本框 20">
                <a:extLst>
                  <a:ext uri="{FF2B5EF4-FFF2-40B4-BE49-F238E27FC236}">
                    <a16:creationId xmlns:a16="http://schemas.microsoft.com/office/drawing/2014/main" xmlns:a14="http://schemas.microsoft.com/office/drawing/2010/main" xmlns="" id="{D5CB4CD0-B372-4E77-A0C3-E79838CFBCEF}"/>
                  </a:ext>
                </a:extLst>
              </p:cNvPr>
              <p:cNvSpPr txBox="1">
                <a:spLocks noRot="1" noChangeAspect="1" noMove="1" noResize="1" noEditPoints="1" noAdjustHandles="1" noChangeArrowheads="1" noChangeShapeType="1" noTextEdit="1"/>
              </p:cNvSpPr>
              <p:nvPr/>
            </p:nvSpPr>
            <p:spPr>
              <a:xfrm>
                <a:off x="6820662" y="1903300"/>
                <a:ext cx="4042800" cy="584775"/>
              </a:xfrm>
              <a:prstGeom prst="rect">
                <a:avLst/>
              </a:prstGeom>
              <a:blipFill rotWithShape="0">
                <a:blip r:embed="rId6"/>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85363E6-5594-4B48-9FCE-1B58BC28F14B}"/>
                  </a:ext>
                </a:extLst>
              </p:cNvPr>
              <p:cNvSpPr txBox="1"/>
              <p:nvPr/>
            </p:nvSpPr>
            <p:spPr>
              <a:xfrm>
                <a:off x="6820654" y="2681101"/>
                <a:ext cx="4042808"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2" name="文本框 21">
                <a:extLst>
                  <a:ext uri="{FF2B5EF4-FFF2-40B4-BE49-F238E27FC236}">
                    <a16:creationId xmlns:a16="http://schemas.microsoft.com/office/drawing/2014/main" xmlns:a14="http://schemas.microsoft.com/office/drawing/2010/main" xmlns="" id="{585363E6-5594-4B48-9FCE-1B58BC28F14B}"/>
                  </a:ext>
                </a:extLst>
              </p:cNvPr>
              <p:cNvSpPr txBox="1">
                <a:spLocks noRot="1" noChangeAspect="1" noMove="1" noResize="1" noEditPoints="1" noAdjustHandles="1" noChangeArrowheads="1" noChangeShapeType="1" noTextEdit="1"/>
              </p:cNvSpPr>
              <p:nvPr/>
            </p:nvSpPr>
            <p:spPr>
              <a:xfrm>
                <a:off x="6820654" y="2681101"/>
                <a:ext cx="4042808" cy="1077218"/>
              </a:xfrm>
              <a:prstGeom prst="rect">
                <a:avLst/>
              </a:prstGeom>
              <a:blipFill rotWithShape="0">
                <a:blip r:embed="rId7"/>
                <a:stretch>
                  <a:fillRect l="-905"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9DFF28D-20C3-488E-84C0-722973B5D7CA}"/>
                  </a:ext>
                </a:extLst>
              </p:cNvPr>
              <p:cNvSpPr txBox="1"/>
              <p:nvPr/>
            </p:nvSpPr>
            <p:spPr>
              <a:xfrm>
                <a:off x="6820668" y="3915393"/>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3" name="文本框 22">
                <a:extLst>
                  <a:ext uri="{FF2B5EF4-FFF2-40B4-BE49-F238E27FC236}">
                    <a16:creationId xmlns:a16="http://schemas.microsoft.com/office/drawing/2014/main" xmlns:a14="http://schemas.microsoft.com/office/drawing/2010/main" xmlns="" id="{B9DFF28D-20C3-488E-84C0-722973B5D7CA}"/>
                  </a:ext>
                </a:extLst>
              </p:cNvPr>
              <p:cNvSpPr txBox="1">
                <a:spLocks noRot="1" noChangeAspect="1" noMove="1" noResize="1" noEditPoints="1" noAdjustHandles="1" noChangeArrowheads="1" noChangeShapeType="1" noTextEdit="1"/>
              </p:cNvSpPr>
              <p:nvPr/>
            </p:nvSpPr>
            <p:spPr>
              <a:xfrm>
                <a:off x="6820668" y="3915393"/>
                <a:ext cx="4042800" cy="584775"/>
              </a:xfrm>
              <a:prstGeom prst="rect">
                <a:avLst/>
              </a:prstGeom>
              <a:blipFill rotWithShape="0">
                <a:blip r:embed="rId8"/>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4B608E4-F08C-48C7-B4E7-9676B60689EA}"/>
                  </a:ext>
                </a:extLst>
              </p:cNvPr>
              <p:cNvSpPr txBox="1"/>
              <p:nvPr/>
            </p:nvSpPr>
            <p:spPr>
              <a:xfrm>
                <a:off x="6820668" y="4591451"/>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4" name="文本框 23">
                <a:extLst>
                  <a:ext uri="{FF2B5EF4-FFF2-40B4-BE49-F238E27FC236}">
                    <a16:creationId xmlns:a16="http://schemas.microsoft.com/office/drawing/2014/main" xmlns:a14="http://schemas.microsoft.com/office/drawing/2010/main" xmlns="" id="{B4B608E4-F08C-48C7-B4E7-9676B60689EA}"/>
                  </a:ext>
                </a:extLst>
              </p:cNvPr>
              <p:cNvSpPr txBox="1">
                <a:spLocks noRot="1" noChangeAspect="1" noMove="1" noResize="1" noEditPoints="1" noAdjustHandles="1" noChangeArrowheads="1" noChangeShapeType="1" noTextEdit="1"/>
              </p:cNvSpPr>
              <p:nvPr/>
            </p:nvSpPr>
            <p:spPr>
              <a:xfrm>
                <a:off x="6820668" y="4591451"/>
                <a:ext cx="4042800" cy="584775"/>
              </a:xfrm>
              <a:prstGeom prst="rect">
                <a:avLst/>
              </a:prstGeom>
              <a:blipFill rotWithShape="0">
                <a:blip r:embed="rId9"/>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DD7D8EB-0CF3-4179-B048-E545E1AC0D70}"/>
                  </a:ext>
                </a:extLst>
              </p:cNvPr>
              <p:cNvSpPr txBox="1"/>
              <p:nvPr/>
            </p:nvSpPr>
            <p:spPr>
              <a:xfrm>
                <a:off x="6820668" y="525757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5" name="文本框 24">
                <a:extLst>
                  <a:ext uri="{FF2B5EF4-FFF2-40B4-BE49-F238E27FC236}">
                    <a16:creationId xmlns:a16="http://schemas.microsoft.com/office/drawing/2014/main" xmlns:a14="http://schemas.microsoft.com/office/drawing/2010/main" xmlns="" id="{5DD7D8EB-0CF3-4179-B048-E545E1AC0D70}"/>
                  </a:ext>
                </a:extLst>
              </p:cNvPr>
              <p:cNvSpPr txBox="1">
                <a:spLocks noRot="1" noChangeAspect="1" noMove="1" noResize="1" noEditPoints="1" noAdjustHandles="1" noChangeArrowheads="1" noChangeShapeType="1" noTextEdit="1"/>
              </p:cNvSpPr>
              <p:nvPr/>
            </p:nvSpPr>
            <p:spPr>
              <a:xfrm>
                <a:off x="6820668" y="5257570"/>
                <a:ext cx="4042800" cy="584775"/>
              </a:xfrm>
              <a:prstGeom prst="rect">
                <a:avLst/>
              </a:prstGeom>
              <a:blipFill rotWithShape="0">
                <a:blip r:embed="rId10"/>
                <a:stretch>
                  <a:fillRect l="-905" t="-3125" b="-12500"/>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828983D5-01D0-45C0-A0DE-3B7FFA24743A}"/>
              </a:ext>
            </a:extLst>
          </p:cNvPr>
          <p:cNvSpPr txBox="1"/>
          <p:nvPr/>
        </p:nvSpPr>
        <p:spPr>
          <a:xfrm>
            <a:off x="1791011" y="1152925"/>
            <a:ext cx="4828441" cy="1077218"/>
          </a:xfrm>
          <a:prstGeom prst="rect">
            <a:avLst/>
          </a:prstGeom>
          <a:solidFill>
            <a:schemeClr val="bg1">
              <a:lumMod val="95000"/>
            </a:schemeClr>
          </a:solidFill>
        </p:spPr>
        <p:txBody>
          <a:bodyPr wrap="square" rtlCol="0">
            <a:spAutoFit/>
          </a:bodyPr>
          <a:lstStyle/>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27" name="灯片编号占位符 26">
            <a:extLst>
              <a:ext uri="{FF2B5EF4-FFF2-40B4-BE49-F238E27FC236}">
                <a16:creationId xmlns:a16="http://schemas.microsoft.com/office/drawing/2014/main" id="{F19909D7-2AC4-4DCA-96F2-E9ACC2AFF53B}"/>
              </a:ext>
            </a:extLst>
          </p:cNvPr>
          <p:cNvSpPr>
            <a:spLocks noGrp="1"/>
          </p:cNvSpPr>
          <p:nvPr>
            <p:ph type="sldNum" sz="quarter" idx="12"/>
          </p:nvPr>
        </p:nvSpPr>
        <p:spPr/>
        <p:txBody>
          <a:bodyPr/>
          <a:lstStyle/>
          <a:p>
            <a:fld id="{4B0D34C0-35A8-654C-9FBA-7B4E017BD630}" type="slidenum">
              <a:rPr lang="en-US" altLang="zh-CN" smtClean="0"/>
              <a:t>21</a:t>
            </a:fld>
            <a:endParaRPr kumimoji="1" lang="zh-CN" altLang="en-US"/>
          </a:p>
        </p:txBody>
      </p:sp>
      <p:sp>
        <p:nvSpPr>
          <p:cNvPr id="28" name="页脚占位符 27">
            <a:extLst>
              <a:ext uri="{FF2B5EF4-FFF2-40B4-BE49-F238E27FC236}">
                <a16:creationId xmlns:a16="http://schemas.microsoft.com/office/drawing/2014/main" id="{2B397D54-0366-BFCE-95FA-936CC52A7CB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9" name="箭头: 右弧形 2">
            <a:extLst>
              <a:ext uri="{FF2B5EF4-FFF2-40B4-BE49-F238E27FC236}">
                <a16:creationId xmlns:a16="http://schemas.microsoft.com/office/drawing/2014/main" id="{DC28885D-5E6A-88BE-67DE-6BD04FB65EAB}"/>
              </a:ext>
            </a:extLst>
          </p:cNvPr>
          <p:cNvSpPr/>
          <p:nvPr/>
        </p:nvSpPr>
        <p:spPr bwMode="auto">
          <a:xfrm rot="10800000" flipH="1">
            <a:off x="10883432" y="3330164"/>
            <a:ext cx="513097" cy="584775"/>
          </a:xfrm>
          <a:prstGeom prst="curvedLeftArrow">
            <a:avLst>
              <a:gd name="adj1" fmla="val 0"/>
              <a:gd name="adj2" fmla="val 101713"/>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rgbClr val="0432FF"/>
              </a:solidFill>
              <a:effectLst/>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398FB66F-FAF9-3359-7437-056E3623A4C2}"/>
              </a:ext>
            </a:extLst>
          </p:cNvPr>
          <p:cNvSpPr txBox="1"/>
          <p:nvPr/>
        </p:nvSpPr>
        <p:spPr>
          <a:xfrm>
            <a:off x="11430046" y="3229369"/>
            <a:ext cx="327999" cy="2554545"/>
          </a:xfrm>
          <a:prstGeom prst="rect">
            <a:avLst/>
          </a:prstGeom>
          <a:noFill/>
        </p:spPr>
        <p:txBody>
          <a:bodyPr wrap="square" rtlCol="0">
            <a:spAutoFit/>
          </a:bodyPr>
          <a:lstStyle/>
          <a:p>
            <a:r>
              <a:rPr lang="zh-CN" altLang="en-US" sz="2000" dirty="0">
                <a:solidFill>
                  <a:srgbClr val="0432FF"/>
                </a:solidFill>
                <a:latin typeface="微软雅黑" panose="020B0503020204020204" pitchFamily="34" charset="-122"/>
                <a:ea typeface="微软雅黑" panose="020B0503020204020204" pitchFamily="34" charset="-122"/>
              </a:rPr>
              <a:t>每次返回一条元组</a:t>
            </a:r>
          </a:p>
        </p:txBody>
      </p:sp>
      <p:sp>
        <p:nvSpPr>
          <p:cNvPr id="32" name="标题 1">
            <a:extLst>
              <a:ext uri="{FF2B5EF4-FFF2-40B4-BE49-F238E27FC236}">
                <a16:creationId xmlns:a16="http://schemas.microsoft.com/office/drawing/2014/main" id="{C8460A95-E83F-40A4-A4BE-0C45AB275E45}"/>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火山模型执行流程</a:t>
            </a:r>
          </a:p>
        </p:txBody>
      </p:sp>
    </p:spTree>
    <p:extLst>
      <p:ext uri="{BB962C8B-B14F-4D97-AF65-F5344CB8AC3E}">
        <p14:creationId xmlns:p14="http://schemas.microsoft.com/office/powerpoint/2010/main" val="3810127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5C433AD-C1B5-4582-9A8A-CD1378FA9546}"/>
              </a:ext>
            </a:extLst>
          </p:cNvPr>
          <p:cNvSpPr txBox="1"/>
          <p:nvPr/>
        </p:nvSpPr>
        <p:spPr>
          <a:xfrm>
            <a:off x="3646859" y="4276746"/>
            <a:ext cx="1441975"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314053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314053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57431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57431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62239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62239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322475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3193296" y="2541972"/>
            <a:ext cx="1920719"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2244116" y="3650972"/>
            <a:ext cx="608208" cy="157835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314801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603506" y="4544156"/>
            <a:ext cx="322303" cy="68517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99205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1" idx="1"/>
          </p:cNvCxnSpPr>
          <p:nvPr/>
        </p:nvCxnSpPr>
        <p:spPr>
          <a:xfrm flipV="1">
            <a:off x="5114015" y="2195688"/>
            <a:ext cx="1706647" cy="51556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2" idx="1"/>
          </p:cNvCxnSpPr>
          <p:nvPr/>
        </p:nvCxnSpPr>
        <p:spPr>
          <a:xfrm flipV="1">
            <a:off x="5556738" y="3219710"/>
            <a:ext cx="1263916" cy="285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3" idx="1"/>
          </p:cNvCxnSpPr>
          <p:nvPr/>
        </p:nvCxnSpPr>
        <p:spPr>
          <a:xfrm flipV="1">
            <a:off x="5088834" y="4207781"/>
            <a:ext cx="1731834" cy="23824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24" idx="1"/>
          </p:cNvCxnSpPr>
          <p:nvPr/>
        </p:nvCxnSpPr>
        <p:spPr>
          <a:xfrm flipV="1">
            <a:off x="4378912" y="4883839"/>
            <a:ext cx="2441756" cy="590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25" idx="2"/>
          </p:cNvCxnSpPr>
          <p:nvPr/>
        </p:nvCxnSpPr>
        <p:spPr>
          <a:xfrm rot="16200000" flipH="1">
            <a:off x="5481537" y="2481813"/>
            <a:ext cx="123111" cy="6597952"/>
          </a:xfrm>
          <a:prstGeom prst="bentConnector3">
            <a:avLst>
              <a:gd name="adj1" fmla="val 285686"/>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472705"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791012"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4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5CB4CD0-B372-4E77-A0C3-E79838CFBCEF}"/>
                  </a:ext>
                </a:extLst>
              </p:cNvPr>
              <p:cNvSpPr txBox="1"/>
              <p:nvPr/>
            </p:nvSpPr>
            <p:spPr>
              <a:xfrm>
                <a:off x="6820662" y="190330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1" name="文本框 20">
                <a:extLst>
                  <a:ext uri="{FF2B5EF4-FFF2-40B4-BE49-F238E27FC236}">
                    <a16:creationId xmlns:a16="http://schemas.microsoft.com/office/drawing/2014/main" xmlns:a14="http://schemas.microsoft.com/office/drawing/2010/main" xmlns="" id="{D5CB4CD0-B372-4E77-A0C3-E79838CFBCEF}"/>
                  </a:ext>
                </a:extLst>
              </p:cNvPr>
              <p:cNvSpPr txBox="1">
                <a:spLocks noRot="1" noChangeAspect="1" noMove="1" noResize="1" noEditPoints="1" noAdjustHandles="1" noChangeArrowheads="1" noChangeShapeType="1" noTextEdit="1"/>
              </p:cNvSpPr>
              <p:nvPr/>
            </p:nvSpPr>
            <p:spPr>
              <a:xfrm>
                <a:off x="6820662" y="1903300"/>
                <a:ext cx="4042800" cy="584775"/>
              </a:xfrm>
              <a:prstGeom prst="rect">
                <a:avLst/>
              </a:prstGeom>
              <a:blipFill rotWithShape="0">
                <a:blip r:embed="rId6"/>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85363E6-5594-4B48-9FCE-1B58BC28F14B}"/>
                  </a:ext>
                </a:extLst>
              </p:cNvPr>
              <p:cNvSpPr txBox="1"/>
              <p:nvPr/>
            </p:nvSpPr>
            <p:spPr>
              <a:xfrm>
                <a:off x="6820654" y="2681101"/>
                <a:ext cx="4042808"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2" name="文本框 21">
                <a:extLst>
                  <a:ext uri="{FF2B5EF4-FFF2-40B4-BE49-F238E27FC236}">
                    <a16:creationId xmlns:a16="http://schemas.microsoft.com/office/drawing/2014/main" xmlns:a14="http://schemas.microsoft.com/office/drawing/2010/main" xmlns="" id="{585363E6-5594-4B48-9FCE-1B58BC28F14B}"/>
                  </a:ext>
                </a:extLst>
              </p:cNvPr>
              <p:cNvSpPr txBox="1">
                <a:spLocks noRot="1" noChangeAspect="1" noMove="1" noResize="1" noEditPoints="1" noAdjustHandles="1" noChangeArrowheads="1" noChangeShapeType="1" noTextEdit="1"/>
              </p:cNvSpPr>
              <p:nvPr/>
            </p:nvSpPr>
            <p:spPr>
              <a:xfrm>
                <a:off x="6820654" y="2681101"/>
                <a:ext cx="4042808" cy="1077218"/>
              </a:xfrm>
              <a:prstGeom prst="rect">
                <a:avLst/>
              </a:prstGeom>
              <a:blipFill rotWithShape="0">
                <a:blip r:embed="rId7"/>
                <a:stretch>
                  <a:fillRect l="-905"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9DFF28D-20C3-488E-84C0-722973B5D7CA}"/>
                  </a:ext>
                </a:extLst>
              </p:cNvPr>
              <p:cNvSpPr txBox="1"/>
              <p:nvPr/>
            </p:nvSpPr>
            <p:spPr>
              <a:xfrm>
                <a:off x="6820668" y="3915393"/>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3" name="文本框 22">
                <a:extLst>
                  <a:ext uri="{FF2B5EF4-FFF2-40B4-BE49-F238E27FC236}">
                    <a16:creationId xmlns:a16="http://schemas.microsoft.com/office/drawing/2014/main" xmlns:a14="http://schemas.microsoft.com/office/drawing/2010/main" xmlns="" id="{B9DFF28D-20C3-488E-84C0-722973B5D7CA}"/>
                  </a:ext>
                </a:extLst>
              </p:cNvPr>
              <p:cNvSpPr txBox="1">
                <a:spLocks noRot="1" noChangeAspect="1" noMove="1" noResize="1" noEditPoints="1" noAdjustHandles="1" noChangeArrowheads="1" noChangeShapeType="1" noTextEdit="1"/>
              </p:cNvSpPr>
              <p:nvPr/>
            </p:nvSpPr>
            <p:spPr>
              <a:xfrm>
                <a:off x="6820668" y="3915393"/>
                <a:ext cx="4042800" cy="584775"/>
              </a:xfrm>
              <a:prstGeom prst="rect">
                <a:avLst/>
              </a:prstGeom>
              <a:blipFill rotWithShape="0">
                <a:blip r:embed="rId8"/>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4B608E4-F08C-48C7-B4E7-9676B60689EA}"/>
                  </a:ext>
                </a:extLst>
              </p:cNvPr>
              <p:cNvSpPr txBox="1"/>
              <p:nvPr/>
            </p:nvSpPr>
            <p:spPr>
              <a:xfrm>
                <a:off x="6820668" y="4591451"/>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4" name="文本框 23">
                <a:extLst>
                  <a:ext uri="{FF2B5EF4-FFF2-40B4-BE49-F238E27FC236}">
                    <a16:creationId xmlns:a16="http://schemas.microsoft.com/office/drawing/2014/main" xmlns:a14="http://schemas.microsoft.com/office/drawing/2010/main" xmlns="" id="{B4B608E4-F08C-48C7-B4E7-9676B60689EA}"/>
                  </a:ext>
                </a:extLst>
              </p:cNvPr>
              <p:cNvSpPr txBox="1">
                <a:spLocks noRot="1" noChangeAspect="1" noMove="1" noResize="1" noEditPoints="1" noAdjustHandles="1" noChangeArrowheads="1" noChangeShapeType="1" noTextEdit="1"/>
              </p:cNvSpPr>
              <p:nvPr/>
            </p:nvSpPr>
            <p:spPr>
              <a:xfrm>
                <a:off x="6820668" y="4591451"/>
                <a:ext cx="4042800" cy="584775"/>
              </a:xfrm>
              <a:prstGeom prst="rect">
                <a:avLst/>
              </a:prstGeom>
              <a:blipFill rotWithShape="0">
                <a:blip r:embed="rId9"/>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DD7D8EB-0CF3-4179-B048-E545E1AC0D70}"/>
                  </a:ext>
                </a:extLst>
              </p:cNvPr>
              <p:cNvSpPr txBox="1"/>
              <p:nvPr/>
            </p:nvSpPr>
            <p:spPr>
              <a:xfrm>
                <a:off x="6820668" y="525757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5" name="文本框 24">
                <a:extLst>
                  <a:ext uri="{FF2B5EF4-FFF2-40B4-BE49-F238E27FC236}">
                    <a16:creationId xmlns:a16="http://schemas.microsoft.com/office/drawing/2014/main" xmlns:a14="http://schemas.microsoft.com/office/drawing/2010/main" xmlns="" id="{5DD7D8EB-0CF3-4179-B048-E545E1AC0D70}"/>
                  </a:ext>
                </a:extLst>
              </p:cNvPr>
              <p:cNvSpPr txBox="1">
                <a:spLocks noRot="1" noChangeAspect="1" noMove="1" noResize="1" noEditPoints="1" noAdjustHandles="1" noChangeArrowheads="1" noChangeShapeType="1" noTextEdit="1"/>
              </p:cNvSpPr>
              <p:nvPr/>
            </p:nvSpPr>
            <p:spPr>
              <a:xfrm>
                <a:off x="6820668" y="5257570"/>
                <a:ext cx="4042800" cy="584775"/>
              </a:xfrm>
              <a:prstGeom prst="rect">
                <a:avLst/>
              </a:prstGeom>
              <a:blipFill rotWithShape="0">
                <a:blip r:embed="rId10"/>
                <a:stretch>
                  <a:fillRect l="-905" t="-3125" b="-12500"/>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828983D5-01D0-45C0-A0DE-3B7FFA24743A}"/>
              </a:ext>
            </a:extLst>
          </p:cNvPr>
          <p:cNvSpPr txBox="1"/>
          <p:nvPr/>
        </p:nvSpPr>
        <p:spPr>
          <a:xfrm>
            <a:off x="1791011" y="1152925"/>
            <a:ext cx="4828441" cy="1077218"/>
          </a:xfrm>
          <a:prstGeom prst="rect">
            <a:avLst/>
          </a:prstGeom>
          <a:solidFill>
            <a:schemeClr val="bg1">
              <a:lumMod val="95000"/>
            </a:schemeClr>
          </a:solidFill>
        </p:spPr>
        <p:txBody>
          <a:bodyPr wrap="square" rtlCol="0">
            <a:spAutoFit/>
          </a:bodyPr>
          <a:lstStyle/>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27" name="灯片编号占位符 26">
            <a:extLst>
              <a:ext uri="{FF2B5EF4-FFF2-40B4-BE49-F238E27FC236}">
                <a16:creationId xmlns:a16="http://schemas.microsoft.com/office/drawing/2014/main" id="{F19909D7-2AC4-4DCA-96F2-E9ACC2AFF53B}"/>
              </a:ext>
            </a:extLst>
          </p:cNvPr>
          <p:cNvSpPr>
            <a:spLocks noGrp="1"/>
          </p:cNvSpPr>
          <p:nvPr>
            <p:ph type="sldNum" sz="quarter" idx="12"/>
          </p:nvPr>
        </p:nvSpPr>
        <p:spPr/>
        <p:txBody>
          <a:bodyPr/>
          <a:lstStyle/>
          <a:p>
            <a:fld id="{4B0D34C0-35A8-654C-9FBA-7B4E017BD630}" type="slidenum">
              <a:rPr lang="en-US" altLang="zh-CN" smtClean="0"/>
              <a:t>22</a:t>
            </a:fld>
            <a:endParaRPr kumimoji="1" lang="zh-CN" altLang="en-US"/>
          </a:p>
        </p:txBody>
      </p:sp>
      <p:sp>
        <p:nvSpPr>
          <p:cNvPr id="28" name="页脚占位符 27">
            <a:extLst>
              <a:ext uri="{FF2B5EF4-FFF2-40B4-BE49-F238E27FC236}">
                <a16:creationId xmlns:a16="http://schemas.microsoft.com/office/drawing/2014/main" id="{2B397D54-0366-BFCE-95FA-936CC52A7CB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9" name="箭头: 右弧形 2">
            <a:extLst>
              <a:ext uri="{FF2B5EF4-FFF2-40B4-BE49-F238E27FC236}">
                <a16:creationId xmlns:a16="http://schemas.microsoft.com/office/drawing/2014/main" id="{DC28885D-5E6A-88BE-67DE-6BD04FB65EAB}"/>
              </a:ext>
            </a:extLst>
          </p:cNvPr>
          <p:cNvSpPr/>
          <p:nvPr/>
        </p:nvSpPr>
        <p:spPr bwMode="auto">
          <a:xfrm rot="10800000" flipH="1">
            <a:off x="10863462" y="2392530"/>
            <a:ext cx="513097" cy="584775"/>
          </a:xfrm>
          <a:prstGeom prst="curvedLeftArrow">
            <a:avLst>
              <a:gd name="adj1" fmla="val 0"/>
              <a:gd name="adj2" fmla="val 101713"/>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rgbClr val="0432FF"/>
              </a:solidFill>
              <a:effectLst/>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398FB66F-FAF9-3359-7437-056E3623A4C2}"/>
              </a:ext>
            </a:extLst>
          </p:cNvPr>
          <p:cNvSpPr txBox="1"/>
          <p:nvPr/>
        </p:nvSpPr>
        <p:spPr>
          <a:xfrm>
            <a:off x="11376559" y="1964741"/>
            <a:ext cx="327999" cy="2554545"/>
          </a:xfrm>
          <a:prstGeom prst="rect">
            <a:avLst/>
          </a:prstGeom>
          <a:noFill/>
        </p:spPr>
        <p:txBody>
          <a:bodyPr wrap="square" rtlCol="0">
            <a:spAutoFit/>
          </a:bodyPr>
          <a:lstStyle/>
          <a:p>
            <a:r>
              <a:rPr lang="zh-CN" altLang="en-US" sz="2000" dirty="0">
                <a:solidFill>
                  <a:srgbClr val="0432FF"/>
                </a:solidFill>
                <a:latin typeface="微软雅黑" panose="020B0503020204020204" pitchFamily="34" charset="-122"/>
                <a:ea typeface="微软雅黑" panose="020B0503020204020204" pitchFamily="34" charset="-122"/>
              </a:rPr>
              <a:t>每次返回一条元组</a:t>
            </a:r>
          </a:p>
        </p:txBody>
      </p:sp>
      <p:sp>
        <p:nvSpPr>
          <p:cNvPr id="32" name="标题 1">
            <a:extLst>
              <a:ext uri="{FF2B5EF4-FFF2-40B4-BE49-F238E27FC236}">
                <a16:creationId xmlns:a16="http://schemas.microsoft.com/office/drawing/2014/main" id="{844DACF9-6D1C-4EA3-8B38-0F7EDA09A75A}"/>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火山模型执行流程</a:t>
            </a:r>
          </a:p>
        </p:txBody>
      </p:sp>
    </p:spTree>
    <p:extLst>
      <p:ext uri="{BB962C8B-B14F-4D97-AF65-F5344CB8AC3E}">
        <p14:creationId xmlns:p14="http://schemas.microsoft.com/office/powerpoint/2010/main" val="1327215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5C433AD-C1B5-4582-9A8A-CD1378FA9546}"/>
              </a:ext>
            </a:extLst>
          </p:cNvPr>
          <p:cNvSpPr txBox="1"/>
          <p:nvPr/>
        </p:nvSpPr>
        <p:spPr>
          <a:xfrm>
            <a:off x="3646859" y="4276746"/>
            <a:ext cx="1441975"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314053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314053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57431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57431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62239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62239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322475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3193296" y="2541972"/>
            <a:ext cx="1920719"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2244116" y="3650972"/>
            <a:ext cx="608208" cy="157835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314801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603506" y="4544156"/>
            <a:ext cx="322303" cy="68517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99205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1" idx="1"/>
          </p:cNvCxnSpPr>
          <p:nvPr/>
        </p:nvCxnSpPr>
        <p:spPr>
          <a:xfrm flipV="1">
            <a:off x="5114015" y="2195688"/>
            <a:ext cx="1706647" cy="51556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2" idx="1"/>
          </p:cNvCxnSpPr>
          <p:nvPr/>
        </p:nvCxnSpPr>
        <p:spPr>
          <a:xfrm flipV="1">
            <a:off x="5556738" y="3219710"/>
            <a:ext cx="1263916" cy="285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3" idx="1"/>
          </p:cNvCxnSpPr>
          <p:nvPr/>
        </p:nvCxnSpPr>
        <p:spPr>
          <a:xfrm flipV="1">
            <a:off x="5088834" y="4207781"/>
            <a:ext cx="1731834" cy="23824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24" idx="1"/>
          </p:cNvCxnSpPr>
          <p:nvPr/>
        </p:nvCxnSpPr>
        <p:spPr>
          <a:xfrm flipV="1">
            <a:off x="4378912" y="4883839"/>
            <a:ext cx="2441756" cy="590443"/>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25" idx="2"/>
          </p:cNvCxnSpPr>
          <p:nvPr/>
        </p:nvCxnSpPr>
        <p:spPr>
          <a:xfrm rot="16200000" flipH="1">
            <a:off x="5481537" y="2481813"/>
            <a:ext cx="123111" cy="6597952"/>
          </a:xfrm>
          <a:prstGeom prst="bentConnector3">
            <a:avLst>
              <a:gd name="adj1" fmla="val 285686"/>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472705"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791012" y="5229329"/>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4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5CB4CD0-B372-4E77-A0C3-E79838CFBCEF}"/>
                  </a:ext>
                </a:extLst>
              </p:cNvPr>
              <p:cNvSpPr txBox="1"/>
              <p:nvPr/>
            </p:nvSpPr>
            <p:spPr>
              <a:xfrm>
                <a:off x="6820662" y="190330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1" name="文本框 20">
                <a:extLst>
                  <a:ext uri="{FF2B5EF4-FFF2-40B4-BE49-F238E27FC236}">
                    <a16:creationId xmlns:a16="http://schemas.microsoft.com/office/drawing/2014/main" xmlns:a14="http://schemas.microsoft.com/office/drawing/2010/main" xmlns="" id="{D5CB4CD0-B372-4E77-A0C3-E79838CFBCEF}"/>
                  </a:ext>
                </a:extLst>
              </p:cNvPr>
              <p:cNvSpPr txBox="1">
                <a:spLocks noRot="1" noChangeAspect="1" noMove="1" noResize="1" noEditPoints="1" noAdjustHandles="1" noChangeArrowheads="1" noChangeShapeType="1" noTextEdit="1"/>
              </p:cNvSpPr>
              <p:nvPr/>
            </p:nvSpPr>
            <p:spPr>
              <a:xfrm>
                <a:off x="6820662" y="1903300"/>
                <a:ext cx="4042800" cy="584775"/>
              </a:xfrm>
              <a:prstGeom prst="rect">
                <a:avLst/>
              </a:prstGeom>
              <a:blipFill rotWithShape="0">
                <a:blip r:embed="rId6"/>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85363E6-5594-4B48-9FCE-1B58BC28F14B}"/>
                  </a:ext>
                </a:extLst>
              </p:cNvPr>
              <p:cNvSpPr txBox="1"/>
              <p:nvPr/>
            </p:nvSpPr>
            <p:spPr>
              <a:xfrm>
                <a:off x="6820654" y="2681101"/>
                <a:ext cx="4042808"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2" name="文本框 21">
                <a:extLst>
                  <a:ext uri="{FF2B5EF4-FFF2-40B4-BE49-F238E27FC236}">
                    <a16:creationId xmlns:a16="http://schemas.microsoft.com/office/drawing/2014/main" xmlns:a14="http://schemas.microsoft.com/office/drawing/2010/main" xmlns="" id="{585363E6-5594-4B48-9FCE-1B58BC28F14B}"/>
                  </a:ext>
                </a:extLst>
              </p:cNvPr>
              <p:cNvSpPr txBox="1">
                <a:spLocks noRot="1" noChangeAspect="1" noMove="1" noResize="1" noEditPoints="1" noAdjustHandles="1" noChangeArrowheads="1" noChangeShapeType="1" noTextEdit="1"/>
              </p:cNvSpPr>
              <p:nvPr/>
            </p:nvSpPr>
            <p:spPr>
              <a:xfrm>
                <a:off x="6820654" y="2681101"/>
                <a:ext cx="4042808" cy="1077218"/>
              </a:xfrm>
              <a:prstGeom prst="rect">
                <a:avLst/>
              </a:prstGeom>
              <a:blipFill rotWithShape="0">
                <a:blip r:embed="rId7"/>
                <a:stretch>
                  <a:fillRect l="-905"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9DFF28D-20C3-488E-84C0-722973B5D7CA}"/>
                  </a:ext>
                </a:extLst>
              </p:cNvPr>
              <p:cNvSpPr txBox="1"/>
              <p:nvPr/>
            </p:nvSpPr>
            <p:spPr>
              <a:xfrm>
                <a:off x="6820668" y="3915393"/>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3" name="文本框 22">
                <a:extLst>
                  <a:ext uri="{FF2B5EF4-FFF2-40B4-BE49-F238E27FC236}">
                    <a16:creationId xmlns:a16="http://schemas.microsoft.com/office/drawing/2014/main" xmlns:a14="http://schemas.microsoft.com/office/drawing/2010/main" xmlns="" id="{B9DFF28D-20C3-488E-84C0-722973B5D7CA}"/>
                  </a:ext>
                </a:extLst>
              </p:cNvPr>
              <p:cNvSpPr txBox="1">
                <a:spLocks noRot="1" noChangeAspect="1" noMove="1" noResize="1" noEditPoints="1" noAdjustHandles="1" noChangeArrowheads="1" noChangeShapeType="1" noTextEdit="1"/>
              </p:cNvSpPr>
              <p:nvPr/>
            </p:nvSpPr>
            <p:spPr>
              <a:xfrm>
                <a:off x="6820668" y="3915393"/>
                <a:ext cx="4042800" cy="584775"/>
              </a:xfrm>
              <a:prstGeom prst="rect">
                <a:avLst/>
              </a:prstGeom>
              <a:blipFill rotWithShape="0">
                <a:blip r:embed="rId8"/>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4B608E4-F08C-48C7-B4E7-9676B60689EA}"/>
                  </a:ext>
                </a:extLst>
              </p:cNvPr>
              <p:cNvSpPr txBox="1"/>
              <p:nvPr/>
            </p:nvSpPr>
            <p:spPr>
              <a:xfrm>
                <a:off x="6820668" y="4591451"/>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4" name="文本框 23">
                <a:extLst>
                  <a:ext uri="{FF2B5EF4-FFF2-40B4-BE49-F238E27FC236}">
                    <a16:creationId xmlns:a16="http://schemas.microsoft.com/office/drawing/2014/main" xmlns:a14="http://schemas.microsoft.com/office/drawing/2010/main" xmlns="" id="{B4B608E4-F08C-48C7-B4E7-9676B60689EA}"/>
                  </a:ext>
                </a:extLst>
              </p:cNvPr>
              <p:cNvSpPr txBox="1">
                <a:spLocks noRot="1" noChangeAspect="1" noMove="1" noResize="1" noEditPoints="1" noAdjustHandles="1" noChangeArrowheads="1" noChangeShapeType="1" noTextEdit="1"/>
              </p:cNvSpPr>
              <p:nvPr/>
            </p:nvSpPr>
            <p:spPr>
              <a:xfrm>
                <a:off x="6820668" y="4591451"/>
                <a:ext cx="4042800" cy="584775"/>
              </a:xfrm>
              <a:prstGeom prst="rect">
                <a:avLst/>
              </a:prstGeom>
              <a:blipFill rotWithShape="0">
                <a:blip r:embed="rId9"/>
                <a:stretch>
                  <a:fillRect l="-905"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DD7D8EB-0CF3-4179-B048-E545E1AC0D70}"/>
                  </a:ext>
                </a:extLst>
              </p:cNvPr>
              <p:cNvSpPr txBox="1"/>
              <p:nvPr/>
            </p:nvSpPr>
            <p:spPr>
              <a:xfrm>
                <a:off x="6820668" y="5257570"/>
                <a:ext cx="4042800" cy="584775"/>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emit(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25" name="文本框 24">
                <a:extLst>
                  <a:ext uri="{FF2B5EF4-FFF2-40B4-BE49-F238E27FC236}">
                    <a16:creationId xmlns:a16="http://schemas.microsoft.com/office/drawing/2014/main" xmlns:a14="http://schemas.microsoft.com/office/drawing/2010/main" xmlns="" id="{5DD7D8EB-0CF3-4179-B048-E545E1AC0D70}"/>
                  </a:ext>
                </a:extLst>
              </p:cNvPr>
              <p:cNvSpPr txBox="1">
                <a:spLocks noRot="1" noChangeAspect="1" noMove="1" noResize="1" noEditPoints="1" noAdjustHandles="1" noChangeArrowheads="1" noChangeShapeType="1" noTextEdit="1"/>
              </p:cNvSpPr>
              <p:nvPr/>
            </p:nvSpPr>
            <p:spPr>
              <a:xfrm>
                <a:off x="6820668" y="5257570"/>
                <a:ext cx="4042800" cy="584775"/>
              </a:xfrm>
              <a:prstGeom prst="rect">
                <a:avLst/>
              </a:prstGeom>
              <a:blipFill rotWithShape="0">
                <a:blip r:embed="rId10"/>
                <a:stretch>
                  <a:fillRect l="-905" t="-3125" b="-12500"/>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828983D5-01D0-45C0-A0DE-3B7FFA24743A}"/>
              </a:ext>
            </a:extLst>
          </p:cNvPr>
          <p:cNvSpPr txBox="1"/>
          <p:nvPr/>
        </p:nvSpPr>
        <p:spPr>
          <a:xfrm>
            <a:off x="1791011" y="1152925"/>
            <a:ext cx="4828441" cy="1077218"/>
          </a:xfrm>
          <a:prstGeom prst="rect">
            <a:avLst/>
          </a:prstGeom>
          <a:solidFill>
            <a:schemeClr val="bg1">
              <a:lumMod val="95000"/>
            </a:schemeClr>
          </a:solidFill>
        </p:spPr>
        <p:txBody>
          <a:bodyPr wrap="square" rtlCol="0">
            <a:spAutoFit/>
          </a:bodyPr>
          <a:lstStyle/>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27" name="灯片编号占位符 26">
            <a:extLst>
              <a:ext uri="{FF2B5EF4-FFF2-40B4-BE49-F238E27FC236}">
                <a16:creationId xmlns:a16="http://schemas.microsoft.com/office/drawing/2014/main" id="{F19909D7-2AC4-4DCA-96F2-E9ACC2AFF53B}"/>
              </a:ext>
            </a:extLst>
          </p:cNvPr>
          <p:cNvSpPr>
            <a:spLocks noGrp="1"/>
          </p:cNvSpPr>
          <p:nvPr>
            <p:ph type="sldNum" sz="quarter" idx="12"/>
          </p:nvPr>
        </p:nvSpPr>
        <p:spPr/>
        <p:txBody>
          <a:bodyPr/>
          <a:lstStyle/>
          <a:p>
            <a:fld id="{4B0D34C0-35A8-654C-9FBA-7B4E017BD630}" type="slidenum">
              <a:rPr lang="en-US" altLang="zh-CN" smtClean="0"/>
              <a:t>23</a:t>
            </a:fld>
            <a:endParaRPr kumimoji="1" lang="zh-CN" altLang="en-US"/>
          </a:p>
        </p:txBody>
      </p:sp>
      <p:sp>
        <p:nvSpPr>
          <p:cNvPr id="28" name="页脚占位符 27">
            <a:extLst>
              <a:ext uri="{FF2B5EF4-FFF2-40B4-BE49-F238E27FC236}">
                <a16:creationId xmlns:a16="http://schemas.microsoft.com/office/drawing/2014/main" id="{2B397D54-0366-BFCE-95FA-936CC52A7CB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30" name="标题 1">
            <a:extLst>
              <a:ext uri="{FF2B5EF4-FFF2-40B4-BE49-F238E27FC236}">
                <a16:creationId xmlns:a16="http://schemas.microsoft.com/office/drawing/2014/main" id="{9C262C2A-7ED8-40A6-9667-35BCC28D94D3}"/>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火山模型执行流程</a:t>
            </a:r>
          </a:p>
        </p:txBody>
      </p:sp>
    </p:spTree>
    <p:extLst>
      <p:ext uri="{BB962C8B-B14F-4D97-AF65-F5344CB8AC3E}">
        <p14:creationId xmlns:p14="http://schemas.microsoft.com/office/powerpoint/2010/main" val="129832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形状 6">
            <a:extLst>
              <a:ext uri="{FF2B5EF4-FFF2-40B4-BE49-F238E27FC236}">
                <a16:creationId xmlns:a16="http://schemas.microsoft.com/office/drawing/2014/main" id="{5B5B3980-5736-4AA0-9A1E-D872FDDF3997}"/>
              </a:ext>
            </a:extLst>
          </p:cNvPr>
          <p:cNvSpPr/>
          <p:nvPr/>
        </p:nvSpPr>
        <p:spPr bwMode="auto">
          <a:xfrm>
            <a:off x="390526" y="1442447"/>
            <a:ext cx="11412942" cy="3291478"/>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物化模型</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717177" y="1909435"/>
            <a:ext cx="10757647" cy="1913405"/>
          </a:xfrm>
        </p:spPr>
        <p:txBody>
          <a:bodyPr/>
          <a:lstStyle/>
          <a:p>
            <a:pPr>
              <a:lnSpc>
                <a:spcPct val="150000"/>
              </a:lnSpc>
            </a:pPr>
            <a:r>
              <a:rPr lang="zh-CN" altLang="en-US" sz="2400" b="1" dirty="0">
                <a:solidFill>
                  <a:srgbClr val="6F1687"/>
                </a:solidFill>
                <a:latin typeface="微软雅黑" panose="020B0503020204020204" pitchFamily="34" charset="-122"/>
                <a:ea typeface="微软雅黑" panose="020B0503020204020204" pitchFamily="34" charset="-122"/>
              </a:rPr>
              <a:t>物化模型（</a:t>
            </a:r>
            <a:r>
              <a:rPr lang="en-US" altLang="zh-CN" sz="2400" b="1" dirty="0">
                <a:solidFill>
                  <a:srgbClr val="6F1687"/>
                </a:solidFill>
                <a:latin typeface="微软雅黑" panose="020B0503020204020204" pitchFamily="34" charset="-122"/>
                <a:ea typeface="微软雅黑" panose="020B0503020204020204" pitchFamily="34" charset="-122"/>
              </a:rPr>
              <a:t>Materialization Model</a:t>
            </a:r>
            <a:r>
              <a:rPr lang="zh-CN" altLang="en-US" sz="2400" b="1" dirty="0">
                <a:solidFill>
                  <a:srgbClr val="6F1687"/>
                </a:solidFill>
                <a:latin typeface="微软雅黑" panose="020B0503020204020204" pitchFamily="34" charset="-122"/>
                <a:ea typeface="微软雅黑" panose="020B0503020204020204" pitchFamily="34" charset="-122"/>
              </a:rPr>
              <a:t>）以数据为中心，自下而上地推送数据；</a:t>
            </a:r>
            <a:endParaRPr lang="en-US" altLang="zh-CN" sz="2400" b="1" dirty="0">
              <a:solidFill>
                <a:srgbClr val="6F1687"/>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6F1687"/>
                </a:solidFill>
                <a:latin typeface="微软雅黑" panose="020B0503020204020204" pitchFamily="34" charset="-122"/>
                <a:ea typeface="微软雅黑" panose="020B0503020204020204" pitchFamily="34" charset="-122"/>
              </a:rPr>
              <a:t>算子会将所有输入处理好后，将处理完的所有结果一次性输出；</a:t>
            </a:r>
            <a:endParaRPr lang="en-US" altLang="zh-CN" sz="2400" b="1" dirty="0">
              <a:solidFill>
                <a:srgbClr val="6F1687"/>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6F1687"/>
                </a:solidFill>
                <a:latin typeface="微软雅黑" panose="020B0503020204020204" pitchFamily="34" charset="-122"/>
                <a:ea typeface="微软雅黑" panose="020B0503020204020204" pitchFamily="34" charset="-122"/>
              </a:rPr>
              <a:t>输出既可以是完整的元组，也可以只包含其中部分的列。</a:t>
            </a:r>
            <a:endParaRPr kumimoji="1" lang="zh-CN" altLang="en-US" sz="2400" b="1" dirty="0">
              <a:solidFill>
                <a:srgbClr val="6F1687"/>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6B97860B-AE78-426C-9C20-314C4058EF3D}"/>
              </a:ext>
            </a:extLst>
          </p:cNvPr>
          <p:cNvSpPr>
            <a:spLocks noGrp="1"/>
          </p:cNvSpPr>
          <p:nvPr>
            <p:ph type="sldNum" sz="quarter" idx="12"/>
          </p:nvPr>
        </p:nvSpPr>
        <p:spPr/>
        <p:txBody>
          <a:bodyPr/>
          <a:lstStyle/>
          <a:p>
            <a:fld id="{4B0D34C0-35A8-654C-9FBA-7B4E017BD630}" type="slidenum">
              <a:rPr lang="en-US" altLang="zh-CN" smtClean="0"/>
              <a:t>24</a:t>
            </a:fld>
            <a:endParaRPr kumimoji="1" lang="zh-CN" altLang="en-US"/>
          </a:p>
        </p:txBody>
      </p:sp>
      <p:sp>
        <p:nvSpPr>
          <p:cNvPr id="5" name="页脚占位符 4">
            <a:extLst>
              <a:ext uri="{FF2B5EF4-FFF2-40B4-BE49-F238E27FC236}">
                <a16:creationId xmlns:a16="http://schemas.microsoft.com/office/drawing/2014/main" id="{ED90B72C-A1D8-8DFE-06F1-23193BCFA489}"/>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368317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4530D2A7-2D43-4DC7-BBB7-4C31EE79644A}"/>
              </a:ext>
            </a:extLst>
          </p:cNvPr>
          <p:cNvSpPr txBox="1"/>
          <p:nvPr/>
        </p:nvSpPr>
        <p:spPr>
          <a:xfrm>
            <a:off x="1380748" y="2939739"/>
            <a:ext cx="4486276" cy="1705403"/>
          </a:xfrm>
          <a:prstGeom prst="rect">
            <a:avLst/>
          </a:prstGeom>
          <a:solidFill>
            <a:schemeClr val="bg1">
              <a:lumMod val="95000"/>
            </a:schemeClr>
          </a:solidFill>
        </p:spPr>
        <p:txBody>
          <a:bodyPr wrap="square" rtlCol="0">
            <a:spAutoFit/>
          </a:bodyPr>
          <a:lstStyle/>
          <a:p>
            <a:pPr>
              <a:lnSpc>
                <a:spcPct val="150000"/>
              </a:lnSpc>
            </a:pPr>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pPr>
              <a:lnSpc>
                <a:spcPct val="150000"/>
              </a:lnSpc>
            </a:pPr>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pPr>
              <a:lnSpc>
                <a:spcPct val="150000"/>
              </a:lnSpc>
            </a:pPr>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pPr>
              <a:lnSpc>
                <a:spcPct val="150000"/>
              </a:lnSpc>
            </a:pPr>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21" name="Shape9">
            <a:extLst>
              <a:ext uri="{FF2B5EF4-FFF2-40B4-BE49-F238E27FC236}">
                <a16:creationId xmlns:a16="http://schemas.microsoft.com/office/drawing/2014/main" id="{64AF1E3E-264F-46D6-AD80-3AA28C7DC886}"/>
              </a:ext>
            </a:extLst>
          </p:cNvPr>
          <p:cNvSpPr/>
          <p:nvPr/>
        </p:nvSpPr>
        <p:spPr>
          <a:xfrm>
            <a:off x="1031111" y="1157047"/>
            <a:ext cx="5244962" cy="494903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3" name="Shape6">
            <a:extLst>
              <a:ext uri="{FF2B5EF4-FFF2-40B4-BE49-F238E27FC236}">
                <a16:creationId xmlns:a16="http://schemas.microsoft.com/office/drawing/2014/main" id="{98AB0C43-246B-4F66-AA55-C540170E6DA2}"/>
              </a:ext>
            </a:extLst>
          </p:cNvPr>
          <p:cNvSpPr/>
          <p:nvPr/>
        </p:nvSpPr>
        <p:spPr>
          <a:xfrm>
            <a:off x="6349419" y="1453450"/>
            <a:ext cx="4605400" cy="3942456"/>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物化模型示例</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062000" y="1382400"/>
            <a:ext cx="4968671" cy="1301084"/>
          </a:xfrm>
        </p:spPr>
        <p:txBody>
          <a:bodyPr/>
          <a:lstStyle/>
          <a:p>
            <a:pPr>
              <a:lnSpc>
                <a:spcPct val="150000"/>
              </a:lnSpc>
            </a:pPr>
            <a:r>
              <a:rPr lang="zh-CN" altLang="en-US" b="1" dirty="0">
                <a:solidFill>
                  <a:srgbClr val="6F1687"/>
                </a:solidFill>
                <a:latin typeface="微软雅黑" panose="020B0503020204020204" pitchFamily="34" charset="-122"/>
                <a:ea typeface="微软雅黑" panose="020B0503020204020204" pitchFamily="34" charset="-122"/>
              </a:rPr>
              <a:t>查询获取“选修了</a:t>
            </a:r>
            <a:r>
              <a:rPr lang="en-US" altLang="zh-CN" b="1" dirty="0">
                <a:solidFill>
                  <a:srgbClr val="6F1687"/>
                </a:solidFill>
                <a:latin typeface="微软雅黑" panose="020B0503020204020204" pitchFamily="34" charset="-122"/>
                <a:ea typeface="微软雅黑" panose="020B0503020204020204" pitchFamily="34" charset="-122"/>
              </a:rPr>
              <a:t>1</a:t>
            </a:r>
            <a:r>
              <a:rPr lang="zh-CN" altLang="en-US" b="1" dirty="0">
                <a:solidFill>
                  <a:srgbClr val="6F1687"/>
                </a:solidFill>
                <a:latin typeface="微软雅黑" panose="020B0503020204020204" pitchFamily="34" charset="-122"/>
                <a:ea typeface="微软雅黑" panose="020B0503020204020204" pitchFamily="34" charset="-122"/>
              </a:rPr>
              <a:t>号课程的学生学号、姓名及成绩</a:t>
            </a:r>
            <a:r>
              <a:rPr lang="zh-CN" altLang="en-US" sz="2400" b="1" dirty="0">
                <a:solidFill>
                  <a:srgbClr val="6F1687"/>
                </a:solidFill>
                <a:latin typeface="微软雅黑" panose="020B0503020204020204" pitchFamily="34" charset="-122"/>
                <a:ea typeface="微软雅黑" panose="020B0503020204020204" pitchFamily="34" charset="-122"/>
              </a:rPr>
              <a:t>”</a:t>
            </a:r>
            <a:endParaRPr kumimoji="1" lang="zh-CN" altLang="en-US" sz="2400" b="1" dirty="0">
              <a:solidFill>
                <a:srgbClr val="6F1687"/>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E991D7C2-B095-4CFD-A38E-24B8DAF67280}"/>
              </a:ext>
            </a:extLst>
          </p:cNvPr>
          <p:cNvSpPr txBox="1"/>
          <p:nvPr/>
        </p:nvSpPr>
        <p:spPr>
          <a:xfrm>
            <a:off x="8432535" y="3424678"/>
            <a:ext cx="1433715" cy="369332"/>
          </a:xfrm>
          <a:prstGeom prst="rect">
            <a:avLst/>
          </a:prstGeom>
          <a:solidFill>
            <a:schemeClr val="bg1">
              <a:lumMod val="95000"/>
            </a:schemeClr>
          </a:solidFill>
        </p:spPr>
        <p:txBody>
          <a:bodyPr wrap="square" rtlCol="0">
            <a:spAutoFit/>
          </a:bodyPr>
          <a:lstStyle/>
          <a:p>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5824846-5FBC-4819-A7D7-AD94551C6DB6}"/>
                  </a:ext>
                </a:extLst>
              </p:cNvPr>
              <p:cNvSpPr txBox="1"/>
              <p:nvPr/>
            </p:nvSpPr>
            <p:spPr>
              <a:xfrm>
                <a:off x="7926213" y="3036289"/>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panose="02040503050406030204" pitchFamily="18" charset="0"/>
                        </a:rPr>
                        <m:t>𝜎</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45824846-5FBC-4819-A7D7-AD94551C6DB6}"/>
                  </a:ext>
                </a:extLst>
              </p:cNvPr>
              <p:cNvSpPr txBox="1">
                <a:spLocks noRot="1" noChangeAspect="1" noMove="1" noResize="1" noEditPoints="1" noAdjustHandles="1" noChangeArrowheads="1" noChangeShapeType="1" noTextEdit="1"/>
              </p:cNvSpPr>
              <p:nvPr/>
            </p:nvSpPr>
            <p:spPr>
              <a:xfrm>
                <a:off x="7926213" y="3036289"/>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6C05DD1-361D-44F4-8524-4FE26D60A078}"/>
                  </a:ext>
                </a:extLst>
              </p:cNvPr>
              <p:cNvSpPr txBox="1"/>
              <p:nvPr/>
            </p:nvSpPr>
            <p:spPr>
              <a:xfrm>
                <a:off x="7359986" y="2130887"/>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E6C05DD1-361D-44F4-8524-4FE26D60A078}"/>
                  </a:ext>
                </a:extLst>
              </p:cNvPr>
              <p:cNvSpPr txBox="1">
                <a:spLocks noRot="1" noChangeAspect="1" noMove="1" noResize="1" noEditPoints="1" noAdjustHandles="1" noChangeArrowheads="1" noChangeShapeType="1" noTextEdit="1"/>
              </p:cNvSpPr>
              <p:nvPr/>
            </p:nvSpPr>
            <p:spPr>
              <a:xfrm>
                <a:off x="7359986" y="2130887"/>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3D771C2-911D-407E-9F7A-73BE4B64543B}"/>
                  </a:ext>
                </a:extLst>
              </p:cNvPr>
              <p:cNvSpPr txBox="1"/>
              <p:nvPr/>
            </p:nvSpPr>
            <p:spPr>
              <a:xfrm>
                <a:off x="7408075" y="1327666"/>
                <a:ext cx="78258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latin typeface="Cambria Math" panose="02040503050406030204" pitchFamily="18" charset="0"/>
                        </a:rPr>
                        <m:t>Π</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03D771C2-911D-407E-9F7A-73BE4B64543B}"/>
                  </a:ext>
                </a:extLst>
              </p:cNvPr>
              <p:cNvSpPr txBox="1">
                <a:spLocks noRot="1" noChangeAspect="1" noMove="1" noResize="1" noEditPoints="1" noAdjustHandles="1" noChangeArrowheads="1" noChangeShapeType="1" noTextEdit="1"/>
              </p:cNvSpPr>
              <p:nvPr/>
            </p:nvSpPr>
            <p:spPr>
              <a:xfrm>
                <a:off x="7408075" y="1327666"/>
                <a:ext cx="782586"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4CA380D4-CC3D-494E-8771-AF536B2D5BD0}"/>
              </a:ext>
            </a:extLst>
          </p:cNvPr>
          <p:cNvSpPr txBox="1"/>
          <p:nvPr/>
        </p:nvSpPr>
        <p:spPr>
          <a:xfrm>
            <a:off x="8010429" y="2483809"/>
            <a:ext cx="2780162" cy="369332"/>
          </a:xfrm>
          <a:prstGeom prst="rect">
            <a:avLst/>
          </a:prstGeom>
          <a:solidFill>
            <a:schemeClr val="bg1">
              <a:lumMod val="95000"/>
            </a:schemeClr>
          </a:solidFill>
        </p:spPr>
        <p:txBody>
          <a:bodyPr wrap="square" rtlCol="0">
            <a:spAutoFit/>
          </a:bodyPr>
          <a:lstStyle/>
          <a:p>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6191EBC5-1736-4EF2-93E7-C61ABDD4F797}"/>
              </a:ext>
            </a:extLst>
          </p:cNvPr>
          <p:cNvSpPr txBox="1"/>
          <p:nvPr/>
        </p:nvSpPr>
        <p:spPr>
          <a:xfrm>
            <a:off x="7978972" y="1689905"/>
            <a:ext cx="2555686" cy="369332"/>
          </a:xfrm>
          <a:prstGeom prst="rect">
            <a:avLst/>
          </a:prstGeom>
          <a:solidFill>
            <a:schemeClr val="bg1">
              <a:lumMod val="95000"/>
            </a:schemeClr>
          </a:solidFill>
        </p:spPr>
        <p:txBody>
          <a:bodyPr wrap="square" rtlCol="0">
            <a:spAutoFit/>
          </a:bodyPr>
          <a:lstStyle/>
          <a:p>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Sno,Sname,Grade</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60E50D21-4C31-4B78-96AE-CE107D91EDC3}"/>
              </a:ext>
            </a:extLst>
          </p:cNvPr>
          <p:cNvCxnSpPr>
            <a:cxnSpLocks/>
            <a:stCxn id="15" idx="1"/>
          </p:cNvCxnSpPr>
          <p:nvPr/>
        </p:nvCxnSpPr>
        <p:spPr>
          <a:xfrm flipV="1">
            <a:off x="6970427" y="2798906"/>
            <a:ext cx="667573" cy="15783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直接箭头连接符 10">
            <a:extLst>
              <a:ext uri="{FF2B5EF4-FFF2-40B4-BE49-F238E27FC236}">
                <a16:creationId xmlns:a16="http://schemas.microsoft.com/office/drawing/2014/main" id="{136EF4A2-D463-4DF9-91BE-F484D0568096}"/>
              </a:ext>
            </a:extLst>
          </p:cNvPr>
          <p:cNvCxnSpPr>
            <a:cxnSpLocks/>
          </p:cNvCxnSpPr>
          <p:nvPr/>
        </p:nvCxnSpPr>
        <p:spPr>
          <a:xfrm flipH="1" flipV="1">
            <a:off x="7933690" y="2798905"/>
            <a:ext cx="250924" cy="5141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直接箭头连接符 11">
            <a:extLst>
              <a:ext uri="{FF2B5EF4-FFF2-40B4-BE49-F238E27FC236}">
                <a16:creationId xmlns:a16="http://schemas.microsoft.com/office/drawing/2014/main" id="{1E597702-4087-4934-8B2B-E6F4DA13E1A0}"/>
              </a:ext>
            </a:extLst>
          </p:cNvPr>
          <p:cNvCxnSpPr>
            <a:cxnSpLocks/>
            <a:stCxn id="14" idx="1"/>
          </p:cNvCxnSpPr>
          <p:nvPr/>
        </p:nvCxnSpPr>
        <p:spPr>
          <a:xfrm flipH="1" flipV="1">
            <a:off x="8389184" y="3692090"/>
            <a:ext cx="262936" cy="685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直接箭头连接符 12">
            <a:extLst>
              <a:ext uri="{FF2B5EF4-FFF2-40B4-BE49-F238E27FC236}">
                <a16:creationId xmlns:a16="http://schemas.microsoft.com/office/drawing/2014/main" id="{9627831F-6B32-4D57-A77D-0F43A39D6A98}"/>
              </a:ext>
            </a:extLst>
          </p:cNvPr>
          <p:cNvCxnSpPr>
            <a:cxnSpLocks/>
          </p:cNvCxnSpPr>
          <p:nvPr/>
        </p:nvCxnSpPr>
        <p:spPr>
          <a:xfrm flipV="1">
            <a:off x="7777728" y="1988116"/>
            <a:ext cx="0" cy="4018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圆柱形 13">
            <a:extLst>
              <a:ext uri="{FF2B5EF4-FFF2-40B4-BE49-F238E27FC236}">
                <a16:creationId xmlns:a16="http://schemas.microsoft.com/office/drawing/2014/main" id="{298EAA18-C2B7-4324-8E0C-186036CED04A}"/>
              </a:ext>
            </a:extLst>
          </p:cNvPr>
          <p:cNvSpPr/>
          <p:nvPr/>
        </p:nvSpPr>
        <p:spPr>
          <a:xfrm>
            <a:off x="8139651" y="4377262"/>
            <a:ext cx="1024937" cy="489905"/>
          </a:xfrm>
          <a:prstGeom prst="ca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15" name="圆柱形 14">
            <a:extLst>
              <a:ext uri="{FF2B5EF4-FFF2-40B4-BE49-F238E27FC236}">
                <a16:creationId xmlns:a16="http://schemas.microsoft.com/office/drawing/2014/main" id="{F6CD96BA-DC5C-432E-896A-4775F827F95A}"/>
              </a:ext>
            </a:extLst>
          </p:cNvPr>
          <p:cNvSpPr/>
          <p:nvPr/>
        </p:nvSpPr>
        <p:spPr>
          <a:xfrm>
            <a:off x="6457958" y="4377262"/>
            <a:ext cx="1024937" cy="489905"/>
          </a:xfrm>
          <a:prstGeom prst="ca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17" name="文本框 16">
            <a:extLst>
              <a:ext uri="{FF2B5EF4-FFF2-40B4-BE49-F238E27FC236}">
                <a16:creationId xmlns:a16="http://schemas.microsoft.com/office/drawing/2014/main" id="{74DE8D56-D656-4F9D-AF4B-02495EB49B6B}"/>
              </a:ext>
            </a:extLst>
          </p:cNvPr>
          <p:cNvSpPr txBox="1"/>
          <p:nvPr/>
        </p:nvSpPr>
        <p:spPr>
          <a:xfrm>
            <a:off x="7379692" y="4902844"/>
            <a:ext cx="1107996"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表达式树</a:t>
            </a:r>
          </a:p>
        </p:txBody>
      </p:sp>
      <p:sp>
        <p:nvSpPr>
          <p:cNvPr id="18" name="灯片编号占位符 17">
            <a:extLst>
              <a:ext uri="{FF2B5EF4-FFF2-40B4-BE49-F238E27FC236}">
                <a16:creationId xmlns:a16="http://schemas.microsoft.com/office/drawing/2014/main" id="{5C05D649-DB2C-46E3-A1B0-468CD79178CB}"/>
              </a:ext>
            </a:extLst>
          </p:cNvPr>
          <p:cNvSpPr>
            <a:spLocks noGrp="1"/>
          </p:cNvSpPr>
          <p:nvPr>
            <p:ph type="sldNum" sz="quarter" idx="12"/>
          </p:nvPr>
        </p:nvSpPr>
        <p:spPr/>
        <p:txBody>
          <a:bodyPr/>
          <a:lstStyle/>
          <a:p>
            <a:fld id="{4B0D34C0-35A8-654C-9FBA-7B4E017BD630}" type="slidenum">
              <a:rPr lang="en-US" altLang="zh-CN" smtClean="0"/>
              <a:t>25</a:t>
            </a:fld>
            <a:endParaRPr kumimoji="1" lang="zh-CN" altLang="en-US"/>
          </a:p>
        </p:txBody>
      </p:sp>
      <p:sp>
        <p:nvSpPr>
          <p:cNvPr id="19" name="页脚占位符 18">
            <a:extLst>
              <a:ext uri="{FF2B5EF4-FFF2-40B4-BE49-F238E27FC236}">
                <a16:creationId xmlns:a16="http://schemas.microsoft.com/office/drawing/2014/main" id="{02013AAE-BA15-FAA0-4647-5DF5BCA3A285}"/>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2814063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53752"/>
            <a:ext cx="10090897" cy="678470"/>
          </a:xfrm>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物化模型执行流程</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2020562" y="951647"/>
            <a:ext cx="3801261"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49" name="文本框 48">
            <a:extLst>
              <a:ext uri="{FF2B5EF4-FFF2-40B4-BE49-F238E27FC236}">
                <a16:creationId xmlns:a16="http://schemas.microsoft.com/office/drawing/2014/main" id="{F06EB309-DA5D-4D23-BBFD-5FC6549CC4A0}"/>
              </a:ext>
            </a:extLst>
          </p:cNvPr>
          <p:cNvSpPr txBox="1"/>
          <p:nvPr/>
        </p:nvSpPr>
        <p:spPr>
          <a:xfrm>
            <a:off x="3565098" y="4328560"/>
            <a:ext cx="1712580" cy="369332"/>
          </a:xfrm>
          <a:prstGeom prst="rect">
            <a:avLst/>
          </a:prstGeom>
          <a:solidFill>
            <a:schemeClr val="bg1">
              <a:lumMod val="95000"/>
            </a:schemeClr>
          </a:solidFill>
        </p:spPr>
        <p:txBody>
          <a:bodyPr wrap="squar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90BD5F9-FCE2-4755-8114-CDD73787BE2A}"/>
                  </a:ext>
                </a:extLst>
              </p:cNvPr>
              <p:cNvSpPr txBox="1"/>
              <p:nvPr/>
            </p:nvSpPr>
            <p:spPr>
              <a:xfrm>
                <a:off x="3058776" y="3940171"/>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0" name="文本框 49">
                <a:extLst>
                  <a:ext uri="{FF2B5EF4-FFF2-40B4-BE49-F238E27FC236}">
                    <a16:creationId xmlns:a16="http://schemas.microsoft.com/office/drawing/2014/main" id="{090BD5F9-FCE2-4755-8114-CDD73787BE2A}"/>
                  </a:ext>
                </a:extLst>
              </p:cNvPr>
              <p:cNvSpPr txBox="1">
                <a:spLocks noRot="1" noChangeAspect="1" noMove="1" noResize="1" noEditPoints="1" noAdjustHandles="1" noChangeArrowheads="1" noChangeShapeType="1" noTextEdit="1"/>
              </p:cNvSpPr>
              <p:nvPr/>
            </p:nvSpPr>
            <p:spPr>
              <a:xfrm>
                <a:off x="3058776" y="3940171"/>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44DCC6E-48A2-48AB-9957-5342C3C874F5}"/>
                  </a:ext>
                </a:extLst>
              </p:cNvPr>
              <p:cNvSpPr txBox="1"/>
              <p:nvPr/>
            </p:nvSpPr>
            <p:spPr>
              <a:xfrm>
                <a:off x="2492549" y="3034769"/>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1" name="文本框 50">
                <a:extLst>
                  <a:ext uri="{FF2B5EF4-FFF2-40B4-BE49-F238E27FC236}">
                    <a16:creationId xmlns:a16="http://schemas.microsoft.com/office/drawing/2014/main" id="{244DCC6E-48A2-48AB-9957-5342C3C874F5}"/>
                  </a:ext>
                </a:extLst>
              </p:cNvPr>
              <p:cNvSpPr txBox="1">
                <a:spLocks noRot="1" noChangeAspect="1" noMove="1" noResize="1" noEditPoints="1" noAdjustHandles="1" noChangeArrowheads="1" noChangeShapeType="1" noTextEdit="1"/>
              </p:cNvSpPr>
              <p:nvPr/>
            </p:nvSpPr>
            <p:spPr>
              <a:xfrm>
                <a:off x="2492549" y="3034769"/>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296D3163-1A1A-4B41-B010-D46CA54818B5}"/>
                  </a:ext>
                </a:extLst>
              </p:cNvPr>
              <p:cNvSpPr txBox="1"/>
              <p:nvPr/>
            </p:nvSpPr>
            <p:spPr>
              <a:xfrm>
                <a:off x="2540638" y="2231548"/>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2" name="文本框 51">
                <a:extLst>
                  <a:ext uri="{FF2B5EF4-FFF2-40B4-BE49-F238E27FC236}">
                    <a16:creationId xmlns:a16="http://schemas.microsoft.com/office/drawing/2014/main" id="{296D3163-1A1A-4B41-B010-D46CA54818B5}"/>
                  </a:ext>
                </a:extLst>
              </p:cNvPr>
              <p:cNvSpPr txBox="1">
                <a:spLocks noRot="1" noChangeAspect="1" noMove="1" noResize="1" noEditPoints="1" noAdjustHandles="1" noChangeArrowheads="1" noChangeShapeType="1" noTextEdit="1"/>
              </p:cNvSpPr>
              <p:nvPr/>
            </p:nvSpPr>
            <p:spPr>
              <a:xfrm>
                <a:off x="2540638" y="2231548"/>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66DD310E-0425-4910-9160-69E042545322}"/>
              </a:ext>
            </a:extLst>
          </p:cNvPr>
          <p:cNvSpPr txBox="1"/>
          <p:nvPr/>
        </p:nvSpPr>
        <p:spPr>
          <a:xfrm>
            <a:off x="3111535" y="3377819"/>
            <a:ext cx="2601994"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54" name="文本框 53">
            <a:extLst>
              <a:ext uri="{FF2B5EF4-FFF2-40B4-BE49-F238E27FC236}">
                <a16:creationId xmlns:a16="http://schemas.microsoft.com/office/drawing/2014/main" id="{60A04672-D1E6-45D7-945F-CF0BA678BC9F}"/>
              </a:ext>
            </a:extLst>
          </p:cNvPr>
          <p:cNvSpPr txBox="1"/>
          <p:nvPr/>
        </p:nvSpPr>
        <p:spPr>
          <a:xfrm>
            <a:off x="3111535" y="2593787"/>
            <a:ext cx="2138727"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55" name="直接箭头连接符 54">
            <a:extLst>
              <a:ext uri="{FF2B5EF4-FFF2-40B4-BE49-F238E27FC236}">
                <a16:creationId xmlns:a16="http://schemas.microsoft.com/office/drawing/2014/main" id="{35F104C9-1B38-4F36-A804-C0C5FDF08B9B}"/>
              </a:ext>
            </a:extLst>
          </p:cNvPr>
          <p:cNvCxnSpPr>
            <a:cxnSpLocks/>
            <a:stCxn id="60" idx="1"/>
          </p:cNvCxnSpPr>
          <p:nvPr/>
        </p:nvCxnSpPr>
        <p:spPr>
          <a:xfrm flipV="1">
            <a:off x="2064967" y="3702788"/>
            <a:ext cx="705596"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直接箭头连接符 55">
            <a:extLst>
              <a:ext uri="{FF2B5EF4-FFF2-40B4-BE49-F238E27FC236}">
                <a16:creationId xmlns:a16="http://schemas.microsoft.com/office/drawing/2014/main" id="{E1667C7A-CBA5-4648-BE0D-FEB31DE86845}"/>
              </a:ext>
            </a:extLst>
          </p:cNvPr>
          <p:cNvCxnSpPr>
            <a:cxnSpLocks/>
          </p:cNvCxnSpPr>
          <p:nvPr/>
        </p:nvCxnSpPr>
        <p:spPr>
          <a:xfrm flipH="1" flipV="1">
            <a:off x="3066253" y="3702787"/>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7" name="直接箭头连接符 56">
            <a:extLst>
              <a:ext uri="{FF2B5EF4-FFF2-40B4-BE49-F238E27FC236}">
                <a16:creationId xmlns:a16="http://schemas.microsoft.com/office/drawing/2014/main" id="{BC73193F-C3E6-4C2F-8CDE-95E0D1E7678E}"/>
              </a:ext>
            </a:extLst>
          </p:cNvPr>
          <p:cNvCxnSpPr>
            <a:cxnSpLocks/>
            <a:stCxn id="59" idx="1"/>
          </p:cNvCxnSpPr>
          <p:nvPr/>
        </p:nvCxnSpPr>
        <p:spPr>
          <a:xfrm flipH="1" flipV="1">
            <a:off x="3521745" y="4595971"/>
            <a:ext cx="322303" cy="68517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直接箭头连接符 57">
            <a:extLst>
              <a:ext uri="{FF2B5EF4-FFF2-40B4-BE49-F238E27FC236}">
                <a16:creationId xmlns:a16="http://schemas.microsoft.com/office/drawing/2014/main" id="{6FB4465E-A9BE-433A-95F3-EC0E29335D2E}"/>
              </a:ext>
            </a:extLst>
          </p:cNvPr>
          <p:cNvCxnSpPr>
            <a:cxnSpLocks/>
          </p:cNvCxnSpPr>
          <p:nvPr/>
        </p:nvCxnSpPr>
        <p:spPr>
          <a:xfrm flipV="1">
            <a:off x="2910291" y="2891998"/>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59" name="圆柱形 58">
            <a:extLst>
              <a:ext uri="{FF2B5EF4-FFF2-40B4-BE49-F238E27FC236}">
                <a16:creationId xmlns:a16="http://schemas.microsoft.com/office/drawing/2014/main" id="{5E5D7ED8-5767-442C-B9AD-FC382FAD932C}"/>
              </a:ext>
            </a:extLst>
          </p:cNvPr>
          <p:cNvSpPr/>
          <p:nvPr/>
        </p:nvSpPr>
        <p:spPr>
          <a:xfrm>
            <a:off x="3390944" y="5281144"/>
            <a:ext cx="90620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60" name="圆柱形 59">
            <a:extLst>
              <a:ext uri="{FF2B5EF4-FFF2-40B4-BE49-F238E27FC236}">
                <a16:creationId xmlns:a16="http://schemas.microsoft.com/office/drawing/2014/main" id="{A4A934CE-5DDE-45F5-AB66-92E0F65729A2}"/>
              </a:ext>
            </a:extLst>
          </p:cNvPr>
          <p:cNvSpPr/>
          <p:nvPr/>
        </p:nvSpPr>
        <p:spPr>
          <a:xfrm>
            <a:off x="1514475" y="5281144"/>
            <a:ext cx="1100983"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0D91E0B6-3385-4116-AE41-D366C171DAA8}"/>
                  </a:ext>
                </a:extLst>
              </p:cNvPr>
              <p:cNvSpPr txBox="1"/>
              <p:nvPr/>
            </p:nvSpPr>
            <p:spPr>
              <a:xfrm>
                <a:off x="6857744" y="894921"/>
                <a:ext cx="4423170" cy="954107"/>
              </a:xfrm>
              <a:prstGeom prst="rect">
                <a:avLst/>
              </a:prstGeom>
              <a:solidFill>
                <a:schemeClr val="bg1">
                  <a:lumMod val="95000"/>
                </a:scheme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1" name="文本框 60">
                <a:extLst>
                  <a:ext uri="{FF2B5EF4-FFF2-40B4-BE49-F238E27FC236}">
                    <a16:creationId xmlns:a16="http://schemas.microsoft.com/office/drawing/2014/main" id="{0D91E0B6-3385-4116-AE41-D366C171DAA8}"/>
                  </a:ext>
                </a:extLst>
              </p:cNvPr>
              <p:cNvSpPr txBox="1">
                <a:spLocks noRot="1" noChangeAspect="1" noMove="1" noResize="1" noEditPoints="1" noAdjustHandles="1" noChangeArrowheads="1" noChangeShapeType="1" noTextEdit="1"/>
              </p:cNvSpPr>
              <p:nvPr/>
            </p:nvSpPr>
            <p:spPr>
              <a:xfrm>
                <a:off x="6857744" y="894921"/>
                <a:ext cx="4423170" cy="954107"/>
              </a:xfrm>
              <a:prstGeom prst="rect">
                <a:avLst/>
              </a:prstGeom>
              <a:blipFill>
                <a:blip r:embed="rId6"/>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180428FE-EF4D-4EF2-8E55-949ABF79F460}"/>
                  </a:ext>
                </a:extLst>
              </p:cNvPr>
              <p:cNvSpPr txBox="1"/>
              <p:nvPr/>
            </p:nvSpPr>
            <p:spPr>
              <a:xfrm>
                <a:off x="6857744" y="2078135"/>
                <a:ext cx="4423169" cy="1384995"/>
              </a:xfrm>
              <a:prstGeom prst="rect">
                <a:avLst/>
              </a:prstGeom>
              <a:solidFill>
                <a:schemeClr val="bg1">
                  <a:lumMod val="95000"/>
                </a:scheme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left.output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right.output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2" name="文本框 61">
                <a:extLst>
                  <a:ext uri="{FF2B5EF4-FFF2-40B4-BE49-F238E27FC236}">
                    <a16:creationId xmlns:a16="http://schemas.microsoft.com/office/drawing/2014/main" id="{180428FE-EF4D-4EF2-8E55-949ABF79F460}"/>
                  </a:ext>
                </a:extLst>
              </p:cNvPr>
              <p:cNvSpPr txBox="1">
                <a:spLocks noRot="1" noChangeAspect="1" noMove="1" noResize="1" noEditPoints="1" noAdjustHandles="1" noChangeArrowheads="1" noChangeShapeType="1" noTextEdit="1"/>
              </p:cNvSpPr>
              <p:nvPr/>
            </p:nvSpPr>
            <p:spPr>
              <a:xfrm>
                <a:off x="6857744" y="2078135"/>
                <a:ext cx="4423169" cy="1384995"/>
              </a:xfrm>
              <a:prstGeom prst="rect">
                <a:avLst/>
              </a:prstGeom>
              <a:blipFill>
                <a:blip r:embed="rId7"/>
                <a:stretch>
                  <a:fillRect l="-413" t="-881" b="-35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2E94769C-191B-42CE-84A8-B90663697134}"/>
                  </a:ext>
                </a:extLst>
              </p:cNvPr>
              <p:cNvSpPr txBox="1"/>
              <p:nvPr/>
            </p:nvSpPr>
            <p:spPr>
              <a:xfrm>
                <a:off x="6857745" y="3586556"/>
                <a:ext cx="4423168"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3" name="文本框 62">
                <a:extLst>
                  <a:ext uri="{FF2B5EF4-FFF2-40B4-BE49-F238E27FC236}">
                    <a16:creationId xmlns:a16="http://schemas.microsoft.com/office/drawing/2014/main" id="{2E94769C-191B-42CE-84A8-B90663697134}"/>
                  </a:ext>
                </a:extLst>
              </p:cNvPr>
              <p:cNvSpPr txBox="1">
                <a:spLocks noRot="1" noChangeAspect="1" noMove="1" noResize="1" noEditPoints="1" noAdjustHandles="1" noChangeArrowheads="1" noChangeShapeType="1" noTextEdit="1"/>
              </p:cNvSpPr>
              <p:nvPr/>
            </p:nvSpPr>
            <p:spPr>
              <a:xfrm>
                <a:off x="6857745" y="3586556"/>
                <a:ext cx="4423168" cy="954107"/>
              </a:xfrm>
              <a:prstGeom prst="rect">
                <a:avLst/>
              </a:prstGeom>
              <a:blipFill>
                <a:blip r:embed="rId8"/>
                <a:stretch>
                  <a:fillRect l="-413" t="-637"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61634F2E-0DD2-4FFF-B2DA-2FFEF903572D}"/>
                  </a:ext>
                </a:extLst>
              </p:cNvPr>
              <p:cNvSpPr txBox="1"/>
              <p:nvPr/>
            </p:nvSpPr>
            <p:spPr>
              <a:xfrm>
                <a:off x="6857744" y="4749892"/>
                <a:ext cx="4423167" cy="738664"/>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r>
                  <a:rPr lang="zh-CN" alt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4" name="文本框 63">
                <a:extLst>
                  <a:ext uri="{FF2B5EF4-FFF2-40B4-BE49-F238E27FC236}">
                    <a16:creationId xmlns:a16="http://schemas.microsoft.com/office/drawing/2014/main" id="{61634F2E-0DD2-4FFF-B2DA-2FFEF903572D}"/>
                  </a:ext>
                </a:extLst>
              </p:cNvPr>
              <p:cNvSpPr txBox="1">
                <a:spLocks noRot="1" noChangeAspect="1" noMove="1" noResize="1" noEditPoints="1" noAdjustHandles="1" noChangeArrowheads="1" noChangeShapeType="1" noTextEdit="1"/>
              </p:cNvSpPr>
              <p:nvPr/>
            </p:nvSpPr>
            <p:spPr>
              <a:xfrm>
                <a:off x="6857744" y="4749892"/>
                <a:ext cx="4423167" cy="738664"/>
              </a:xfrm>
              <a:prstGeom prst="rect">
                <a:avLst/>
              </a:prstGeom>
              <a:blipFill>
                <a:blip r:embed="rId9"/>
                <a:stretch>
                  <a:fillRect l="-413" t="-1653" b="-82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B9428F08-F45F-401F-9451-D84D034353FF}"/>
                  </a:ext>
                </a:extLst>
              </p:cNvPr>
              <p:cNvSpPr txBox="1"/>
              <p:nvPr/>
            </p:nvSpPr>
            <p:spPr>
              <a:xfrm>
                <a:off x="6857745" y="5695059"/>
                <a:ext cx="4423166" cy="738664"/>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r>
                  <a:rPr lang="zh-CN" alt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5" name="文本框 64">
                <a:extLst>
                  <a:ext uri="{FF2B5EF4-FFF2-40B4-BE49-F238E27FC236}">
                    <a16:creationId xmlns:a16="http://schemas.microsoft.com/office/drawing/2014/main" id="{B9428F08-F45F-401F-9451-D84D034353FF}"/>
                  </a:ext>
                </a:extLst>
              </p:cNvPr>
              <p:cNvSpPr txBox="1">
                <a:spLocks noRot="1" noChangeAspect="1" noMove="1" noResize="1" noEditPoints="1" noAdjustHandles="1" noChangeArrowheads="1" noChangeShapeType="1" noTextEdit="1"/>
              </p:cNvSpPr>
              <p:nvPr/>
            </p:nvSpPr>
            <p:spPr>
              <a:xfrm>
                <a:off x="6857745" y="5695059"/>
                <a:ext cx="4423166" cy="738664"/>
              </a:xfrm>
              <a:prstGeom prst="rect">
                <a:avLst/>
              </a:prstGeom>
              <a:blipFill>
                <a:blip r:embed="rId10"/>
                <a:stretch>
                  <a:fillRect l="-413" t="-1653" b="-8264"/>
                </a:stretch>
              </a:blipFill>
            </p:spPr>
            <p:txBody>
              <a:bodyPr/>
              <a:lstStyle/>
              <a:p>
                <a:r>
                  <a:rPr lang="zh-CN" altLang="en-US">
                    <a:noFill/>
                  </a:rPr>
                  <a:t> </a:t>
                </a:r>
              </a:p>
            </p:txBody>
          </p:sp>
        </mc:Fallback>
      </mc:AlternateContent>
      <p:cxnSp>
        <p:nvCxnSpPr>
          <p:cNvPr id="66" name="直接连接符 65">
            <a:extLst>
              <a:ext uri="{FF2B5EF4-FFF2-40B4-BE49-F238E27FC236}">
                <a16:creationId xmlns:a16="http://schemas.microsoft.com/office/drawing/2014/main" id="{DDAB32EA-89CD-4781-BC3D-0D8F3A40BD64}"/>
              </a:ext>
            </a:extLst>
          </p:cNvPr>
          <p:cNvCxnSpPr>
            <a:cxnSpLocks/>
            <a:stCxn id="54" idx="3"/>
            <a:endCxn id="61" idx="1"/>
          </p:cNvCxnSpPr>
          <p:nvPr/>
        </p:nvCxnSpPr>
        <p:spPr bwMode="auto">
          <a:xfrm flipV="1">
            <a:off x="5250262" y="1371975"/>
            <a:ext cx="1607482" cy="1406478"/>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68" name="直接连接符 67">
            <a:extLst>
              <a:ext uri="{FF2B5EF4-FFF2-40B4-BE49-F238E27FC236}">
                <a16:creationId xmlns:a16="http://schemas.microsoft.com/office/drawing/2014/main" id="{13093B0C-D512-4D4E-B916-155603A4E103}"/>
              </a:ext>
            </a:extLst>
          </p:cNvPr>
          <p:cNvCxnSpPr>
            <a:cxnSpLocks/>
            <a:stCxn id="53" idx="3"/>
            <a:endCxn id="62" idx="1"/>
          </p:cNvCxnSpPr>
          <p:nvPr/>
        </p:nvCxnSpPr>
        <p:spPr bwMode="auto">
          <a:xfrm flipV="1">
            <a:off x="5713529" y="2770633"/>
            <a:ext cx="1144215" cy="791852"/>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0" name="直接连接符 69">
            <a:extLst>
              <a:ext uri="{FF2B5EF4-FFF2-40B4-BE49-F238E27FC236}">
                <a16:creationId xmlns:a16="http://schemas.microsoft.com/office/drawing/2014/main" id="{AD8877D9-C0EC-4059-8467-37BEE02F2B52}"/>
              </a:ext>
            </a:extLst>
          </p:cNvPr>
          <p:cNvCxnSpPr>
            <a:cxnSpLocks/>
            <a:stCxn id="49" idx="3"/>
            <a:endCxn id="63" idx="1"/>
          </p:cNvCxnSpPr>
          <p:nvPr/>
        </p:nvCxnSpPr>
        <p:spPr bwMode="auto">
          <a:xfrm flipV="1">
            <a:off x="5277678" y="4063610"/>
            <a:ext cx="1580067" cy="44961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2" name="直接连接符 71">
            <a:extLst>
              <a:ext uri="{FF2B5EF4-FFF2-40B4-BE49-F238E27FC236}">
                <a16:creationId xmlns:a16="http://schemas.microsoft.com/office/drawing/2014/main" id="{2060EB7E-90BF-45C4-BA9C-D4859753514F}"/>
              </a:ext>
            </a:extLst>
          </p:cNvPr>
          <p:cNvCxnSpPr>
            <a:cxnSpLocks/>
            <a:stCxn id="59" idx="4"/>
            <a:endCxn id="64" idx="1"/>
          </p:cNvCxnSpPr>
          <p:nvPr/>
        </p:nvCxnSpPr>
        <p:spPr bwMode="auto">
          <a:xfrm flipV="1">
            <a:off x="4297151" y="5119224"/>
            <a:ext cx="2560593" cy="406873"/>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4" name="连接符: 肘形 73">
            <a:extLst>
              <a:ext uri="{FF2B5EF4-FFF2-40B4-BE49-F238E27FC236}">
                <a16:creationId xmlns:a16="http://schemas.microsoft.com/office/drawing/2014/main" id="{E38B0A44-A9C0-4A95-B627-85D480C9D22C}"/>
              </a:ext>
            </a:extLst>
          </p:cNvPr>
          <p:cNvCxnSpPr>
            <a:cxnSpLocks/>
          </p:cNvCxnSpPr>
          <p:nvPr/>
        </p:nvCxnSpPr>
        <p:spPr bwMode="auto">
          <a:xfrm rot="16200000" flipH="1">
            <a:off x="4363378" y="3427020"/>
            <a:ext cx="293342" cy="4695390"/>
          </a:xfrm>
          <a:prstGeom prst="bentConnector2">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3" name="灯片编号占位符 2">
            <a:extLst>
              <a:ext uri="{FF2B5EF4-FFF2-40B4-BE49-F238E27FC236}">
                <a16:creationId xmlns:a16="http://schemas.microsoft.com/office/drawing/2014/main" id="{5C2B152A-F7AB-4374-89B1-FE872F7E1BE7}"/>
              </a:ext>
            </a:extLst>
          </p:cNvPr>
          <p:cNvSpPr>
            <a:spLocks noGrp="1"/>
          </p:cNvSpPr>
          <p:nvPr>
            <p:ph type="sldNum" sz="quarter" idx="12"/>
          </p:nvPr>
        </p:nvSpPr>
        <p:spPr>
          <a:xfrm>
            <a:off x="11571088" y="6517146"/>
            <a:ext cx="765605" cy="476250"/>
          </a:xfrm>
        </p:spPr>
        <p:txBody>
          <a:bodyPr/>
          <a:lstStyle/>
          <a:p>
            <a:fld id="{4B0D34C0-35A8-654C-9FBA-7B4E017BD630}" type="slidenum">
              <a:rPr lang="en-US" altLang="zh-CN" smtClean="0"/>
              <a:t>26</a:t>
            </a:fld>
            <a:endParaRPr kumimoji="1" lang="zh-CN" altLang="en-US"/>
          </a:p>
        </p:txBody>
      </p:sp>
      <p:sp>
        <p:nvSpPr>
          <p:cNvPr id="4" name="页脚占位符 3">
            <a:extLst>
              <a:ext uri="{FF2B5EF4-FFF2-40B4-BE49-F238E27FC236}">
                <a16:creationId xmlns:a16="http://schemas.microsoft.com/office/drawing/2014/main" id="{B591B441-5675-FD6A-5A65-6B767BD5C847}"/>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2783534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物化模型执行流程</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2020562" y="1046897"/>
            <a:ext cx="3801261"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49" name="文本框 48">
            <a:extLst>
              <a:ext uri="{FF2B5EF4-FFF2-40B4-BE49-F238E27FC236}">
                <a16:creationId xmlns:a16="http://schemas.microsoft.com/office/drawing/2014/main" id="{F06EB309-DA5D-4D23-BBFD-5FC6549CC4A0}"/>
              </a:ext>
            </a:extLst>
          </p:cNvPr>
          <p:cNvSpPr txBox="1"/>
          <p:nvPr/>
        </p:nvSpPr>
        <p:spPr>
          <a:xfrm>
            <a:off x="3565098" y="4423810"/>
            <a:ext cx="1712580" cy="369332"/>
          </a:xfrm>
          <a:prstGeom prst="rect">
            <a:avLst/>
          </a:prstGeom>
          <a:solidFill>
            <a:schemeClr val="bg1">
              <a:lumMod val="95000"/>
            </a:schemeClr>
          </a:solidFill>
        </p:spPr>
        <p:txBody>
          <a:bodyPr wrap="squar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90BD5F9-FCE2-4755-8114-CDD73787BE2A}"/>
                  </a:ext>
                </a:extLst>
              </p:cNvPr>
              <p:cNvSpPr txBox="1"/>
              <p:nvPr/>
            </p:nvSpPr>
            <p:spPr>
              <a:xfrm>
                <a:off x="3058776" y="4035421"/>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0" name="文本框 49">
                <a:extLst>
                  <a:ext uri="{FF2B5EF4-FFF2-40B4-BE49-F238E27FC236}">
                    <a16:creationId xmlns:a16="http://schemas.microsoft.com/office/drawing/2014/main" id="{090BD5F9-FCE2-4755-8114-CDD73787BE2A}"/>
                  </a:ext>
                </a:extLst>
              </p:cNvPr>
              <p:cNvSpPr txBox="1">
                <a:spLocks noRot="1" noChangeAspect="1" noMove="1" noResize="1" noEditPoints="1" noAdjustHandles="1" noChangeArrowheads="1" noChangeShapeType="1" noTextEdit="1"/>
              </p:cNvSpPr>
              <p:nvPr/>
            </p:nvSpPr>
            <p:spPr>
              <a:xfrm>
                <a:off x="3058776" y="4035421"/>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44DCC6E-48A2-48AB-9957-5342C3C874F5}"/>
                  </a:ext>
                </a:extLst>
              </p:cNvPr>
              <p:cNvSpPr txBox="1"/>
              <p:nvPr/>
            </p:nvSpPr>
            <p:spPr>
              <a:xfrm>
                <a:off x="2492549" y="3130019"/>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1" name="文本框 50">
                <a:extLst>
                  <a:ext uri="{FF2B5EF4-FFF2-40B4-BE49-F238E27FC236}">
                    <a16:creationId xmlns:a16="http://schemas.microsoft.com/office/drawing/2014/main" id="{244DCC6E-48A2-48AB-9957-5342C3C874F5}"/>
                  </a:ext>
                </a:extLst>
              </p:cNvPr>
              <p:cNvSpPr txBox="1">
                <a:spLocks noRot="1" noChangeAspect="1" noMove="1" noResize="1" noEditPoints="1" noAdjustHandles="1" noChangeArrowheads="1" noChangeShapeType="1" noTextEdit="1"/>
              </p:cNvSpPr>
              <p:nvPr/>
            </p:nvSpPr>
            <p:spPr>
              <a:xfrm>
                <a:off x="2492549" y="3130019"/>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296D3163-1A1A-4B41-B010-D46CA54818B5}"/>
                  </a:ext>
                </a:extLst>
              </p:cNvPr>
              <p:cNvSpPr txBox="1"/>
              <p:nvPr/>
            </p:nvSpPr>
            <p:spPr>
              <a:xfrm>
                <a:off x="2540638" y="2326798"/>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2" name="文本框 51">
                <a:extLst>
                  <a:ext uri="{FF2B5EF4-FFF2-40B4-BE49-F238E27FC236}">
                    <a16:creationId xmlns:a16="http://schemas.microsoft.com/office/drawing/2014/main" id="{296D3163-1A1A-4B41-B010-D46CA54818B5}"/>
                  </a:ext>
                </a:extLst>
              </p:cNvPr>
              <p:cNvSpPr txBox="1">
                <a:spLocks noRot="1" noChangeAspect="1" noMove="1" noResize="1" noEditPoints="1" noAdjustHandles="1" noChangeArrowheads="1" noChangeShapeType="1" noTextEdit="1"/>
              </p:cNvSpPr>
              <p:nvPr/>
            </p:nvSpPr>
            <p:spPr>
              <a:xfrm>
                <a:off x="2540638" y="2326798"/>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66DD310E-0425-4910-9160-69E042545322}"/>
              </a:ext>
            </a:extLst>
          </p:cNvPr>
          <p:cNvSpPr txBox="1"/>
          <p:nvPr/>
        </p:nvSpPr>
        <p:spPr>
          <a:xfrm>
            <a:off x="3111535" y="3473069"/>
            <a:ext cx="2601994"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54" name="文本框 53">
            <a:extLst>
              <a:ext uri="{FF2B5EF4-FFF2-40B4-BE49-F238E27FC236}">
                <a16:creationId xmlns:a16="http://schemas.microsoft.com/office/drawing/2014/main" id="{60A04672-D1E6-45D7-945F-CF0BA678BC9F}"/>
              </a:ext>
            </a:extLst>
          </p:cNvPr>
          <p:cNvSpPr txBox="1"/>
          <p:nvPr/>
        </p:nvSpPr>
        <p:spPr>
          <a:xfrm>
            <a:off x="3111535" y="2689037"/>
            <a:ext cx="2138727"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55" name="直接箭头连接符 54">
            <a:extLst>
              <a:ext uri="{FF2B5EF4-FFF2-40B4-BE49-F238E27FC236}">
                <a16:creationId xmlns:a16="http://schemas.microsoft.com/office/drawing/2014/main" id="{35F104C9-1B38-4F36-A804-C0C5FDF08B9B}"/>
              </a:ext>
            </a:extLst>
          </p:cNvPr>
          <p:cNvCxnSpPr>
            <a:cxnSpLocks/>
            <a:stCxn id="60" idx="1"/>
          </p:cNvCxnSpPr>
          <p:nvPr/>
        </p:nvCxnSpPr>
        <p:spPr>
          <a:xfrm flipV="1">
            <a:off x="2074492" y="3798038"/>
            <a:ext cx="696071"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直接箭头连接符 55">
            <a:extLst>
              <a:ext uri="{FF2B5EF4-FFF2-40B4-BE49-F238E27FC236}">
                <a16:creationId xmlns:a16="http://schemas.microsoft.com/office/drawing/2014/main" id="{E1667C7A-CBA5-4648-BE0D-FEB31DE86845}"/>
              </a:ext>
            </a:extLst>
          </p:cNvPr>
          <p:cNvCxnSpPr>
            <a:cxnSpLocks/>
          </p:cNvCxnSpPr>
          <p:nvPr/>
        </p:nvCxnSpPr>
        <p:spPr>
          <a:xfrm flipH="1" flipV="1">
            <a:off x="3066253" y="3798037"/>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7" name="直接箭头连接符 56">
            <a:extLst>
              <a:ext uri="{FF2B5EF4-FFF2-40B4-BE49-F238E27FC236}">
                <a16:creationId xmlns:a16="http://schemas.microsoft.com/office/drawing/2014/main" id="{BC73193F-C3E6-4C2F-8CDE-95E0D1E7678E}"/>
              </a:ext>
            </a:extLst>
          </p:cNvPr>
          <p:cNvCxnSpPr>
            <a:cxnSpLocks/>
            <a:stCxn id="59" idx="1"/>
          </p:cNvCxnSpPr>
          <p:nvPr/>
        </p:nvCxnSpPr>
        <p:spPr>
          <a:xfrm flipH="1" flipV="1">
            <a:off x="3521747" y="4691222"/>
            <a:ext cx="234438"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直接箭头连接符 57">
            <a:extLst>
              <a:ext uri="{FF2B5EF4-FFF2-40B4-BE49-F238E27FC236}">
                <a16:creationId xmlns:a16="http://schemas.microsoft.com/office/drawing/2014/main" id="{6FB4465E-A9BE-433A-95F3-EC0E29335D2E}"/>
              </a:ext>
            </a:extLst>
          </p:cNvPr>
          <p:cNvCxnSpPr>
            <a:cxnSpLocks/>
          </p:cNvCxnSpPr>
          <p:nvPr/>
        </p:nvCxnSpPr>
        <p:spPr>
          <a:xfrm flipV="1">
            <a:off x="2910291" y="2987248"/>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59" name="圆柱形 58">
            <a:extLst>
              <a:ext uri="{FF2B5EF4-FFF2-40B4-BE49-F238E27FC236}">
                <a16:creationId xmlns:a16="http://schemas.microsoft.com/office/drawing/2014/main" id="{5E5D7ED8-5767-442C-B9AD-FC382FAD932C}"/>
              </a:ext>
            </a:extLst>
          </p:cNvPr>
          <p:cNvSpPr/>
          <p:nvPr/>
        </p:nvSpPr>
        <p:spPr>
          <a:xfrm>
            <a:off x="3215218" y="5376394"/>
            <a:ext cx="1081933"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60" name="圆柱形 59">
            <a:extLst>
              <a:ext uri="{FF2B5EF4-FFF2-40B4-BE49-F238E27FC236}">
                <a16:creationId xmlns:a16="http://schemas.microsoft.com/office/drawing/2014/main" id="{A4A934CE-5DDE-45F5-AB66-92E0F65729A2}"/>
              </a:ext>
            </a:extLst>
          </p:cNvPr>
          <p:cNvSpPr/>
          <p:nvPr/>
        </p:nvSpPr>
        <p:spPr>
          <a:xfrm>
            <a:off x="1533525" y="5376394"/>
            <a:ext cx="1081933"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0D91E0B6-3385-4116-AE41-D366C171DAA8}"/>
                  </a:ext>
                </a:extLst>
              </p:cNvPr>
              <p:cNvSpPr txBox="1"/>
              <p:nvPr/>
            </p:nvSpPr>
            <p:spPr>
              <a:xfrm>
                <a:off x="6857744" y="771740"/>
                <a:ext cx="4423170"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1" name="文本框 60">
                <a:extLst>
                  <a:ext uri="{FF2B5EF4-FFF2-40B4-BE49-F238E27FC236}">
                    <a16:creationId xmlns:a16="http://schemas.microsoft.com/office/drawing/2014/main" xmlns:a14="http://schemas.microsoft.com/office/drawing/2010/main" xmlns="" id="{0D91E0B6-3385-4116-AE41-D366C171DAA8}"/>
                  </a:ext>
                </a:extLst>
              </p:cNvPr>
              <p:cNvSpPr txBox="1">
                <a:spLocks noRot="1" noChangeAspect="1" noMove="1" noResize="1" noEditPoints="1" noAdjustHandles="1" noChangeArrowheads="1" noChangeShapeType="1" noTextEdit="1"/>
              </p:cNvSpPr>
              <p:nvPr/>
            </p:nvSpPr>
            <p:spPr>
              <a:xfrm>
                <a:off x="6857744" y="771740"/>
                <a:ext cx="4423170" cy="1077218"/>
              </a:xfrm>
              <a:prstGeom prst="rect">
                <a:avLst/>
              </a:prstGeom>
              <a:blipFill rotWithShape="0">
                <a:blip r:embed="rId6"/>
                <a:stretch>
                  <a:fillRect l="-826" t="-1705" b="-6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180428FE-EF4D-4EF2-8E55-949ABF79F460}"/>
                  </a:ext>
                </a:extLst>
              </p:cNvPr>
              <p:cNvSpPr txBox="1"/>
              <p:nvPr/>
            </p:nvSpPr>
            <p:spPr>
              <a:xfrm>
                <a:off x="6857744" y="1954954"/>
                <a:ext cx="4423169" cy="1569660"/>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2" name="文本框 61">
                <a:extLst>
                  <a:ext uri="{FF2B5EF4-FFF2-40B4-BE49-F238E27FC236}">
                    <a16:creationId xmlns:a16="http://schemas.microsoft.com/office/drawing/2014/main" id="{180428FE-EF4D-4EF2-8E55-949ABF79F460}"/>
                  </a:ext>
                </a:extLst>
              </p:cNvPr>
              <p:cNvSpPr txBox="1">
                <a:spLocks noRot="1" noChangeAspect="1" noMove="1" noResize="1" noEditPoints="1" noAdjustHandles="1" noChangeArrowheads="1" noChangeShapeType="1" noTextEdit="1"/>
              </p:cNvSpPr>
              <p:nvPr/>
            </p:nvSpPr>
            <p:spPr>
              <a:xfrm>
                <a:off x="6857744" y="1954954"/>
                <a:ext cx="4423169" cy="1569660"/>
              </a:xfrm>
              <a:prstGeom prst="rect">
                <a:avLst/>
              </a:prstGeom>
              <a:blipFill>
                <a:blip r:embed="rId7"/>
                <a:stretch>
                  <a:fillRect l="-826" t="-1167" b="-42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2E94769C-191B-42CE-84A8-B90663697134}"/>
                  </a:ext>
                </a:extLst>
              </p:cNvPr>
              <p:cNvSpPr txBox="1"/>
              <p:nvPr/>
            </p:nvSpPr>
            <p:spPr>
              <a:xfrm>
                <a:off x="6857745" y="3681806"/>
                <a:ext cx="4423168" cy="1077218"/>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3" name="文本框 62">
                <a:extLst>
                  <a:ext uri="{FF2B5EF4-FFF2-40B4-BE49-F238E27FC236}">
                    <a16:creationId xmlns:a16="http://schemas.microsoft.com/office/drawing/2014/main" id="{2E94769C-191B-42CE-84A8-B90663697134}"/>
                  </a:ext>
                </a:extLst>
              </p:cNvPr>
              <p:cNvSpPr txBox="1">
                <a:spLocks noRot="1" noChangeAspect="1" noMove="1" noResize="1" noEditPoints="1" noAdjustHandles="1" noChangeArrowheads="1" noChangeShapeType="1" noTextEdit="1"/>
              </p:cNvSpPr>
              <p:nvPr/>
            </p:nvSpPr>
            <p:spPr>
              <a:xfrm>
                <a:off x="6857745" y="3681806"/>
                <a:ext cx="4423168" cy="1077218"/>
              </a:xfrm>
              <a:prstGeom prst="rect">
                <a:avLst/>
              </a:prstGeom>
              <a:blipFill>
                <a:blip r:embed="rId8"/>
                <a:stretch>
                  <a:fillRect l="-826"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61634F2E-0DD2-4FFF-B2DA-2FFEF903572D}"/>
                  </a:ext>
                </a:extLst>
              </p:cNvPr>
              <p:cNvSpPr txBox="1"/>
              <p:nvPr/>
            </p:nvSpPr>
            <p:spPr>
              <a:xfrm>
                <a:off x="6857744" y="4845142"/>
                <a:ext cx="4423167" cy="830997"/>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4" name="文本框 63">
                <a:extLst>
                  <a:ext uri="{FF2B5EF4-FFF2-40B4-BE49-F238E27FC236}">
                    <a16:creationId xmlns:a16="http://schemas.microsoft.com/office/drawing/2014/main" id="{61634F2E-0DD2-4FFF-B2DA-2FFEF903572D}"/>
                  </a:ext>
                </a:extLst>
              </p:cNvPr>
              <p:cNvSpPr txBox="1">
                <a:spLocks noRot="1" noChangeAspect="1" noMove="1" noResize="1" noEditPoints="1" noAdjustHandles="1" noChangeArrowheads="1" noChangeShapeType="1" noTextEdit="1"/>
              </p:cNvSpPr>
              <p:nvPr/>
            </p:nvSpPr>
            <p:spPr>
              <a:xfrm>
                <a:off x="6857744" y="4845142"/>
                <a:ext cx="4423167" cy="830997"/>
              </a:xfrm>
              <a:prstGeom prst="rect">
                <a:avLst/>
              </a:prstGeom>
              <a:blipFill>
                <a:blip r:embed="rId9"/>
                <a:stretch>
                  <a:fillRect l="-826" t="-2206" b="-88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B9428F08-F45F-401F-9451-D84D034353FF}"/>
                  </a:ext>
                </a:extLst>
              </p:cNvPr>
              <p:cNvSpPr txBox="1"/>
              <p:nvPr/>
            </p:nvSpPr>
            <p:spPr>
              <a:xfrm>
                <a:off x="6857745" y="5790309"/>
                <a:ext cx="4423166" cy="830997"/>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5" name="文本框 64">
                <a:extLst>
                  <a:ext uri="{FF2B5EF4-FFF2-40B4-BE49-F238E27FC236}">
                    <a16:creationId xmlns:a16="http://schemas.microsoft.com/office/drawing/2014/main" id="{B9428F08-F45F-401F-9451-D84D034353FF}"/>
                  </a:ext>
                </a:extLst>
              </p:cNvPr>
              <p:cNvSpPr txBox="1">
                <a:spLocks noRot="1" noChangeAspect="1" noMove="1" noResize="1" noEditPoints="1" noAdjustHandles="1" noChangeArrowheads="1" noChangeShapeType="1" noTextEdit="1"/>
              </p:cNvSpPr>
              <p:nvPr/>
            </p:nvSpPr>
            <p:spPr>
              <a:xfrm>
                <a:off x="6857745" y="5790309"/>
                <a:ext cx="4423166" cy="830997"/>
              </a:xfrm>
              <a:prstGeom prst="rect">
                <a:avLst/>
              </a:prstGeom>
              <a:blipFill>
                <a:blip r:embed="rId10"/>
                <a:stretch>
                  <a:fillRect l="-826" t="-2206" b="-8824"/>
                </a:stretch>
              </a:blipFill>
            </p:spPr>
            <p:txBody>
              <a:bodyPr/>
              <a:lstStyle/>
              <a:p>
                <a:r>
                  <a:rPr lang="zh-CN" altLang="en-US">
                    <a:noFill/>
                  </a:rPr>
                  <a:t> </a:t>
                </a:r>
              </a:p>
            </p:txBody>
          </p:sp>
        </mc:Fallback>
      </mc:AlternateContent>
      <p:cxnSp>
        <p:nvCxnSpPr>
          <p:cNvPr id="66" name="直接连接符 65">
            <a:extLst>
              <a:ext uri="{FF2B5EF4-FFF2-40B4-BE49-F238E27FC236}">
                <a16:creationId xmlns:a16="http://schemas.microsoft.com/office/drawing/2014/main" id="{DDAB32EA-89CD-4781-BC3D-0D8F3A40BD64}"/>
              </a:ext>
            </a:extLst>
          </p:cNvPr>
          <p:cNvCxnSpPr>
            <a:cxnSpLocks/>
            <a:stCxn id="54" idx="3"/>
            <a:endCxn id="61" idx="1"/>
          </p:cNvCxnSpPr>
          <p:nvPr/>
        </p:nvCxnSpPr>
        <p:spPr bwMode="auto">
          <a:xfrm flipV="1">
            <a:off x="5250262" y="1310349"/>
            <a:ext cx="1607482" cy="1563354"/>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68" name="直接连接符 67">
            <a:extLst>
              <a:ext uri="{FF2B5EF4-FFF2-40B4-BE49-F238E27FC236}">
                <a16:creationId xmlns:a16="http://schemas.microsoft.com/office/drawing/2014/main" id="{13093B0C-D512-4D4E-B916-155603A4E103}"/>
              </a:ext>
            </a:extLst>
          </p:cNvPr>
          <p:cNvCxnSpPr>
            <a:cxnSpLocks/>
            <a:stCxn id="53" idx="3"/>
            <a:endCxn id="62" idx="1"/>
          </p:cNvCxnSpPr>
          <p:nvPr/>
        </p:nvCxnSpPr>
        <p:spPr bwMode="auto">
          <a:xfrm flipV="1">
            <a:off x="5713529" y="2739784"/>
            <a:ext cx="1144215" cy="917951"/>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0" name="直接连接符 69">
            <a:extLst>
              <a:ext uri="{FF2B5EF4-FFF2-40B4-BE49-F238E27FC236}">
                <a16:creationId xmlns:a16="http://schemas.microsoft.com/office/drawing/2014/main" id="{AD8877D9-C0EC-4059-8467-37BEE02F2B52}"/>
              </a:ext>
            </a:extLst>
          </p:cNvPr>
          <p:cNvCxnSpPr>
            <a:cxnSpLocks/>
            <a:stCxn id="49" idx="3"/>
            <a:endCxn id="63" idx="1"/>
          </p:cNvCxnSpPr>
          <p:nvPr/>
        </p:nvCxnSpPr>
        <p:spPr bwMode="auto">
          <a:xfrm flipV="1">
            <a:off x="5277678" y="4220415"/>
            <a:ext cx="1580067" cy="388061"/>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2" name="直接连接符 71">
            <a:extLst>
              <a:ext uri="{FF2B5EF4-FFF2-40B4-BE49-F238E27FC236}">
                <a16:creationId xmlns:a16="http://schemas.microsoft.com/office/drawing/2014/main" id="{2060EB7E-90BF-45C4-BA9C-D4859753514F}"/>
              </a:ext>
            </a:extLst>
          </p:cNvPr>
          <p:cNvCxnSpPr>
            <a:cxnSpLocks/>
            <a:stCxn id="59" idx="4"/>
            <a:endCxn id="64" idx="1"/>
          </p:cNvCxnSpPr>
          <p:nvPr/>
        </p:nvCxnSpPr>
        <p:spPr bwMode="auto">
          <a:xfrm flipV="1">
            <a:off x="4297151" y="5260641"/>
            <a:ext cx="2560593" cy="36070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4" name="连接符: 肘形 73">
            <a:extLst>
              <a:ext uri="{FF2B5EF4-FFF2-40B4-BE49-F238E27FC236}">
                <a16:creationId xmlns:a16="http://schemas.microsoft.com/office/drawing/2014/main" id="{E38B0A44-A9C0-4A95-B627-85D480C9D22C}"/>
              </a:ext>
            </a:extLst>
          </p:cNvPr>
          <p:cNvCxnSpPr>
            <a:cxnSpLocks/>
            <a:stCxn id="60" idx="3"/>
            <a:endCxn id="65" idx="1"/>
          </p:cNvCxnSpPr>
          <p:nvPr/>
        </p:nvCxnSpPr>
        <p:spPr bwMode="auto">
          <a:xfrm rot="16200000" flipH="1">
            <a:off x="4296364" y="3644426"/>
            <a:ext cx="339509" cy="4783253"/>
          </a:xfrm>
          <a:prstGeom prst="bentConnector2">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3" name="灯片编号占位符 2">
            <a:extLst>
              <a:ext uri="{FF2B5EF4-FFF2-40B4-BE49-F238E27FC236}">
                <a16:creationId xmlns:a16="http://schemas.microsoft.com/office/drawing/2014/main" id="{5C2B152A-F7AB-4374-89B1-FE872F7E1BE7}"/>
              </a:ext>
            </a:extLst>
          </p:cNvPr>
          <p:cNvSpPr>
            <a:spLocks noGrp="1"/>
          </p:cNvSpPr>
          <p:nvPr>
            <p:ph type="sldNum" sz="quarter" idx="12"/>
          </p:nvPr>
        </p:nvSpPr>
        <p:spPr/>
        <p:txBody>
          <a:bodyPr/>
          <a:lstStyle/>
          <a:p>
            <a:fld id="{4B0D34C0-35A8-654C-9FBA-7B4E017BD630}" type="slidenum">
              <a:rPr lang="en-US" altLang="zh-CN" smtClean="0"/>
              <a:t>27</a:t>
            </a:fld>
            <a:endParaRPr kumimoji="1" lang="zh-CN" altLang="en-US"/>
          </a:p>
        </p:txBody>
      </p:sp>
      <p:sp>
        <p:nvSpPr>
          <p:cNvPr id="4" name="页脚占位符 3">
            <a:extLst>
              <a:ext uri="{FF2B5EF4-FFF2-40B4-BE49-F238E27FC236}">
                <a16:creationId xmlns:a16="http://schemas.microsoft.com/office/drawing/2014/main" id="{B591B441-5675-FD6A-5A65-6B767BD5C847}"/>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执行器</a:t>
            </a:r>
            <a:endParaRPr kumimoji="1" lang="zh-CN" altLang="en-US" dirty="0">
              <a:latin typeface="SimHei" panose="02010609060101010101" pitchFamily="49" charset="-122"/>
              <a:ea typeface="SimHei" panose="02010609060101010101" pitchFamily="49" charset="-122"/>
            </a:endParaRPr>
          </a:p>
        </p:txBody>
      </p:sp>
      <p:sp>
        <p:nvSpPr>
          <p:cNvPr id="5" name="箭头: 右弧形 2">
            <a:extLst>
              <a:ext uri="{FF2B5EF4-FFF2-40B4-BE49-F238E27FC236}">
                <a16:creationId xmlns:a16="http://schemas.microsoft.com/office/drawing/2014/main" id="{209E1867-1B57-24DA-6DCE-00ECF81B27B3}"/>
              </a:ext>
            </a:extLst>
          </p:cNvPr>
          <p:cNvSpPr/>
          <p:nvPr/>
        </p:nvSpPr>
        <p:spPr bwMode="auto">
          <a:xfrm>
            <a:off x="11304685" y="1370953"/>
            <a:ext cx="309867" cy="584775"/>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86031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物化模型执行流程</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2020562" y="1046897"/>
            <a:ext cx="3801261"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49" name="文本框 48">
            <a:extLst>
              <a:ext uri="{FF2B5EF4-FFF2-40B4-BE49-F238E27FC236}">
                <a16:creationId xmlns:a16="http://schemas.microsoft.com/office/drawing/2014/main" id="{F06EB309-DA5D-4D23-BBFD-5FC6549CC4A0}"/>
              </a:ext>
            </a:extLst>
          </p:cNvPr>
          <p:cNvSpPr txBox="1"/>
          <p:nvPr/>
        </p:nvSpPr>
        <p:spPr>
          <a:xfrm>
            <a:off x="3565098" y="4423810"/>
            <a:ext cx="1712580" cy="369332"/>
          </a:xfrm>
          <a:prstGeom prst="rect">
            <a:avLst/>
          </a:prstGeom>
          <a:solidFill>
            <a:schemeClr val="bg1">
              <a:lumMod val="95000"/>
            </a:schemeClr>
          </a:solidFill>
        </p:spPr>
        <p:txBody>
          <a:bodyPr wrap="squar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90BD5F9-FCE2-4755-8114-CDD73787BE2A}"/>
                  </a:ext>
                </a:extLst>
              </p:cNvPr>
              <p:cNvSpPr txBox="1"/>
              <p:nvPr/>
            </p:nvSpPr>
            <p:spPr>
              <a:xfrm>
                <a:off x="3058776" y="4035421"/>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0" name="文本框 49">
                <a:extLst>
                  <a:ext uri="{FF2B5EF4-FFF2-40B4-BE49-F238E27FC236}">
                    <a16:creationId xmlns:a16="http://schemas.microsoft.com/office/drawing/2014/main" id="{090BD5F9-FCE2-4755-8114-CDD73787BE2A}"/>
                  </a:ext>
                </a:extLst>
              </p:cNvPr>
              <p:cNvSpPr txBox="1">
                <a:spLocks noRot="1" noChangeAspect="1" noMove="1" noResize="1" noEditPoints="1" noAdjustHandles="1" noChangeArrowheads="1" noChangeShapeType="1" noTextEdit="1"/>
              </p:cNvSpPr>
              <p:nvPr/>
            </p:nvSpPr>
            <p:spPr>
              <a:xfrm>
                <a:off x="3058776" y="4035421"/>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44DCC6E-48A2-48AB-9957-5342C3C874F5}"/>
                  </a:ext>
                </a:extLst>
              </p:cNvPr>
              <p:cNvSpPr txBox="1"/>
              <p:nvPr/>
            </p:nvSpPr>
            <p:spPr>
              <a:xfrm>
                <a:off x="2492549" y="3130019"/>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1" name="文本框 50">
                <a:extLst>
                  <a:ext uri="{FF2B5EF4-FFF2-40B4-BE49-F238E27FC236}">
                    <a16:creationId xmlns:a16="http://schemas.microsoft.com/office/drawing/2014/main" id="{244DCC6E-48A2-48AB-9957-5342C3C874F5}"/>
                  </a:ext>
                </a:extLst>
              </p:cNvPr>
              <p:cNvSpPr txBox="1">
                <a:spLocks noRot="1" noChangeAspect="1" noMove="1" noResize="1" noEditPoints="1" noAdjustHandles="1" noChangeArrowheads="1" noChangeShapeType="1" noTextEdit="1"/>
              </p:cNvSpPr>
              <p:nvPr/>
            </p:nvSpPr>
            <p:spPr>
              <a:xfrm>
                <a:off x="2492549" y="3130019"/>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296D3163-1A1A-4B41-B010-D46CA54818B5}"/>
                  </a:ext>
                </a:extLst>
              </p:cNvPr>
              <p:cNvSpPr txBox="1"/>
              <p:nvPr/>
            </p:nvSpPr>
            <p:spPr>
              <a:xfrm>
                <a:off x="2540638" y="2326798"/>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2" name="文本框 51">
                <a:extLst>
                  <a:ext uri="{FF2B5EF4-FFF2-40B4-BE49-F238E27FC236}">
                    <a16:creationId xmlns:a16="http://schemas.microsoft.com/office/drawing/2014/main" id="{296D3163-1A1A-4B41-B010-D46CA54818B5}"/>
                  </a:ext>
                </a:extLst>
              </p:cNvPr>
              <p:cNvSpPr txBox="1">
                <a:spLocks noRot="1" noChangeAspect="1" noMove="1" noResize="1" noEditPoints="1" noAdjustHandles="1" noChangeArrowheads="1" noChangeShapeType="1" noTextEdit="1"/>
              </p:cNvSpPr>
              <p:nvPr/>
            </p:nvSpPr>
            <p:spPr>
              <a:xfrm>
                <a:off x="2540638" y="2326798"/>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66DD310E-0425-4910-9160-69E042545322}"/>
              </a:ext>
            </a:extLst>
          </p:cNvPr>
          <p:cNvSpPr txBox="1"/>
          <p:nvPr/>
        </p:nvSpPr>
        <p:spPr>
          <a:xfrm>
            <a:off x="3111535" y="3473069"/>
            <a:ext cx="2601994"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54" name="文本框 53">
            <a:extLst>
              <a:ext uri="{FF2B5EF4-FFF2-40B4-BE49-F238E27FC236}">
                <a16:creationId xmlns:a16="http://schemas.microsoft.com/office/drawing/2014/main" id="{60A04672-D1E6-45D7-945F-CF0BA678BC9F}"/>
              </a:ext>
            </a:extLst>
          </p:cNvPr>
          <p:cNvSpPr txBox="1"/>
          <p:nvPr/>
        </p:nvSpPr>
        <p:spPr>
          <a:xfrm>
            <a:off x="3111535" y="2689037"/>
            <a:ext cx="2138727"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55" name="直接箭头连接符 54">
            <a:extLst>
              <a:ext uri="{FF2B5EF4-FFF2-40B4-BE49-F238E27FC236}">
                <a16:creationId xmlns:a16="http://schemas.microsoft.com/office/drawing/2014/main" id="{35F104C9-1B38-4F36-A804-C0C5FDF08B9B}"/>
              </a:ext>
            </a:extLst>
          </p:cNvPr>
          <p:cNvCxnSpPr>
            <a:cxnSpLocks/>
            <a:stCxn id="60" idx="1"/>
          </p:cNvCxnSpPr>
          <p:nvPr/>
        </p:nvCxnSpPr>
        <p:spPr>
          <a:xfrm flipV="1">
            <a:off x="2055442" y="3798038"/>
            <a:ext cx="715121"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直接箭头连接符 55">
            <a:extLst>
              <a:ext uri="{FF2B5EF4-FFF2-40B4-BE49-F238E27FC236}">
                <a16:creationId xmlns:a16="http://schemas.microsoft.com/office/drawing/2014/main" id="{E1667C7A-CBA5-4648-BE0D-FEB31DE86845}"/>
              </a:ext>
            </a:extLst>
          </p:cNvPr>
          <p:cNvCxnSpPr>
            <a:cxnSpLocks/>
          </p:cNvCxnSpPr>
          <p:nvPr/>
        </p:nvCxnSpPr>
        <p:spPr>
          <a:xfrm flipH="1" flipV="1">
            <a:off x="3066253" y="3798037"/>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7" name="直接箭头连接符 56">
            <a:extLst>
              <a:ext uri="{FF2B5EF4-FFF2-40B4-BE49-F238E27FC236}">
                <a16:creationId xmlns:a16="http://schemas.microsoft.com/office/drawing/2014/main" id="{BC73193F-C3E6-4C2F-8CDE-95E0D1E7678E}"/>
              </a:ext>
            </a:extLst>
          </p:cNvPr>
          <p:cNvCxnSpPr>
            <a:cxnSpLocks/>
            <a:stCxn id="59" idx="1"/>
          </p:cNvCxnSpPr>
          <p:nvPr/>
        </p:nvCxnSpPr>
        <p:spPr>
          <a:xfrm flipH="1" flipV="1">
            <a:off x="3521746" y="4691222"/>
            <a:ext cx="214568"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直接箭头连接符 57">
            <a:extLst>
              <a:ext uri="{FF2B5EF4-FFF2-40B4-BE49-F238E27FC236}">
                <a16:creationId xmlns:a16="http://schemas.microsoft.com/office/drawing/2014/main" id="{6FB4465E-A9BE-433A-95F3-EC0E29335D2E}"/>
              </a:ext>
            </a:extLst>
          </p:cNvPr>
          <p:cNvCxnSpPr>
            <a:cxnSpLocks/>
          </p:cNvCxnSpPr>
          <p:nvPr/>
        </p:nvCxnSpPr>
        <p:spPr>
          <a:xfrm flipV="1">
            <a:off x="2910291" y="2987248"/>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59" name="圆柱形 58">
            <a:extLst>
              <a:ext uri="{FF2B5EF4-FFF2-40B4-BE49-F238E27FC236}">
                <a16:creationId xmlns:a16="http://schemas.microsoft.com/office/drawing/2014/main" id="{5E5D7ED8-5767-442C-B9AD-FC382FAD932C}"/>
              </a:ext>
            </a:extLst>
          </p:cNvPr>
          <p:cNvSpPr/>
          <p:nvPr/>
        </p:nvSpPr>
        <p:spPr>
          <a:xfrm>
            <a:off x="3175476" y="5376394"/>
            <a:ext cx="1121676"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60" name="圆柱形 59">
            <a:extLst>
              <a:ext uri="{FF2B5EF4-FFF2-40B4-BE49-F238E27FC236}">
                <a16:creationId xmlns:a16="http://schemas.microsoft.com/office/drawing/2014/main" id="{A4A934CE-5DDE-45F5-AB66-92E0F65729A2}"/>
              </a:ext>
            </a:extLst>
          </p:cNvPr>
          <p:cNvSpPr/>
          <p:nvPr/>
        </p:nvSpPr>
        <p:spPr>
          <a:xfrm>
            <a:off x="1495425" y="5376394"/>
            <a:ext cx="1120033"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0D91E0B6-3385-4116-AE41-D366C171DAA8}"/>
                  </a:ext>
                </a:extLst>
              </p:cNvPr>
              <p:cNvSpPr txBox="1"/>
              <p:nvPr/>
            </p:nvSpPr>
            <p:spPr>
              <a:xfrm>
                <a:off x="6857744" y="771740"/>
                <a:ext cx="4423170"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1" name="文本框 60">
                <a:extLst>
                  <a:ext uri="{FF2B5EF4-FFF2-40B4-BE49-F238E27FC236}">
                    <a16:creationId xmlns:a16="http://schemas.microsoft.com/office/drawing/2014/main" xmlns:a14="http://schemas.microsoft.com/office/drawing/2010/main" xmlns="" id="{0D91E0B6-3385-4116-AE41-D366C171DAA8}"/>
                  </a:ext>
                </a:extLst>
              </p:cNvPr>
              <p:cNvSpPr txBox="1">
                <a:spLocks noRot="1" noChangeAspect="1" noMove="1" noResize="1" noEditPoints="1" noAdjustHandles="1" noChangeArrowheads="1" noChangeShapeType="1" noTextEdit="1"/>
              </p:cNvSpPr>
              <p:nvPr/>
            </p:nvSpPr>
            <p:spPr>
              <a:xfrm>
                <a:off x="6857744" y="771740"/>
                <a:ext cx="4423170" cy="1077218"/>
              </a:xfrm>
              <a:prstGeom prst="rect">
                <a:avLst/>
              </a:prstGeom>
              <a:blipFill rotWithShape="0">
                <a:blip r:embed="rId6"/>
                <a:stretch>
                  <a:fillRect l="-826" t="-1705" b="-6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180428FE-EF4D-4EF2-8E55-949ABF79F460}"/>
                  </a:ext>
                </a:extLst>
              </p:cNvPr>
              <p:cNvSpPr txBox="1"/>
              <p:nvPr/>
            </p:nvSpPr>
            <p:spPr>
              <a:xfrm>
                <a:off x="6857744" y="1954954"/>
                <a:ext cx="4423169" cy="1569660"/>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2" name="文本框 61">
                <a:extLst>
                  <a:ext uri="{FF2B5EF4-FFF2-40B4-BE49-F238E27FC236}">
                    <a16:creationId xmlns:a16="http://schemas.microsoft.com/office/drawing/2014/main" xmlns:a14="http://schemas.microsoft.com/office/drawing/2010/main" xmlns="" id="{180428FE-EF4D-4EF2-8E55-949ABF79F460}"/>
                  </a:ext>
                </a:extLst>
              </p:cNvPr>
              <p:cNvSpPr txBox="1">
                <a:spLocks noRot="1" noChangeAspect="1" noMove="1" noResize="1" noEditPoints="1" noAdjustHandles="1" noChangeArrowheads="1" noChangeShapeType="1" noTextEdit="1"/>
              </p:cNvSpPr>
              <p:nvPr/>
            </p:nvSpPr>
            <p:spPr>
              <a:xfrm>
                <a:off x="6857744" y="1954954"/>
                <a:ext cx="4423169" cy="1569660"/>
              </a:xfrm>
              <a:prstGeom prst="rect">
                <a:avLst/>
              </a:prstGeom>
              <a:blipFill rotWithShape="0">
                <a:blip r:embed="rId7"/>
                <a:stretch>
                  <a:fillRect l="-826" t="-1167" b="-42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2E94769C-191B-42CE-84A8-B90663697134}"/>
                  </a:ext>
                </a:extLst>
              </p:cNvPr>
              <p:cNvSpPr txBox="1"/>
              <p:nvPr/>
            </p:nvSpPr>
            <p:spPr>
              <a:xfrm>
                <a:off x="6857745" y="3681806"/>
                <a:ext cx="4423168" cy="1077218"/>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3" name="文本框 62">
                <a:extLst>
                  <a:ext uri="{FF2B5EF4-FFF2-40B4-BE49-F238E27FC236}">
                    <a16:creationId xmlns:a16="http://schemas.microsoft.com/office/drawing/2014/main" id="{2E94769C-191B-42CE-84A8-B90663697134}"/>
                  </a:ext>
                </a:extLst>
              </p:cNvPr>
              <p:cNvSpPr txBox="1">
                <a:spLocks noRot="1" noChangeAspect="1" noMove="1" noResize="1" noEditPoints="1" noAdjustHandles="1" noChangeArrowheads="1" noChangeShapeType="1" noTextEdit="1"/>
              </p:cNvSpPr>
              <p:nvPr/>
            </p:nvSpPr>
            <p:spPr>
              <a:xfrm>
                <a:off x="6857745" y="3681806"/>
                <a:ext cx="4423168" cy="1077218"/>
              </a:xfrm>
              <a:prstGeom prst="rect">
                <a:avLst/>
              </a:prstGeom>
              <a:blipFill>
                <a:blip r:embed="rId8"/>
                <a:stretch>
                  <a:fillRect l="-826"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61634F2E-0DD2-4FFF-B2DA-2FFEF903572D}"/>
                  </a:ext>
                </a:extLst>
              </p:cNvPr>
              <p:cNvSpPr txBox="1"/>
              <p:nvPr/>
            </p:nvSpPr>
            <p:spPr>
              <a:xfrm>
                <a:off x="6857744" y="4845142"/>
                <a:ext cx="4423167" cy="830997"/>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4" name="文本框 63">
                <a:extLst>
                  <a:ext uri="{FF2B5EF4-FFF2-40B4-BE49-F238E27FC236}">
                    <a16:creationId xmlns:a16="http://schemas.microsoft.com/office/drawing/2014/main" id="{61634F2E-0DD2-4FFF-B2DA-2FFEF903572D}"/>
                  </a:ext>
                </a:extLst>
              </p:cNvPr>
              <p:cNvSpPr txBox="1">
                <a:spLocks noRot="1" noChangeAspect="1" noMove="1" noResize="1" noEditPoints="1" noAdjustHandles="1" noChangeArrowheads="1" noChangeShapeType="1" noTextEdit="1"/>
              </p:cNvSpPr>
              <p:nvPr/>
            </p:nvSpPr>
            <p:spPr>
              <a:xfrm>
                <a:off x="6857744" y="4845142"/>
                <a:ext cx="4423167" cy="830997"/>
              </a:xfrm>
              <a:prstGeom prst="rect">
                <a:avLst/>
              </a:prstGeom>
              <a:blipFill>
                <a:blip r:embed="rId9"/>
                <a:stretch>
                  <a:fillRect l="-826" t="-2206" b="-88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B9428F08-F45F-401F-9451-D84D034353FF}"/>
                  </a:ext>
                </a:extLst>
              </p:cNvPr>
              <p:cNvSpPr txBox="1"/>
              <p:nvPr/>
            </p:nvSpPr>
            <p:spPr>
              <a:xfrm>
                <a:off x="6857745" y="5790309"/>
                <a:ext cx="4423166" cy="830997"/>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5" name="文本框 64">
                <a:extLst>
                  <a:ext uri="{FF2B5EF4-FFF2-40B4-BE49-F238E27FC236}">
                    <a16:creationId xmlns:a16="http://schemas.microsoft.com/office/drawing/2014/main" id="{B9428F08-F45F-401F-9451-D84D034353FF}"/>
                  </a:ext>
                </a:extLst>
              </p:cNvPr>
              <p:cNvSpPr txBox="1">
                <a:spLocks noRot="1" noChangeAspect="1" noMove="1" noResize="1" noEditPoints="1" noAdjustHandles="1" noChangeArrowheads="1" noChangeShapeType="1" noTextEdit="1"/>
              </p:cNvSpPr>
              <p:nvPr/>
            </p:nvSpPr>
            <p:spPr>
              <a:xfrm>
                <a:off x="6857745" y="5790309"/>
                <a:ext cx="4423166" cy="830997"/>
              </a:xfrm>
              <a:prstGeom prst="rect">
                <a:avLst/>
              </a:prstGeom>
              <a:blipFill>
                <a:blip r:embed="rId10"/>
                <a:stretch>
                  <a:fillRect l="-826" t="-2206" b="-8824"/>
                </a:stretch>
              </a:blipFill>
            </p:spPr>
            <p:txBody>
              <a:bodyPr/>
              <a:lstStyle/>
              <a:p>
                <a:r>
                  <a:rPr lang="zh-CN" altLang="en-US">
                    <a:noFill/>
                  </a:rPr>
                  <a:t> </a:t>
                </a:r>
              </a:p>
            </p:txBody>
          </p:sp>
        </mc:Fallback>
      </mc:AlternateContent>
      <p:cxnSp>
        <p:nvCxnSpPr>
          <p:cNvPr id="66" name="直接连接符 65">
            <a:extLst>
              <a:ext uri="{FF2B5EF4-FFF2-40B4-BE49-F238E27FC236}">
                <a16:creationId xmlns:a16="http://schemas.microsoft.com/office/drawing/2014/main" id="{DDAB32EA-89CD-4781-BC3D-0D8F3A40BD64}"/>
              </a:ext>
            </a:extLst>
          </p:cNvPr>
          <p:cNvCxnSpPr>
            <a:cxnSpLocks/>
            <a:stCxn id="54" idx="3"/>
            <a:endCxn id="61" idx="1"/>
          </p:cNvCxnSpPr>
          <p:nvPr/>
        </p:nvCxnSpPr>
        <p:spPr bwMode="auto">
          <a:xfrm flipV="1">
            <a:off x="5250262" y="1310349"/>
            <a:ext cx="1607482" cy="1563354"/>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68" name="直接连接符 67">
            <a:extLst>
              <a:ext uri="{FF2B5EF4-FFF2-40B4-BE49-F238E27FC236}">
                <a16:creationId xmlns:a16="http://schemas.microsoft.com/office/drawing/2014/main" id="{13093B0C-D512-4D4E-B916-155603A4E103}"/>
              </a:ext>
            </a:extLst>
          </p:cNvPr>
          <p:cNvCxnSpPr>
            <a:cxnSpLocks/>
            <a:stCxn id="53" idx="3"/>
            <a:endCxn id="62" idx="1"/>
          </p:cNvCxnSpPr>
          <p:nvPr/>
        </p:nvCxnSpPr>
        <p:spPr bwMode="auto">
          <a:xfrm flipV="1">
            <a:off x="5713529" y="2739784"/>
            <a:ext cx="1144215" cy="917951"/>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0" name="直接连接符 69">
            <a:extLst>
              <a:ext uri="{FF2B5EF4-FFF2-40B4-BE49-F238E27FC236}">
                <a16:creationId xmlns:a16="http://schemas.microsoft.com/office/drawing/2014/main" id="{AD8877D9-C0EC-4059-8467-37BEE02F2B52}"/>
              </a:ext>
            </a:extLst>
          </p:cNvPr>
          <p:cNvCxnSpPr>
            <a:cxnSpLocks/>
            <a:stCxn id="49" idx="3"/>
            <a:endCxn id="63" idx="1"/>
          </p:cNvCxnSpPr>
          <p:nvPr/>
        </p:nvCxnSpPr>
        <p:spPr bwMode="auto">
          <a:xfrm flipV="1">
            <a:off x="5277678" y="4220415"/>
            <a:ext cx="1580067" cy="388061"/>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2" name="直接连接符 71">
            <a:extLst>
              <a:ext uri="{FF2B5EF4-FFF2-40B4-BE49-F238E27FC236}">
                <a16:creationId xmlns:a16="http://schemas.microsoft.com/office/drawing/2014/main" id="{2060EB7E-90BF-45C4-BA9C-D4859753514F}"/>
              </a:ext>
            </a:extLst>
          </p:cNvPr>
          <p:cNvCxnSpPr>
            <a:cxnSpLocks/>
            <a:stCxn id="59" idx="4"/>
            <a:endCxn id="64" idx="1"/>
          </p:cNvCxnSpPr>
          <p:nvPr/>
        </p:nvCxnSpPr>
        <p:spPr bwMode="auto">
          <a:xfrm flipV="1">
            <a:off x="4297152" y="5260641"/>
            <a:ext cx="2560592" cy="36070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4" name="连接符: 肘形 73">
            <a:extLst>
              <a:ext uri="{FF2B5EF4-FFF2-40B4-BE49-F238E27FC236}">
                <a16:creationId xmlns:a16="http://schemas.microsoft.com/office/drawing/2014/main" id="{E38B0A44-A9C0-4A95-B627-85D480C9D22C}"/>
              </a:ext>
            </a:extLst>
          </p:cNvPr>
          <p:cNvCxnSpPr>
            <a:cxnSpLocks/>
            <a:stCxn id="60" idx="3"/>
            <a:endCxn id="65" idx="1"/>
          </p:cNvCxnSpPr>
          <p:nvPr/>
        </p:nvCxnSpPr>
        <p:spPr bwMode="auto">
          <a:xfrm rot="16200000" flipH="1">
            <a:off x="4286839" y="3634901"/>
            <a:ext cx="339509" cy="4802303"/>
          </a:xfrm>
          <a:prstGeom prst="bentConnector2">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3" name="灯片编号占位符 2">
            <a:extLst>
              <a:ext uri="{FF2B5EF4-FFF2-40B4-BE49-F238E27FC236}">
                <a16:creationId xmlns:a16="http://schemas.microsoft.com/office/drawing/2014/main" id="{5C2B152A-F7AB-4374-89B1-FE872F7E1BE7}"/>
              </a:ext>
            </a:extLst>
          </p:cNvPr>
          <p:cNvSpPr>
            <a:spLocks noGrp="1"/>
          </p:cNvSpPr>
          <p:nvPr>
            <p:ph type="sldNum" sz="quarter" idx="12"/>
          </p:nvPr>
        </p:nvSpPr>
        <p:spPr/>
        <p:txBody>
          <a:bodyPr/>
          <a:lstStyle/>
          <a:p>
            <a:fld id="{4B0D34C0-35A8-654C-9FBA-7B4E017BD630}" type="slidenum">
              <a:rPr lang="en-US" altLang="zh-CN" smtClean="0"/>
              <a:t>28</a:t>
            </a:fld>
            <a:endParaRPr kumimoji="1" lang="zh-CN" altLang="en-US"/>
          </a:p>
        </p:txBody>
      </p:sp>
      <p:sp>
        <p:nvSpPr>
          <p:cNvPr id="4" name="页脚占位符 3">
            <a:extLst>
              <a:ext uri="{FF2B5EF4-FFF2-40B4-BE49-F238E27FC236}">
                <a16:creationId xmlns:a16="http://schemas.microsoft.com/office/drawing/2014/main" id="{B591B441-5675-FD6A-5A65-6B767BD5C847}"/>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执行器</a:t>
            </a:r>
            <a:endParaRPr kumimoji="1" lang="zh-CN" altLang="en-US" dirty="0">
              <a:latin typeface="SimHei" panose="02010609060101010101" pitchFamily="49" charset="-122"/>
              <a:ea typeface="SimHei" panose="02010609060101010101" pitchFamily="49" charset="-122"/>
            </a:endParaRPr>
          </a:p>
        </p:txBody>
      </p:sp>
      <p:sp>
        <p:nvSpPr>
          <p:cNvPr id="5" name="箭头: 右弧形 2">
            <a:extLst>
              <a:ext uri="{FF2B5EF4-FFF2-40B4-BE49-F238E27FC236}">
                <a16:creationId xmlns:a16="http://schemas.microsoft.com/office/drawing/2014/main" id="{209E1867-1B57-24DA-6DCE-00ECF81B27B3}"/>
              </a:ext>
            </a:extLst>
          </p:cNvPr>
          <p:cNvSpPr/>
          <p:nvPr/>
        </p:nvSpPr>
        <p:spPr bwMode="auto">
          <a:xfrm>
            <a:off x="11280911" y="2933108"/>
            <a:ext cx="447263" cy="3153152"/>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675457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物化模型执行流程</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2020562" y="1046897"/>
            <a:ext cx="3801261"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49" name="文本框 48">
            <a:extLst>
              <a:ext uri="{FF2B5EF4-FFF2-40B4-BE49-F238E27FC236}">
                <a16:creationId xmlns:a16="http://schemas.microsoft.com/office/drawing/2014/main" id="{F06EB309-DA5D-4D23-BBFD-5FC6549CC4A0}"/>
              </a:ext>
            </a:extLst>
          </p:cNvPr>
          <p:cNvSpPr txBox="1"/>
          <p:nvPr/>
        </p:nvSpPr>
        <p:spPr>
          <a:xfrm>
            <a:off x="3565098" y="4423810"/>
            <a:ext cx="1712580" cy="369332"/>
          </a:xfrm>
          <a:prstGeom prst="rect">
            <a:avLst/>
          </a:prstGeom>
          <a:solidFill>
            <a:schemeClr val="bg1">
              <a:lumMod val="95000"/>
            </a:schemeClr>
          </a:solidFill>
        </p:spPr>
        <p:txBody>
          <a:bodyPr wrap="squar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90BD5F9-FCE2-4755-8114-CDD73787BE2A}"/>
                  </a:ext>
                </a:extLst>
              </p:cNvPr>
              <p:cNvSpPr txBox="1"/>
              <p:nvPr/>
            </p:nvSpPr>
            <p:spPr>
              <a:xfrm>
                <a:off x="3058776" y="4035421"/>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0" name="文本框 49">
                <a:extLst>
                  <a:ext uri="{FF2B5EF4-FFF2-40B4-BE49-F238E27FC236}">
                    <a16:creationId xmlns:a16="http://schemas.microsoft.com/office/drawing/2014/main" id="{090BD5F9-FCE2-4755-8114-CDD73787BE2A}"/>
                  </a:ext>
                </a:extLst>
              </p:cNvPr>
              <p:cNvSpPr txBox="1">
                <a:spLocks noRot="1" noChangeAspect="1" noMove="1" noResize="1" noEditPoints="1" noAdjustHandles="1" noChangeArrowheads="1" noChangeShapeType="1" noTextEdit="1"/>
              </p:cNvSpPr>
              <p:nvPr/>
            </p:nvSpPr>
            <p:spPr>
              <a:xfrm>
                <a:off x="3058776" y="4035421"/>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44DCC6E-48A2-48AB-9957-5342C3C874F5}"/>
                  </a:ext>
                </a:extLst>
              </p:cNvPr>
              <p:cNvSpPr txBox="1"/>
              <p:nvPr/>
            </p:nvSpPr>
            <p:spPr>
              <a:xfrm>
                <a:off x="2492549" y="3130019"/>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1" name="文本框 50">
                <a:extLst>
                  <a:ext uri="{FF2B5EF4-FFF2-40B4-BE49-F238E27FC236}">
                    <a16:creationId xmlns:a16="http://schemas.microsoft.com/office/drawing/2014/main" id="{244DCC6E-48A2-48AB-9957-5342C3C874F5}"/>
                  </a:ext>
                </a:extLst>
              </p:cNvPr>
              <p:cNvSpPr txBox="1">
                <a:spLocks noRot="1" noChangeAspect="1" noMove="1" noResize="1" noEditPoints="1" noAdjustHandles="1" noChangeArrowheads="1" noChangeShapeType="1" noTextEdit="1"/>
              </p:cNvSpPr>
              <p:nvPr/>
            </p:nvSpPr>
            <p:spPr>
              <a:xfrm>
                <a:off x="2492549" y="3130019"/>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296D3163-1A1A-4B41-B010-D46CA54818B5}"/>
                  </a:ext>
                </a:extLst>
              </p:cNvPr>
              <p:cNvSpPr txBox="1"/>
              <p:nvPr/>
            </p:nvSpPr>
            <p:spPr>
              <a:xfrm>
                <a:off x="2540638" y="2326798"/>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2" name="文本框 51">
                <a:extLst>
                  <a:ext uri="{FF2B5EF4-FFF2-40B4-BE49-F238E27FC236}">
                    <a16:creationId xmlns:a16="http://schemas.microsoft.com/office/drawing/2014/main" id="{296D3163-1A1A-4B41-B010-D46CA54818B5}"/>
                  </a:ext>
                </a:extLst>
              </p:cNvPr>
              <p:cNvSpPr txBox="1">
                <a:spLocks noRot="1" noChangeAspect="1" noMove="1" noResize="1" noEditPoints="1" noAdjustHandles="1" noChangeArrowheads="1" noChangeShapeType="1" noTextEdit="1"/>
              </p:cNvSpPr>
              <p:nvPr/>
            </p:nvSpPr>
            <p:spPr>
              <a:xfrm>
                <a:off x="2540638" y="2326798"/>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66DD310E-0425-4910-9160-69E042545322}"/>
              </a:ext>
            </a:extLst>
          </p:cNvPr>
          <p:cNvSpPr txBox="1"/>
          <p:nvPr/>
        </p:nvSpPr>
        <p:spPr>
          <a:xfrm>
            <a:off x="3111535" y="3473069"/>
            <a:ext cx="2601994"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54" name="文本框 53">
            <a:extLst>
              <a:ext uri="{FF2B5EF4-FFF2-40B4-BE49-F238E27FC236}">
                <a16:creationId xmlns:a16="http://schemas.microsoft.com/office/drawing/2014/main" id="{60A04672-D1E6-45D7-945F-CF0BA678BC9F}"/>
              </a:ext>
            </a:extLst>
          </p:cNvPr>
          <p:cNvSpPr txBox="1"/>
          <p:nvPr/>
        </p:nvSpPr>
        <p:spPr>
          <a:xfrm>
            <a:off x="3111535" y="2689037"/>
            <a:ext cx="2138727"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55" name="直接箭头连接符 54">
            <a:extLst>
              <a:ext uri="{FF2B5EF4-FFF2-40B4-BE49-F238E27FC236}">
                <a16:creationId xmlns:a16="http://schemas.microsoft.com/office/drawing/2014/main" id="{35F104C9-1B38-4F36-A804-C0C5FDF08B9B}"/>
              </a:ext>
            </a:extLst>
          </p:cNvPr>
          <p:cNvCxnSpPr>
            <a:cxnSpLocks/>
            <a:stCxn id="60" idx="1"/>
          </p:cNvCxnSpPr>
          <p:nvPr/>
        </p:nvCxnSpPr>
        <p:spPr>
          <a:xfrm flipV="1">
            <a:off x="2093542" y="3798038"/>
            <a:ext cx="677021"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直接箭头连接符 55">
            <a:extLst>
              <a:ext uri="{FF2B5EF4-FFF2-40B4-BE49-F238E27FC236}">
                <a16:creationId xmlns:a16="http://schemas.microsoft.com/office/drawing/2014/main" id="{E1667C7A-CBA5-4648-BE0D-FEB31DE86845}"/>
              </a:ext>
            </a:extLst>
          </p:cNvPr>
          <p:cNvCxnSpPr>
            <a:cxnSpLocks/>
          </p:cNvCxnSpPr>
          <p:nvPr/>
        </p:nvCxnSpPr>
        <p:spPr>
          <a:xfrm flipH="1" flipV="1">
            <a:off x="3066253" y="3798037"/>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7" name="直接箭头连接符 56">
            <a:extLst>
              <a:ext uri="{FF2B5EF4-FFF2-40B4-BE49-F238E27FC236}">
                <a16:creationId xmlns:a16="http://schemas.microsoft.com/office/drawing/2014/main" id="{BC73193F-C3E6-4C2F-8CDE-95E0D1E7678E}"/>
              </a:ext>
            </a:extLst>
          </p:cNvPr>
          <p:cNvCxnSpPr>
            <a:cxnSpLocks/>
            <a:stCxn id="59" idx="1"/>
          </p:cNvCxnSpPr>
          <p:nvPr/>
        </p:nvCxnSpPr>
        <p:spPr>
          <a:xfrm flipH="1" flipV="1">
            <a:off x="3521747" y="4691222"/>
            <a:ext cx="218638"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直接箭头连接符 57">
            <a:extLst>
              <a:ext uri="{FF2B5EF4-FFF2-40B4-BE49-F238E27FC236}">
                <a16:creationId xmlns:a16="http://schemas.microsoft.com/office/drawing/2014/main" id="{6FB4465E-A9BE-433A-95F3-EC0E29335D2E}"/>
              </a:ext>
            </a:extLst>
          </p:cNvPr>
          <p:cNvCxnSpPr>
            <a:cxnSpLocks/>
          </p:cNvCxnSpPr>
          <p:nvPr/>
        </p:nvCxnSpPr>
        <p:spPr>
          <a:xfrm flipV="1">
            <a:off x="2910291" y="2987248"/>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59" name="圆柱形 58">
            <a:extLst>
              <a:ext uri="{FF2B5EF4-FFF2-40B4-BE49-F238E27FC236}">
                <a16:creationId xmlns:a16="http://schemas.microsoft.com/office/drawing/2014/main" id="{5E5D7ED8-5767-442C-B9AD-FC382FAD932C}"/>
              </a:ext>
            </a:extLst>
          </p:cNvPr>
          <p:cNvSpPr/>
          <p:nvPr/>
        </p:nvSpPr>
        <p:spPr>
          <a:xfrm>
            <a:off x="3183618" y="5376394"/>
            <a:ext cx="1113533"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60" name="圆柱形 59">
            <a:extLst>
              <a:ext uri="{FF2B5EF4-FFF2-40B4-BE49-F238E27FC236}">
                <a16:creationId xmlns:a16="http://schemas.microsoft.com/office/drawing/2014/main" id="{A4A934CE-5DDE-45F5-AB66-92E0F65729A2}"/>
              </a:ext>
            </a:extLst>
          </p:cNvPr>
          <p:cNvSpPr/>
          <p:nvPr/>
        </p:nvSpPr>
        <p:spPr>
          <a:xfrm>
            <a:off x="1571625" y="5376394"/>
            <a:ext cx="1043833"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0D91E0B6-3385-4116-AE41-D366C171DAA8}"/>
                  </a:ext>
                </a:extLst>
              </p:cNvPr>
              <p:cNvSpPr txBox="1"/>
              <p:nvPr/>
            </p:nvSpPr>
            <p:spPr>
              <a:xfrm>
                <a:off x="6857744" y="800315"/>
                <a:ext cx="4423170"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1" name="文本框 60">
                <a:extLst>
                  <a:ext uri="{FF2B5EF4-FFF2-40B4-BE49-F238E27FC236}">
                    <a16:creationId xmlns:a16="http://schemas.microsoft.com/office/drawing/2014/main" xmlns:a14="http://schemas.microsoft.com/office/drawing/2010/main" xmlns="" id="{0D91E0B6-3385-4116-AE41-D366C171DAA8}"/>
                  </a:ext>
                </a:extLst>
              </p:cNvPr>
              <p:cNvSpPr txBox="1">
                <a:spLocks noRot="1" noChangeAspect="1" noMove="1" noResize="1" noEditPoints="1" noAdjustHandles="1" noChangeArrowheads="1" noChangeShapeType="1" noTextEdit="1"/>
              </p:cNvSpPr>
              <p:nvPr/>
            </p:nvSpPr>
            <p:spPr>
              <a:xfrm>
                <a:off x="6857744" y="800315"/>
                <a:ext cx="4423170" cy="1077218"/>
              </a:xfrm>
              <a:prstGeom prst="rect">
                <a:avLst/>
              </a:prstGeom>
              <a:blipFill rotWithShape="0">
                <a:blip r:embed="rId6"/>
                <a:stretch>
                  <a:fillRect l="-826"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180428FE-EF4D-4EF2-8E55-949ABF79F460}"/>
                  </a:ext>
                </a:extLst>
              </p:cNvPr>
              <p:cNvSpPr txBox="1"/>
              <p:nvPr/>
            </p:nvSpPr>
            <p:spPr>
              <a:xfrm>
                <a:off x="6857744" y="1954954"/>
                <a:ext cx="4423169" cy="1569660"/>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2" name="文本框 61">
                <a:extLst>
                  <a:ext uri="{FF2B5EF4-FFF2-40B4-BE49-F238E27FC236}">
                    <a16:creationId xmlns:a16="http://schemas.microsoft.com/office/drawing/2014/main" xmlns:a14="http://schemas.microsoft.com/office/drawing/2010/main" xmlns="" id="{180428FE-EF4D-4EF2-8E55-949ABF79F460}"/>
                  </a:ext>
                </a:extLst>
              </p:cNvPr>
              <p:cNvSpPr txBox="1">
                <a:spLocks noRot="1" noChangeAspect="1" noMove="1" noResize="1" noEditPoints="1" noAdjustHandles="1" noChangeArrowheads="1" noChangeShapeType="1" noTextEdit="1"/>
              </p:cNvSpPr>
              <p:nvPr/>
            </p:nvSpPr>
            <p:spPr>
              <a:xfrm>
                <a:off x="6857744" y="1954954"/>
                <a:ext cx="4423169" cy="1569660"/>
              </a:xfrm>
              <a:prstGeom prst="rect">
                <a:avLst/>
              </a:prstGeom>
              <a:blipFill rotWithShape="0">
                <a:blip r:embed="rId7"/>
                <a:stretch>
                  <a:fillRect l="-826" t="-1167" b="-42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2E94769C-191B-42CE-84A8-B90663697134}"/>
                  </a:ext>
                </a:extLst>
              </p:cNvPr>
              <p:cNvSpPr txBox="1"/>
              <p:nvPr/>
            </p:nvSpPr>
            <p:spPr>
              <a:xfrm>
                <a:off x="6857745" y="3615131"/>
                <a:ext cx="4423168" cy="1077218"/>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3" name="文本框 62">
                <a:extLst>
                  <a:ext uri="{FF2B5EF4-FFF2-40B4-BE49-F238E27FC236}">
                    <a16:creationId xmlns:a16="http://schemas.microsoft.com/office/drawing/2014/main" id="{2E94769C-191B-42CE-84A8-B90663697134}"/>
                  </a:ext>
                </a:extLst>
              </p:cNvPr>
              <p:cNvSpPr txBox="1">
                <a:spLocks noRot="1" noChangeAspect="1" noMove="1" noResize="1" noEditPoints="1" noAdjustHandles="1" noChangeArrowheads="1" noChangeShapeType="1" noTextEdit="1"/>
              </p:cNvSpPr>
              <p:nvPr/>
            </p:nvSpPr>
            <p:spPr>
              <a:xfrm>
                <a:off x="6857745" y="3615131"/>
                <a:ext cx="4423168" cy="1077218"/>
              </a:xfrm>
              <a:prstGeom prst="rect">
                <a:avLst/>
              </a:prstGeom>
              <a:blipFill>
                <a:blip r:embed="rId8"/>
                <a:stretch>
                  <a:fillRect l="-826"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61634F2E-0DD2-4FFF-B2DA-2FFEF903572D}"/>
                  </a:ext>
                </a:extLst>
              </p:cNvPr>
              <p:cNvSpPr txBox="1"/>
              <p:nvPr/>
            </p:nvSpPr>
            <p:spPr>
              <a:xfrm>
                <a:off x="6857744" y="4778467"/>
                <a:ext cx="4423167" cy="830997"/>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4" name="文本框 63">
                <a:extLst>
                  <a:ext uri="{FF2B5EF4-FFF2-40B4-BE49-F238E27FC236}">
                    <a16:creationId xmlns:a16="http://schemas.microsoft.com/office/drawing/2014/main" id="{61634F2E-0DD2-4FFF-B2DA-2FFEF903572D}"/>
                  </a:ext>
                </a:extLst>
              </p:cNvPr>
              <p:cNvSpPr txBox="1">
                <a:spLocks noRot="1" noChangeAspect="1" noMove="1" noResize="1" noEditPoints="1" noAdjustHandles="1" noChangeArrowheads="1" noChangeShapeType="1" noTextEdit="1"/>
              </p:cNvSpPr>
              <p:nvPr/>
            </p:nvSpPr>
            <p:spPr>
              <a:xfrm>
                <a:off x="6857744" y="4778467"/>
                <a:ext cx="4423167" cy="830997"/>
              </a:xfrm>
              <a:prstGeom prst="rect">
                <a:avLst/>
              </a:prstGeom>
              <a:blipFill>
                <a:blip r:embed="rId9"/>
                <a:stretch>
                  <a:fillRect l="-826" t="-2206" b="-88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B9428F08-F45F-401F-9451-D84D034353FF}"/>
                  </a:ext>
                </a:extLst>
              </p:cNvPr>
              <p:cNvSpPr txBox="1"/>
              <p:nvPr/>
            </p:nvSpPr>
            <p:spPr>
              <a:xfrm>
                <a:off x="6857745" y="5704584"/>
                <a:ext cx="4423166" cy="830997"/>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5" name="文本框 64">
                <a:extLst>
                  <a:ext uri="{FF2B5EF4-FFF2-40B4-BE49-F238E27FC236}">
                    <a16:creationId xmlns:a16="http://schemas.microsoft.com/office/drawing/2014/main" xmlns:a14="http://schemas.microsoft.com/office/drawing/2010/main" xmlns="" id="{B9428F08-F45F-401F-9451-D84D034353FF}"/>
                  </a:ext>
                </a:extLst>
              </p:cNvPr>
              <p:cNvSpPr txBox="1">
                <a:spLocks noRot="1" noChangeAspect="1" noMove="1" noResize="1" noEditPoints="1" noAdjustHandles="1" noChangeArrowheads="1" noChangeShapeType="1" noTextEdit="1"/>
              </p:cNvSpPr>
              <p:nvPr/>
            </p:nvSpPr>
            <p:spPr>
              <a:xfrm>
                <a:off x="6857745" y="5704584"/>
                <a:ext cx="4423166" cy="830997"/>
              </a:xfrm>
              <a:prstGeom prst="rect">
                <a:avLst/>
              </a:prstGeom>
              <a:blipFill rotWithShape="0">
                <a:blip r:embed="rId10"/>
                <a:stretch>
                  <a:fillRect l="-826" t="-2206" b="-8824"/>
                </a:stretch>
              </a:blipFill>
            </p:spPr>
            <p:txBody>
              <a:bodyPr/>
              <a:lstStyle/>
              <a:p>
                <a:r>
                  <a:rPr lang="zh-CN" altLang="en-US">
                    <a:noFill/>
                  </a:rPr>
                  <a:t> </a:t>
                </a:r>
              </a:p>
            </p:txBody>
          </p:sp>
        </mc:Fallback>
      </mc:AlternateContent>
      <p:cxnSp>
        <p:nvCxnSpPr>
          <p:cNvPr id="66" name="直接连接符 65">
            <a:extLst>
              <a:ext uri="{FF2B5EF4-FFF2-40B4-BE49-F238E27FC236}">
                <a16:creationId xmlns:a16="http://schemas.microsoft.com/office/drawing/2014/main" id="{DDAB32EA-89CD-4781-BC3D-0D8F3A40BD64}"/>
              </a:ext>
            </a:extLst>
          </p:cNvPr>
          <p:cNvCxnSpPr>
            <a:cxnSpLocks/>
            <a:stCxn id="54" idx="3"/>
            <a:endCxn id="61" idx="1"/>
          </p:cNvCxnSpPr>
          <p:nvPr/>
        </p:nvCxnSpPr>
        <p:spPr bwMode="auto">
          <a:xfrm flipV="1">
            <a:off x="5250262" y="1338924"/>
            <a:ext cx="1607482" cy="1534779"/>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68" name="直接连接符 67">
            <a:extLst>
              <a:ext uri="{FF2B5EF4-FFF2-40B4-BE49-F238E27FC236}">
                <a16:creationId xmlns:a16="http://schemas.microsoft.com/office/drawing/2014/main" id="{13093B0C-D512-4D4E-B916-155603A4E103}"/>
              </a:ext>
            </a:extLst>
          </p:cNvPr>
          <p:cNvCxnSpPr>
            <a:cxnSpLocks/>
            <a:stCxn id="53" idx="3"/>
            <a:endCxn id="62" idx="1"/>
          </p:cNvCxnSpPr>
          <p:nvPr/>
        </p:nvCxnSpPr>
        <p:spPr bwMode="auto">
          <a:xfrm flipV="1">
            <a:off x="5713529" y="2739784"/>
            <a:ext cx="1144215" cy="917951"/>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0" name="直接连接符 69">
            <a:extLst>
              <a:ext uri="{FF2B5EF4-FFF2-40B4-BE49-F238E27FC236}">
                <a16:creationId xmlns:a16="http://schemas.microsoft.com/office/drawing/2014/main" id="{AD8877D9-C0EC-4059-8467-37BEE02F2B52}"/>
              </a:ext>
            </a:extLst>
          </p:cNvPr>
          <p:cNvCxnSpPr>
            <a:cxnSpLocks/>
            <a:stCxn id="49" idx="3"/>
            <a:endCxn id="63" idx="1"/>
          </p:cNvCxnSpPr>
          <p:nvPr/>
        </p:nvCxnSpPr>
        <p:spPr bwMode="auto">
          <a:xfrm flipV="1">
            <a:off x="5277678" y="4153740"/>
            <a:ext cx="1580067" cy="45473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2" name="直接连接符 71">
            <a:extLst>
              <a:ext uri="{FF2B5EF4-FFF2-40B4-BE49-F238E27FC236}">
                <a16:creationId xmlns:a16="http://schemas.microsoft.com/office/drawing/2014/main" id="{2060EB7E-90BF-45C4-BA9C-D4859753514F}"/>
              </a:ext>
            </a:extLst>
          </p:cNvPr>
          <p:cNvCxnSpPr>
            <a:cxnSpLocks/>
            <a:stCxn id="59" idx="4"/>
            <a:endCxn id="64" idx="1"/>
          </p:cNvCxnSpPr>
          <p:nvPr/>
        </p:nvCxnSpPr>
        <p:spPr bwMode="auto">
          <a:xfrm flipV="1">
            <a:off x="4297151" y="5193966"/>
            <a:ext cx="2560593" cy="427381"/>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4" name="连接符: 肘形 73">
            <a:extLst>
              <a:ext uri="{FF2B5EF4-FFF2-40B4-BE49-F238E27FC236}">
                <a16:creationId xmlns:a16="http://schemas.microsoft.com/office/drawing/2014/main" id="{E38B0A44-A9C0-4A95-B627-85D480C9D22C}"/>
              </a:ext>
            </a:extLst>
          </p:cNvPr>
          <p:cNvCxnSpPr>
            <a:cxnSpLocks/>
            <a:stCxn id="60" idx="3"/>
            <a:endCxn id="65" idx="1"/>
          </p:cNvCxnSpPr>
          <p:nvPr/>
        </p:nvCxnSpPr>
        <p:spPr bwMode="auto">
          <a:xfrm rot="16200000" flipH="1">
            <a:off x="4348751" y="3611089"/>
            <a:ext cx="253784" cy="4764203"/>
          </a:xfrm>
          <a:prstGeom prst="bentConnector2">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3" name="灯片编号占位符 2">
            <a:extLst>
              <a:ext uri="{FF2B5EF4-FFF2-40B4-BE49-F238E27FC236}">
                <a16:creationId xmlns:a16="http://schemas.microsoft.com/office/drawing/2014/main" id="{5C2B152A-F7AB-4374-89B1-FE872F7E1BE7}"/>
              </a:ext>
            </a:extLst>
          </p:cNvPr>
          <p:cNvSpPr>
            <a:spLocks noGrp="1"/>
          </p:cNvSpPr>
          <p:nvPr>
            <p:ph type="sldNum" sz="quarter" idx="12"/>
          </p:nvPr>
        </p:nvSpPr>
        <p:spPr/>
        <p:txBody>
          <a:bodyPr/>
          <a:lstStyle/>
          <a:p>
            <a:fld id="{4B0D34C0-35A8-654C-9FBA-7B4E017BD630}" type="slidenum">
              <a:rPr lang="en-US" altLang="zh-CN" smtClean="0"/>
              <a:t>29</a:t>
            </a:fld>
            <a:endParaRPr kumimoji="1" lang="zh-CN" altLang="en-US"/>
          </a:p>
        </p:txBody>
      </p:sp>
      <p:sp>
        <p:nvSpPr>
          <p:cNvPr id="4" name="页脚占位符 3">
            <a:extLst>
              <a:ext uri="{FF2B5EF4-FFF2-40B4-BE49-F238E27FC236}">
                <a16:creationId xmlns:a16="http://schemas.microsoft.com/office/drawing/2014/main" id="{B591B441-5675-FD6A-5A65-6B767BD5C847}"/>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执行器</a:t>
            </a:r>
            <a:endParaRPr kumimoji="1" lang="zh-CN" altLang="en-US" dirty="0">
              <a:latin typeface="SimHei" panose="02010609060101010101" pitchFamily="49" charset="-122"/>
              <a:ea typeface="SimHei" panose="02010609060101010101" pitchFamily="49" charset="-122"/>
            </a:endParaRPr>
          </a:p>
        </p:txBody>
      </p:sp>
      <p:sp>
        <p:nvSpPr>
          <p:cNvPr id="5" name="箭头: 右弧形 2">
            <a:extLst>
              <a:ext uri="{FF2B5EF4-FFF2-40B4-BE49-F238E27FC236}">
                <a16:creationId xmlns:a16="http://schemas.microsoft.com/office/drawing/2014/main" id="{209E1867-1B57-24DA-6DCE-00ECF81B27B3}"/>
              </a:ext>
            </a:extLst>
          </p:cNvPr>
          <p:cNvSpPr/>
          <p:nvPr/>
        </p:nvSpPr>
        <p:spPr bwMode="auto">
          <a:xfrm rot="10800000" flipH="1">
            <a:off x="11280911" y="2873703"/>
            <a:ext cx="385641" cy="3246379"/>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6AE0128-EB7C-5C3F-5AFD-53CB78405480}"/>
              </a:ext>
            </a:extLst>
          </p:cNvPr>
          <p:cNvSpPr txBox="1"/>
          <p:nvPr/>
        </p:nvSpPr>
        <p:spPr>
          <a:xfrm>
            <a:off x="11693968" y="3783313"/>
            <a:ext cx="441281" cy="1569660"/>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返回全部元组</a:t>
            </a:r>
          </a:p>
        </p:txBody>
      </p:sp>
    </p:spTree>
    <p:extLst>
      <p:ext uri="{BB962C8B-B14F-4D97-AF65-F5344CB8AC3E}">
        <p14:creationId xmlns:p14="http://schemas.microsoft.com/office/powerpoint/2010/main" val="912601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物化模型执行流程</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2020562" y="1046897"/>
            <a:ext cx="3801261"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49" name="文本框 48">
            <a:extLst>
              <a:ext uri="{FF2B5EF4-FFF2-40B4-BE49-F238E27FC236}">
                <a16:creationId xmlns:a16="http://schemas.microsoft.com/office/drawing/2014/main" id="{F06EB309-DA5D-4D23-BBFD-5FC6549CC4A0}"/>
              </a:ext>
            </a:extLst>
          </p:cNvPr>
          <p:cNvSpPr txBox="1"/>
          <p:nvPr/>
        </p:nvSpPr>
        <p:spPr>
          <a:xfrm>
            <a:off x="3565098" y="4423810"/>
            <a:ext cx="1712580" cy="369332"/>
          </a:xfrm>
          <a:prstGeom prst="rect">
            <a:avLst/>
          </a:prstGeom>
          <a:solidFill>
            <a:schemeClr val="bg1">
              <a:lumMod val="95000"/>
            </a:schemeClr>
          </a:solidFill>
        </p:spPr>
        <p:txBody>
          <a:bodyPr wrap="squar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90BD5F9-FCE2-4755-8114-CDD73787BE2A}"/>
                  </a:ext>
                </a:extLst>
              </p:cNvPr>
              <p:cNvSpPr txBox="1"/>
              <p:nvPr/>
            </p:nvSpPr>
            <p:spPr>
              <a:xfrm>
                <a:off x="3058776" y="4035421"/>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0" name="文本框 49">
                <a:extLst>
                  <a:ext uri="{FF2B5EF4-FFF2-40B4-BE49-F238E27FC236}">
                    <a16:creationId xmlns:a16="http://schemas.microsoft.com/office/drawing/2014/main" id="{090BD5F9-FCE2-4755-8114-CDD73787BE2A}"/>
                  </a:ext>
                </a:extLst>
              </p:cNvPr>
              <p:cNvSpPr txBox="1">
                <a:spLocks noRot="1" noChangeAspect="1" noMove="1" noResize="1" noEditPoints="1" noAdjustHandles="1" noChangeArrowheads="1" noChangeShapeType="1" noTextEdit="1"/>
              </p:cNvSpPr>
              <p:nvPr/>
            </p:nvSpPr>
            <p:spPr>
              <a:xfrm>
                <a:off x="3058776" y="4035421"/>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44DCC6E-48A2-48AB-9957-5342C3C874F5}"/>
                  </a:ext>
                </a:extLst>
              </p:cNvPr>
              <p:cNvSpPr txBox="1"/>
              <p:nvPr/>
            </p:nvSpPr>
            <p:spPr>
              <a:xfrm>
                <a:off x="2492549" y="3130019"/>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1" name="文本框 50">
                <a:extLst>
                  <a:ext uri="{FF2B5EF4-FFF2-40B4-BE49-F238E27FC236}">
                    <a16:creationId xmlns:a16="http://schemas.microsoft.com/office/drawing/2014/main" id="{244DCC6E-48A2-48AB-9957-5342C3C874F5}"/>
                  </a:ext>
                </a:extLst>
              </p:cNvPr>
              <p:cNvSpPr txBox="1">
                <a:spLocks noRot="1" noChangeAspect="1" noMove="1" noResize="1" noEditPoints="1" noAdjustHandles="1" noChangeArrowheads="1" noChangeShapeType="1" noTextEdit="1"/>
              </p:cNvSpPr>
              <p:nvPr/>
            </p:nvSpPr>
            <p:spPr>
              <a:xfrm>
                <a:off x="2492549" y="3130019"/>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296D3163-1A1A-4B41-B010-D46CA54818B5}"/>
                  </a:ext>
                </a:extLst>
              </p:cNvPr>
              <p:cNvSpPr txBox="1"/>
              <p:nvPr/>
            </p:nvSpPr>
            <p:spPr>
              <a:xfrm>
                <a:off x="2540638" y="2326798"/>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2" name="文本框 51">
                <a:extLst>
                  <a:ext uri="{FF2B5EF4-FFF2-40B4-BE49-F238E27FC236}">
                    <a16:creationId xmlns:a16="http://schemas.microsoft.com/office/drawing/2014/main" id="{296D3163-1A1A-4B41-B010-D46CA54818B5}"/>
                  </a:ext>
                </a:extLst>
              </p:cNvPr>
              <p:cNvSpPr txBox="1">
                <a:spLocks noRot="1" noChangeAspect="1" noMove="1" noResize="1" noEditPoints="1" noAdjustHandles="1" noChangeArrowheads="1" noChangeShapeType="1" noTextEdit="1"/>
              </p:cNvSpPr>
              <p:nvPr/>
            </p:nvSpPr>
            <p:spPr>
              <a:xfrm>
                <a:off x="2540638" y="2326798"/>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66DD310E-0425-4910-9160-69E042545322}"/>
              </a:ext>
            </a:extLst>
          </p:cNvPr>
          <p:cNvSpPr txBox="1"/>
          <p:nvPr/>
        </p:nvSpPr>
        <p:spPr>
          <a:xfrm>
            <a:off x="3111535" y="3473069"/>
            <a:ext cx="2601994"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54" name="文本框 53">
            <a:extLst>
              <a:ext uri="{FF2B5EF4-FFF2-40B4-BE49-F238E27FC236}">
                <a16:creationId xmlns:a16="http://schemas.microsoft.com/office/drawing/2014/main" id="{60A04672-D1E6-45D7-945F-CF0BA678BC9F}"/>
              </a:ext>
            </a:extLst>
          </p:cNvPr>
          <p:cNvSpPr txBox="1"/>
          <p:nvPr/>
        </p:nvSpPr>
        <p:spPr>
          <a:xfrm>
            <a:off x="3111535" y="2689037"/>
            <a:ext cx="2138727"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55" name="直接箭头连接符 54">
            <a:extLst>
              <a:ext uri="{FF2B5EF4-FFF2-40B4-BE49-F238E27FC236}">
                <a16:creationId xmlns:a16="http://schemas.microsoft.com/office/drawing/2014/main" id="{35F104C9-1B38-4F36-A804-C0C5FDF08B9B}"/>
              </a:ext>
            </a:extLst>
          </p:cNvPr>
          <p:cNvCxnSpPr>
            <a:cxnSpLocks/>
            <a:stCxn id="60" idx="1"/>
          </p:cNvCxnSpPr>
          <p:nvPr/>
        </p:nvCxnSpPr>
        <p:spPr>
          <a:xfrm flipV="1">
            <a:off x="2064967" y="3798038"/>
            <a:ext cx="705596"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直接箭头连接符 55">
            <a:extLst>
              <a:ext uri="{FF2B5EF4-FFF2-40B4-BE49-F238E27FC236}">
                <a16:creationId xmlns:a16="http://schemas.microsoft.com/office/drawing/2014/main" id="{E1667C7A-CBA5-4648-BE0D-FEB31DE86845}"/>
              </a:ext>
            </a:extLst>
          </p:cNvPr>
          <p:cNvCxnSpPr>
            <a:cxnSpLocks/>
          </p:cNvCxnSpPr>
          <p:nvPr/>
        </p:nvCxnSpPr>
        <p:spPr>
          <a:xfrm flipH="1" flipV="1">
            <a:off x="3066253" y="3798037"/>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7" name="直接箭头连接符 56">
            <a:extLst>
              <a:ext uri="{FF2B5EF4-FFF2-40B4-BE49-F238E27FC236}">
                <a16:creationId xmlns:a16="http://schemas.microsoft.com/office/drawing/2014/main" id="{BC73193F-C3E6-4C2F-8CDE-95E0D1E7678E}"/>
              </a:ext>
            </a:extLst>
          </p:cNvPr>
          <p:cNvCxnSpPr>
            <a:cxnSpLocks/>
            <a:stCxn id="59" idx="1"/>
          </p:cNvCxnSpPr>
          <p:nvPr/>
        </p:nvCxnSpPr>
        <p:spPr>
          <a:xfrm flipH="1" flipV="1">
            <a:off x="3521747" y="4691222"/>
            <a:ext cx="224914"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直接箭头连接符 57">
            <a:extLst>
              <a:ext uri="{FF2B5EF4-FFF2-40B4-BE49-F238E27FC236}">
                <a16:creationId xmlns:a16="http://schemas.microsoft.com/office/drawing/2014/main" id="{6FB4465E-A9BE-433A-95F3-EC0E29335D2E}"/>
              </a:ext>
            </a:extLst>
          </p:cNvPr>
          <p:cNvCxnSpPr>
            <a:cxnSpLocks/>
          </p:cNvCxnSpPr>
          <p:nvPr/>
        </p:nvCxnSpPr>
        <p:spPr>
          <a:xfrm flipV="1">
            <a:off x="2910291" y="2987248"/>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59" name="圆柱形 58">
            <a:extLst>
              <a:ext uri="{FF2B5EF4-FFF2-40B4-BE49-F238E27FC236}">
                <a16:creationId xmlns:a16="http://schemas.microsoft.com/office/drawing/2014/main" id="{5E5D7ED8-5767-442C-B9AD-FC382FAD932C}"/>
              </a:ext>
            </a:extLst>
          </p:cNvPr>
          <p:cNvSpPr/>
          <p:nvPr/>
        </p:nvSpPr>
        <p:spPr>
          <a:xfrm>
            <a:off x="3196170" y="5376394"/>
            <a:ext cx="1100982"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60" name="圆柱形 59">
            <a:extLst>
              <a:ext uri="{FF2B5EF4-FFF2-40B4-BE49-F238E27FC236}">
                <a16:creationId xmlns:a16="http://schemas.microsoft.com/office/drawing/2014/main" id="{A4A934CE-5DDE-45F5-AB66-92E0F65729A2}"/>
              </a:ext>
            </a:extLst>
          </p:cNvPr>
          <p:cNvSpPr/>
          <p:nvPr/>
        </p:nvSpPr>
        <p:spPr>
          <a:xfrm>
            <a:off x="1514475" y="5376394"/>
            <a:ext cx="1100983"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0D91E0B6-3385-4116-AE41-D366C171DAA8}"/>
                  </a:ext>
                </a:extLst>
              </p:cNvPr>
              <p:cNvSpPr txBox="1"/>
              <p:nvPr/>
            </p:nvSpPr>
            <p:spPr>
              <a:xfrm>
                <a:off x="6857744" y="847940"/>
                <a:ext cx="4423170"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1" name="文本框 60">
                <a:extLst>
                  <a:ext uri="{FF2B5EF4-FFF2-40B4-BE49-F238E27FC236}">
                    <a16:creationId xmlns:a16="http://schemas.microsoft.com/office/drawing/2014/main" xmlns:a14="http://schemas.microsoft.com/office/drawing/2010/main" xmlns="" id="{0D91E0B6-3385-4116-AE41-D366C171DAA8}"/>
                  </a:ext>
                </a:extLst>
              </p:cNvPr>
              <p:cNvSpPr txBox="1">
                <a:spLocks noRot="1" noChangeAspect="1" noMove="1" noResize="1" noEditPoints="1" noAdjustHandles="1" noChangeArrowheads="1" noChangeShapeType="1" noTextEdit="1"/>
              </p:cNvSpPr>
              <p:nvPr/>
            </p:nvSpPr>
            <p:spPr>
              <a:xfrm>
                <a:off x="6857744" y="847940"/>
                <a:ext cx="4423170" cy="1077218"/>
              </a:xfrm>
              <a:prstGeom prst="rect">
                <a:avLst/>
              </a:prstGeom>
              <a:blipFill rotWithShape="0">
                <a:blip r:embed="rId6"/>
                <a:stretch>
                  <a:fillRect l="-826"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180428FE-EF4D-4EF2-8E55-949ABF79F460}"/>
                  </a:ext>
                </a:extLst>
              </p:cNvPr>
              <p:cNvSpPr txBox="1"/>
              <p:nvPr/>
            </p:nvSpPr>
            <p:spPr>
              <a:xfrm>
                <a:off x="6857744" y="2021629"/>
                <a:ext cx="4423169" cy="1569660"/>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2" name="文本框 61">
                <a:extLst>
                  <a:ext uri="{FF2B5EF4-FFF2-40B4-BE49-F238E27FC236}">
                    <a16:creationId xmlns:a16="http://schemas.microsoft.com/office/drawing/2014/main" xmlns:a14="http://schemas.microsoft.com/office/drawing/2010/main" xmlns="" id="{180428FE-EF4D-4EF2-8E55-949ABF79F460}"/>
                  </a:ext>
                </a:extLst>
              </p:cNvPr>
              <p:cNvSpPr txBox="1">
                <a:spLocks noRot="1" noChangeAspect="1" noMove="1" noResize="1" noEditPoints="1" noAdjustHandles="1" noChangeArrowheads="1" noChangeShapeType="1" noTextEdit="1"/>
              </p:cNvSpPr>
              <p:nvPr/>
            </p:nvSpPr>
            <p:spPr>
              <a:xfrm>
                <a:off x="6857744" y="2021629"/>
                <a:ext cx="4423169" cy="1569660"/>
              </a:xfrm>
              <a:prstGeom prst="rect">
                <a:avLst/>
              </a:prstGeom>
              <a:blipFill rotWithShape="0">
                <a:blip r:embed="rId7"/>
                <a:stretch>
                  <a:fillRect l="-826" t="-1167" b="-42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2E94769C-191B-42CE-84A8-B90663697134}"/>
                  </a:ext>
                </a:extLst>
              </p:cNvPr>
              <p:cNvSpPr txBox="1"/>
              <p:nvPr/>
            </p:nvSpPr>
            <p:spPr>
              <a:xfrm>
                <a:off x="6857744" y="3681806"/>
                <a:ext cx="4423168" cy="1077218"/>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3" name="文本框 62">
                <a:extLst>
                  <a:ext uri="{FF2B5EF4-FFF2-40B4-BE49-F238E27FC236}">
                    <a16:creationId xmlns:a16="http://schemas.microsoft.com/office/drawing/2014/main" id="{2E94769C-191B-42CE-84A8-B90663697134}"/>
                  </a:ext>
                </a:extLst>
              </p:cNvPr>
              <p:cNvSpPr txBox="1">
                <a:spLocks noRot="1" noChangeAspect="1" noMove="1" noResize="1" noEditPoints="1" noAdjustHandles="1" noChangeArrowheads="1" noChangeShapeType="1" noTextEdit="1"/>
              </p:cNvSpPr>
              <p:nvPr/>
            </p:nvSpPr>
            <p:spPr>
              <a:xfrm>
                <a:off x="6857744" y="3681806"/>
                <a:ext cx="4423168" cy="1077218"/>
              </a:xfrm>
              <a:prstGeom prst="rect">
                <a:avLst/>
              </a:prstGeom>
              <a:blipFill>
                <a:blip r:embed="rId8"/>
                <a:stretch>
                  <a:fillRect l="-826"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61634F2E-0DD2-4FFF-B2DA-2FFEF903572D}"/>
                  </a:ext>
                </a:extLst>
              </p:cNvPr>
              <p:cNvSpPr txBox="1"/>
              <p:nvPr/>
            </p:nvSpPr>
            <p:spPr>
              <a:xfrm>
                <a:off x="6857744" y="4845142"/>
                <a:ext cx="4423167" cy="830997"/>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4" name="文本框 63">
                <a:extLst>
                  <a:ext uri="{FF2B5EF4-FFF2-40B4-BE49-F238E27FC236}">
                    <a16:creationId xmlns:a16="http://schemas.microsoft.com/office/drawing/2014/main" id="{61634F2E-0DD2-4FFF-B2DA-2FFEF903572D}"/>
                  </a:ext>
                </a:extLst>
              </p:cNvPr>
              <p:cNvSpPr txBox="1">
                <a:spLocks noRot="1" noChangeAspect="1" noMove="1" noResize="1" noEditPoints="1" noAdjustHandles="1" noChangeArrowheads="1" noChangeShapeType="1" noTextEdit="1"/>
              </p:cNvSpPr>
              <p:nvPr/>
            </p:nvSpPr>
            <p:spPr>
              <a:xfrm>
                <a:off x="6857744" y="4845142"/>
                <a:ext cx="4423167" cy="830997"/>
              </a:xfrm>
              <a:prstGeom prst="rect">
                <a:avLst/>
              </a:prstGeom>
              <a:blipFill>
                <a:blip r:embed="rId9"/>
                <a:stretch>
                  <a:fillRect l="-826" t="-2206" b="-88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B9428F08-F45F-401F-9451-D84D034353FF}"/>
                  </a:ext>
                </a:extLst>
              </p:cNvPr>
              <p:cNvSpPr txBox="1"/>
              <p:nvPr/>
            </p:nvSpPr>
            <p:spPr>
              <a:xfrm>
                <a:off x="6857744" y="5771259"/>
                <a:ext cx="4423166" cy="830997"/>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5" name="文本框 64">
                <a:extLst>
                  <a:ext uri="{FF2B5EF4-FFF2-40B4-BE49-F238E27FC236}">
                    <a16:creationId xmlns:a16="http://schemas.microsoft.com/office/drawing/2014/main" xmlns:a14="http://schemas.microsoft.com/office/drawing/2010/main" xmlns="" id="{B9428F08-F45F-401F-9451-D84D034353FF}"/>
                  </a:ext>
                </a:extLst>
              </p:cNvPr>
              <p:cNvSpPr txBox="1">
                <a:spLocks noRot="1" noChangeAspect="1" noMove="1" noResize="1" noEditPoints="1" noAdjustHandles="1" noChangeArrowheads="1" noChangeShapeType="1" noTextEdit="1"/>
              </p:cNvSpPr>
              <p:nvPr/>
            </p:nvSpPr>
            <p:spPr>
              <a:xfrm>
                <a:off x="6857744" y="5771259"/>
                <a:ext cx="4423166" cy="830997"/>
              </a:xfrm>
              <a:prstGeom prst="rect">
                <a:avLst/>
              </a:prstGeom>
              <a:blipFill rotWithShape="0">
                <a:blip r:embed="rId10"/>
                <a:stretch>
                  <a:fillRect l="-826" t="-2206" b="-8824"/>
                </a:stretch>
              </a:blipFill>
            </p:spPr>
            <p:txBody>
              <a:bodyPr/>
              <a:lstStyle/>
              <a:p>
                <a:r>
                  <a:rPr lang="zh-CN" altLang="en-US">
                    <a:noFill/>
                  </a:rPr>
                  <a:t> </a:t>
                </a:r>
              </a:p>
            </p:txBody>
          </p:sp>
        </mc:Fallback>
      </mc:AlternateContent>
      <p:cxnSp>
        <p:nvCxnSpPr>
          <p:cNvPr id="66" name="直接连接符 65">
            <a:extLst>
              <a:ext uri="{FF2B5EF4-FFF2-40B4-BE49-F238E27FC236}">
                <a16:creationId xmlns:a16="http://schemas.microsoft.com/office/drawing/2014/main" id="{DDAB32EA-89CD-4781-BC3D-0D8F3A40BD64}"/>
              </a:ext>
            </a:extLst>
          </p:cNvPr>
          <p:cNvCxnSpPr>
            <a:cxnSpLocks/>
            <a:stCxn id="54" idx="3"/>
            <a:endCxn id="61" idx="1"/>
          </p:cNvCxnSpPr>
          <p:nvPr/>
        </p:nvCxnSpPr>
        <p:spPr bwMode="auto">
          <a:xfrm flipV="1">
            <a:off x="5250262" y="1386549"/>
            <a:ext cx="1607482" cy="1487154"/>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68" name="直接连接符 67">
            <a:extLst>
              <a:ext uri="{FF2B5EF4-FFF2-40B4-BE49-F238E27FC236}">
                <a16:creationId xmlns:a16="http://schemas.microsoft.com/office/drawing/2014/main" id="{13093B0C-D512-4D4E-B916-155603A4E103}"/>
              </a:ext>
            </a:extLst>
          </p:cNvPr>
          <p:cNvCxnSpPr>
            <a:cxnSpLocks/>
            <a:stCxn id="53" idx="3"/>
            <a:endCxn id="62" idx="1"/>
          </p:cNvCxnSpPr>
          <p:nvPr/>
        </p:nvCxnSpPr>
        <p:spPr bwMode="auto">
          <a:xfrm flipV="1">
            <a:off x="5713529" y="2806459"/>
            <a:ext cx="1144215" cy="85127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0" name="直接连接符 69">
            <a:extLst>
              <a:ext uri="{FF2B5EF4-FFF2-40B4-BE49-F238E27FC236}">
                <a16:creationId xmlns:a16="http://schemas.microsoft.com/office/drawing/2014/main" id="{AD8877D9-C0EC-4059-8467-37BEE02F2B52}"/>
              </a:ext>
            </a:extLst>
          </p:cNvPr>
          <p:cNvCxnSpPr>
            <a:cxnSpLocks/>
            <a:stCxn id="49" idx="3"/>
            <a:endCxn id="63" idx="1"/>
          </p:cNvCxnSpPr>
          <p:nvPr/>
        </p:nvCxnSpPr>
        <p:spPr bwMode="auto">
          <a:xfrm flipV="1">
            <a:off x="5277678" y="4220415"/>
            <a:ext cx="1580066" cy="388061"/>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2" name="直接连接符 71">
            <a:extLst>
              <a:ext uri="{FF2B5EF4-FFF2-40B4-BE49-F238E27FC236}">
                <a16:creationId xmlns:a16="http://schemas.microsoft.com/office/drawing/2014/main" id="{2060EB7E-90BF-45C4-BA9C-D4859753514F}"/>
              </a:ext>
            </a:extLst>
          </p:cNvPr>
          <p:cNvCxnSpPr>
            <a:cxnSpLocks/>
            <a:stCxn id="59" idx="4"/>
            <a:endCxn id="64" idx="1"/>
          </p:cNvCxnSpPr>
          <p:nvPr/>
        </p:nvCxnSpPr>
        <p:spPr bwMode="auto">
          <a:xfrm flipV="1">
            <a:off x="4297152" y="5260641"/>
            <a:ext cx="2560592" cy="36070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4" name="连接符: 肘形 73">
            <a:extLst>
              <a:ext uri="{FF2B5EF4-FFF2-40B4-BE49-F238E27FC236}">
                <a16:creationId xmlns:a16="http://schemas.microsoft.com/office/drawing/2014/main" id="{E38B0A44-A9C0-4A95-B627-85D480C9D22C}"/>
              </a:ext>
            </a:extLst>
          </p:cNvPr>
          <p:cNvCxnSpPr>
            <a:cxnSpLocks/>
            <a:stCxn id="60" idx="3"/>
            <a:endCxn id="65" idx="1"/>
          </p:cNvCxnSpPr>
          <p:nvPr/>
        </p:nvCxnSpPr>
        <p:spPr bwMode="auto">
          <a:xfrm rot="16200000" flipH="1">
            <a:off x="4301126" y="3630139"/>
            <a:ext cx="320459" cy="4792777"/>
          </a:xfrm>
          <a:prstGeom prst="bentConnector2">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3" name="灯片编号占位符 2">
            <a:extLst>
              <a:ext uri="{FF2B5EF4-FFF2-40B4-BE49-F238E27FC236}">
                <a16:creationId xmlns:a16="http://schemas.microsoft.com/office/drawing/2014/main" id="{5C2B152A-F7AB-4374-89B1-FE872F7E1BE7}"/>
              </a:ext>
            </a:extLst>
          </p:cNvPr>
          <p:cNvSpPr>
            <a:spLocks noGrp="1"/>
          </p:cNvSpPr>
          <p:nvPr>
            <p:ph type="sldNum" sz="quarter" idx="12"/>
          </p:nvPr>
        </p:nvSpPr>
        <p:spPr/>
        <p:txBody>
          <a:bodyPr/>
          <a:lstStyle/>
          <a:p>
            <a:fld id="{4B0D34C0-35A8-654C-9FBA-7B4E017BD630}" type="slidenum">
              <a:rPr lang="en-US" altLang="zh-CN" smtClean="0"/>
              <a:t>30</a:t>
            </a:fld>
            <a:endParaRPr kumimoji="1" lang="zh-CN" altLang="en-US"/>
          </a:p>
        </p:txBody>
      </p:sp>
      <p:sp>
        <p:nvSpPr>
          <p:cNvPr id="4" name="页脚占位符 3">
            <a:extLst>
              <a:ext uri="{FF2B5EF4-FFF2-40B4-BE49-F238E27FC236}">
                <a16:creationId xmlns:a16="http://schemas.microsoft.com/office/drawing/2014/main" id="{B591B441-5675-FD6A-5A65-6B767BD5C847}"/>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执行器</a:t>
            </a:r>
            <a:endParaRPr kumimoji="1" lang="zh-CN" altLang="en-US" dirty="0">
              <a:latin typeface="SimHei" panose="02010609060101010101" pitchFamily="49" charset="-122"/>
              <a:ea typeface="SimHei" panose="02010609060101010101" pitchFamily="49" charset="-122"/>
            </a:endParaRPr>
          </a:p>
        </p:txBody>
      </p:sp>
      <p:sp>
        <p:nvSpPr>
          <p:cNvPr id="7" name="箭头: 右弧形 2">
            <a:extLst>
              <a:ext uri="{FF2B5EF4-FFF2-40B4-BE49-F238E27FC236}">
                <a16:creationId xmlns:a16="http://schemas.microsoft.com/office/drawing/2014/main" id="{2A9CF3FA-3CE5-891D-418B-58A20F093FAA}"/>
              </a:ext>
            </a:extLst>
          </p:cNvPr>
          <p:cNvSpPr/>
          <p:nvPr/>
        </p:nvSpPr>
        <p:spPr bwMode="auto">
          <a:xfrm>
            <a:off x="11280911" y="2981976"/>
            <a:ext cx="290177" cy="1238439"/>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27410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物化模型执行流程</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2020562" y="1046897"/>
            <a:ext cx="3801261"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49" name="文本框 48">
            <a:extLst>
              <a:ext uri="{FF2B5EF4-FFF2-40B4-BE49-F238E27FC236}">
                <a16:creationId xmlns:a16="http://schemas.microsoft.com/office/drawing/2014/main" id="{F06EB309-DA5D-4D23-BBFD-5FC6549CC4A0}"/>
              </a:ext>
            </a:extLst>
          </p:cNvPr>
          <p:cNvSpPr txBox="1"/>
          <p:nvPr/>
        </p:nvSpPr>
        <p:spPr>
          <a:xfrm>
            <a:off x="3565098" y="4423810"/>
            <a:ext cx="1712580" cy="369332"/>
          </a:xfrm>
          <a:prstGeom prst="rect">
            <a:avLst/>
          </a:prstGeom>
          <a:solidFill>
            <a:schemeClr val="bg1">
              <a:lumMod val="95000"/>
            </a:schemeClr>
          </a:solidFill>
        </p:spPr>
        <p:txBody>
          <a:bodyPr wrap="squar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90BD5F9-FCE2-4755-8114-CDD73787BE2A}"/>
                  </a:ext>
                </a:extLst>
              </p:cNvPr>
              <p:cNvSpPr txBox="1"/>
              <p:nvPr/>
            </p:nvSpPr>
            <p:spPr>
              <a:xfrm>
                <a:off x="3058776" y="4035421"/>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0" name="文本框 49">
                <a:extLst>
                  <a:ext uri="{FF2B5EF4-FFF2-40B4-BE49-F238E27FC236}">
                    <a16:creationId xmlns:a16="http://schemas.microsoft.com/office/drawing/2014/main" id="{090BD5F9-FCE2-4755-8114-CDD73787BE2A}"/>
                  </a:ext>
                </a:extLst>
              </p:cNvPr>
              <p:cNvSpPr txBox="1">
                <a:spLocks noRot="1" noChangeAspect="1" noMove="1" noResize="1" noEditPoints="1" noAdjustHandles="1" noChangeArrowheads="1" noChangeShapeType="1" noTextEdit="1"/>
              </p:cNvSpPr>
              <p:nvPr/>
            </p:nvSpPr>
            <p:spPr>
              <a:xfrm>
                <a:off x="3058776" y="4035421"/>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44DCC6E-48A2-48AB-9957-5342C3C874F5}"/>
                  </a:ext>
                </a:extLst>
              </p:cNvPr>
              <p:cNvSpPr txBox="1"/>
              <p:nvPr/>
            </p:nvSpPr>
            <p:spPr>
              <a:xfrm>
                <a:off x="2492549" y="3130019"/>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1" name="文本框 50">
                <a:extLst>
                  <a:ext uri="{FF2B5EF4-FFF2-40B4-BE49-F238E27FC236}">
                    <a16:creationId xmlns:a16="http://schemas.microsoft.com/office/drawing/2014/main" id="{244DCC6E-48A2-48AB-9957-5342C3C874F5}"/>
                  </a:ext>
                </a:extLst>
              </p:cNvPr>
              <p:cNvSpPr txBox="1">
                <a:spLocks noRot="1" noChangeAspect="1" noMove="1" noResize="1" noEditPoints="1" noAdjustHandles="1" noChangeArrowheads="1" noChangeShapeType="1" noTextEdit="1"/>
              </p:cNvSpPr>
              <p:nvPr/>
            </p:nvSpPr>
            <p:spPr>
              <a:xfrm>
                <a:off x="2492549" y="3130019"/>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296D3163-1A1A-4B41-B010-D46CA54818B5}"/>
                  </a:ext>
                </a:extLst>
              </p:cNvPr>
              <p:cNvSpPr txBox="1"/>
              <p:nvPr/>
            </p:nvSpPr>
            <p:spPr>
              <a:xfrm>
                <a:off x="2540638" y="2326798"/>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2" name="文本框 51">
                <a:extLst>
                  <a:ext uri="{FF2B5EF4-FFF2-40B4-BE49-F238E27FC236}">
                    <a16:creationId xmlns:a16="http://schemas.microsoft.com/office/drawing/2014/main" id="{296D3163-1A1A-4B41-B010-D46CA54818B5}"/>
                  </a:ext>
                </a:extLst>
              </p:cNvPr>
              <p:cNvSpPr txBox="1">
                <a:spLocks noRot="1" noChangeAspect="1" noMove="1" noResize="1" noEditPoints="1" noAdjustHandles="1" noChangeArrowheads="1" noChangeShapeType="1" noTextEdit="1"/>
              </p:cNvSpPr>
              <p:nvPr/>
            </p:nvSpPr>
            <p:spPr>
              <a:xfrm>
                <a:off x="2540638" y="2326798"/>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66DD310E-0425-4910-9160-69E042545322}"/>
              </a:ext>
            </a:extLst>
          </p:cNvPr>
          <p:cNvSpPr txBox="1"/>
          <p:nvPr/>
        </p:nvSpPr>
        <p:spPr>
          <a:xfrm>
            <a:off x="3111535" y="3473069"/>
            <a:ext cx="2601994"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54" name="文本框 53">
            <a:extLst>
              <a:ext uri="{FF2B5EF4-FFF2-40B4-BE49-F238E27FC236}">
                <a16:creationId xmlns:a16="http://schemas.microsoft.com/office/drawing/2014/main" id="{60A04672-D1E6-45D7-945F-CF0BA678BC9F}"/>
              </a:ext>
            </a:extLst>
          </p:cNvPr>
          <p:cNvSpPr txBox="1"/>
          <p:nvPr/>
        </p:nvSpPr>
        <p:spPr>
          <a:xfrm>
            <a:off x="3111535" y="2689037"/>
            <a:ext cx="2138727"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55" name="直接箭头连接符 54">
            <a:extLst>
              <a:ext uri="{FF2B5EF4-FFF2-40B4-BE49-F238E27FC236}">
                <a16:creationId xmlns:a16="http://schemas.microsoft.com/office/drawing/2014/main" id="{35F104C9-1B38-4F36-A804-C0C5FDF08B9B}"/>
              </a:ext>
            </a:extLst>
          </p:cNvPr>
          <p:cNvCxnSpPr>
            <a:cxnSpLocks/>
            <a:stCxn id="60" idx="1"/>
          </p:cNvCxnSpPr>
          <p:nvPr/>
        </p:nvCxnSpPr>
        <p:spPr>
          <a:xfrm flipV="1">
            <a:off x="2064967" y="3798038"/>
            <a:ext cx="705596"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直接箭头连接符 55">
            <a:extLst>
              <a:ext uri="{FF2B5EF4-FFF2-40B4-BE49-F238E27FC236}">
                <a16:creationId xmlns:a16="http://schemas.microsoft.com/office/drawing/2014/main" id="{E1667C7A-CBA5-4648-BE0D-FEB31DE86845}"/>
              </a:ext>
            </a:extLst>
          </p:cNvPr>
          <p:cNvCxnSpPr>
            <a:cxnSpLocks/>
          </p:cNvCxnSpPr>
          <p:nvPr/>
        </p:nvCxnSpPr>
        <p:spPr>
          <a:xfrm flipH="1" flipV="1">
            <a:off x="3066253" y="3798037"/>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7" name="直接箭头连接符 56">
            <a:extLst>
              <a:ext uri="{FF2B5EF4-FFF2-40B4-BE49-F238E27FC236}">
                <a16:creationId xmlns:a16="http://schemas.microsoft.com/office/drawing/2014/main" id="{BC73193F-C3E6-4C2F-8CDE-95E0D1E7678E}"/>
              </a:ext>
            </a:extLst>
          </p:cNvPr>
          <p:cNvCxnSpPr>
            <a:cxnSpLocks/>
            <a:stCxn id="59" idx="1"/>
          </p:cNvCxnSpPr>
          <p:nvPr/>
        </p:nvCxnSpPr>
        <p:spPr>
          <a:xfrm flipH="1" flipV="1">
            <a:off x="3521747" y="4691222"/>
            <a:ext cx="285418"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直接箭头连接符 57">
            <a:extLst>
              <a:ext uri="{FF2B5EF4-FFF2-40B4-BE49-F238E27FC236}">
                <a16:creationId xmlns:a16="http://schemas.microsoft.com/office/drawing/2014/main" id="{6FB4465E-A9BE-433A-95F3-EC0E29335D2E}"/>
              </a:ext>
            </a:extLst>
          </p:cNvPr>
          <p:cNvCxnSpPr>
            <a:cxnSpLocks/>
          </p:cNvCxnSpPr>
          <p:nvPr/>
        </p:nvCxnSpPr>
        <p:spPr>
          <a:xfrm flipV="1">
            <a:off x="2910291" y="2987248"/>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59" name="圆柱形 58">
            <a:extLst>
              <a:ext uri="{FF2B5EF4-FFF2-40B4-BE49-F238E27FC236}">
                <a16:creationId xmlns:a16="http://schemas.microsoft.com/office/drawing/2014/main" id="{5E5D7ED8-5767-442C-B9AD-FC382FAD932C}"/>
              </a:ext>
            </a:extLst>
          </p:cNvPr>
          <p:cNvSpPr/>
          <p:nvPr/>
        </p:nvSpPr>
        <p:spPr>
          <a:xfrm>
            <a:off x="3317178" y="5376394"/>
            <a:ext cx="979974"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60" name="圆柱形 59">
            <a:extLst>
              <a:ext uri="{FF2B5EF4-FFF2-40B4-BE49-F238E27FC236}">
                <a16:creationId xmlns:a16="http://schemas.microsoft.com/office/drawing/2014/main" id="{A4A934CE-5DDE-45F5-AB66-92E0F65729A2}"/>
              </a:ext>
            </a:extLst>
          </p:cNvPr>
          <p:cNvSpPr/>
          <p:nvPr/>
        </p:nvSpPr>
        <p:spPr>
          <a:xfrm>
            <a:off x="1514475" y="5376394"/>
            <a:ext cx="1100983"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0D91E0B6-3385-4116-AE41-D366C171DAA8}"/>
                  </a:ext>
                </a:extLst>
              </p:cNvPr>
              <p:cNvSpPr txBox="1"/>
              <p:nvPr/>
            </p:nvSpPr>
            <p:spPr>
              <a:xfrm>
                <a:off x="6857744" y="809840"/>
                <a:ext cx="4423170"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1" name="文本框 60">
                <a:extLst>
                  <a:ext uri="{FF2B5EF4-FFF2-40B4-BE49-F238E27FC236}">
                    <a16:creationId xmlns:a16="http://schemas.microsoft.com/office/drawing/2014/main" xmlns:a14="http://schemas.microsoft.com/office/drawing/2010/main" xmlns="" id="{0D91E0B6-3385-4116-AE41-D366C171DAA8}"/>
                  </a:ext>
                </a:extLst>
              </p:cNvPr>
              <p:cNvSpPr txBox="1">
                <a:spLocks noRot="1" noChangeAspect="1" noMove="1" noResize="1" noEditPoints="1" noAdjustHandles="1" noChangeArrowheads="1" noChangeShapeType="1" noTextEdit="1"/>
              </p:cNvSpPr>
              <p:nvPr/>
            </p:nvSpPr>
            <p:spPr>
              <a:xfrm>
                <a:off x="6857744" y="809840"/>
                <a:ext cx="4423170" cy="1077218"/>
              </a:xfrm>
              <a:prstGeom prst="rect">
                <a:avLst/>
              </a:prstGeom>
              <a:blipFill rotWithShape="0">
                <a:blip r:embed="rId6"/>
                <a:stretch>
                  <a:fillRect l="-826"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180428FE-EF4D-4EF2-8E55-949ABF79F460}"/>
                  </a:ext>
                </a:extLst>
              </p:cNvPr>
              <p:cNvSpPr txBox="1"/>
              <p:nvPr/>
            </p:nvSpPr>
            <p:spPr>
              <a:xfrm>
                <a:off x="6857744" y="1974004"/>
                <a:ext cx="4423169" cy="1569660"/>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2" name="文本框 61">
                <a:extLst>
                  <a:ext uri="{FF2B5EF4-FFF2-40B4-BE49-F238E27FC236}">
                    <a16:creationId xmlns:a16="http://schemas.microsoft.com/office/drawing/2014/main" xmlns:a14="http://schemas.microsoft.com/office/drawing/2010/main" xmlns="" id="{180428FE-EF4D-4EF2-8E55-949ABF79F460}"/>
                  </a:ext>
                </a:extLst>
              </p:cNvPr>
              <p:cNvSpPr txBox="1">
                <a:spLocks noRot="1" noChangeAspect="1" noMove="1" noResize="1" noEditPoints="1" noAdjustHandles="1" noChangeArrowheads="1" noChangeShapeType="1" noTextEdit="1"/>
              </p:cNvSpPr>
              <p:nvPr/>
            </p:nvSpPr>
            <p:spPr>
              <a:xfrm>
                <a:off x="6857744" y="1974004"/>
                <a:ext cx="4423169" cy="1569660"/>
              </a:xfrm>
              <a:prstGeom prst="rect">
                <a:avLst/>
              </a:prstGeom>
              <a:blipFill rotWithShape="0">
                <a:blip r:embed="rId7"/>
                <a:stretch>
                  <a:fillRect l="-826" t="-1167" b="-42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2E94769C-191B-42CE-84A8-B90663697134}"/>
                  </a:ext>
                </a:extLst>
              </p:cNvPr>
              <p:cNvSpPr txBox="1"/>
              <p:nvPr/>
            </p:nvSpPr>
            <p:spPr>
              <a:xfrm>
                <a:off x="6857745" y="3634181"/>
                <a:ext cx="4423168" cy="1077218"/>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3" name="文本框 62">
                <a:extLst>
                  <a:ext uri="{FF2B5EF4-FFF2-40B4-BE49-F238E27FC236}">
                    <a16:creationId xmlns:a16="http://schemas.microsoft.com/office/drawing/2014/main" xmlns:a14="http://schemas.microsoft.com/office/drawing/2010/main" xmlns="" id="{2E94769C-191B-42CE-84A8-B90663697134}"/>
                  </a:ext>
                </a:extLst>
              </p:cNvPr>
              <p:cNvSpPr txBox="1">
                <a:spLocks noRot="1" noChangeAspect="1" noMove="1" noResize="1" noEditPoints="1" noAdjustHandles="1" noChangeArrowheads="1" noChangeShapeType="1" noTextEdit="1"/>
              </p:cNvSpPr>
              <p:nvPr/>
            </p:nvSpPr>
            <p:spPr>
              <a:xfrm>
                <a:off x="6857745" y="3634181"/>
                <a:ext cx="4423168" cy="1077218"/>
              </a:xfrm>
              <a:prstGeom prst="rect">
                <a:avLst/>
              </a:prstGeom>
              <a:blipFill rotWithShape="0">
                <a:blip r:embed="rId8"/>
                <a:stretch>
                  <a:fillRect l="-826"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61634F2E-0DD2-4FFF-B2DA-2FFEF903572D}"/>
                  </a:ext>
                </a:extLst>
              </p:cNvPr>
              <p:cNvSpPr txBox="1"/>
              <p:nvPr/>
            </p:nvSpPr>
            <p:spPr>
              <a:xfrm>
                <a:off x="6857744" y="4797517"/>
                <a:ext cx="4423167" cy="830997"/>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4" name="文本框 63">
                <a:extLst>
                  <a:ext uri="{FF2B5EF4-FFF2-40B4-BE49-F238E27FC236}">
                    <a16:creationId xmlns:a16="http://schemas.microsoft.com/office/drawing/2014/main" id="{61634F2E-0DD2-4FFF-B2DA-2FFEF903572D}"/>
                  </a:ext>
                </a:extLst>
              </p:cNvPr>
              <p:cNvSpPr txBox="1">
                <a:spLocks noRot="1" noChangeAspect="1" noMove="1" noResize="1" noEditPoints="1" noAdjustHandles="1" noChangeArrowheads="1" noChangeShapeType="1" noTextEdit="1"/>
              </p:cNvSpPr>
              <p:nvPr/>
            </p:nvSpPr>
            <p:spPr>
              <a:xfrm>
                <a:off x="6857744" y="4797517"/>
                <a:ext cx="4423167" cy="830997"/>
              </a:xfrm>
              <a:prstGeom prst="rect">
                <a:avLst/>
              </a:prstGeom>
              <a:blipFill>
                <a:blip r:embed="rId9"/>
                <a:stretch>
                  <a:fillRect l="-826" t="-2206" b="-88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B9428F08-F45F-401F-9451-D84D034353FF}"/>
                  </a:ext>
                </a:extLst>
              </p:cNvPr>
              <p:cNvSpPr txBox="1"/>
              <p:nvPr/>
            </p:nvSpPr>
            <p:spPr>
              <a:xfrm>
                <a:off x="6857745" y="5723634"/>
                <a:ext cx="4423166" cy="830997"/>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5" name="文本框 64">
                <a:extLst>
                  <a:ext uri="{FF2B5EF4-FFF2-40B4-BE49-F238E27FC236}">
                    <a16:creationId xmlns:a16="http://schemas.microsoft.com/office/drawing/2014/main" xmlns:a14="http://schemas.microsoft.com/office/drawing/2010/main" xmlns="" id="{B9428F08-F45F-401F-9451-D84D034353FF}"/>
                  </a:ext>
                </a:extLst>
              </p:cNvPr>
              <p:cNvSpPr txBox="1">
                <a:spLocks noRot="1" noChangeAspect="1" noMove="1" noResize="1" noEditPoints="1" noAdjustHandles="1" noChangeArrowheads="1" noChangeShapeType="1" noTextEdit="1"/>
              </p:cNvSpPr>
              <p:nvPr/>
            </p:nvSpPr>
            <p:spPr>
              <a:xfrm>
                <a:off x="6857745" y="5723634"/>
                <a:ext cx="4423166" cy="830997"/>
              </a:xfrm>
              <a:prstGeom prst="rect">
                <a:avLst/>
              </a:prstGeom>
              <a:blipFill rotWithShape="0">
                <a:blip r:embed="rId10"/>
                <a:stretch>
                  <a:fillRect l="-826" t="-2206" b="-8824"/>
                </a:stretch>
              </a:blipFill>
            </p:spPr>
            <p:txBody>
              <a:bodyPr/>
              <a:lstStyle/>
              <a:p>
                <a:r>
                  <a:rPr lang="zh-CN" altLang="en-US">
                    <a:noFill/>
                  </a:rPr>
                  <a:t> </a:t>
                </a:r>
              </a:p>
            </p:txBody>
          </p:sp>
        </mc:Fallback>
      </mc:AlternateContent>
      <p:cxnSp>
        <p:nvCxnSpPr>
          <p:cNvPr id="66" name="直接连接符 65">
            <a:extLst>
              <a:ext uri="{FF2B5EF4-FFF2-40B4-BE49-F238E27FC236}">
                <a16:creationId xmlns:a16="http://schemas.microsoft.com/office/drawing/2014/main" id="{DDAB32EA-89CD-4781-BC3D-0D8F3A40BD64}"/>
              </a:ext>
            </a:extLst>
          </p:cNvPr>
          <p:cNvCxnSpPr>
            <a:cxnSpLocks/>
            <a:stCxn id="54" idx="3"/>
            <a:endCxn id="61" idx="1"/>
          </p:cNvCxnSpPr>
          <p:nvPr/>
        </p:nvCxnSpPr>
        <p:spPr bwMode="auto">
          <a:xfrm flipV="1">
            <a:off x="5250262" y="1348449"/>
            <a:ext cx="1607482" cy="1525254"/>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68" name="直接连接符 67">
            <a:extLst>
              <a:ext uri="{FF2B5EF4-FFF2-40B4-BE49-F238E27FC236}">
                <a16:creationId xmlns:a16="http://schemas.microsoft.com/office/drawing/2014/main" id="{13093B0C-D512-4D4E-B916-155603A4E103}"/>
              </a:ext>
            </a:extLst>
          </p:cNvPr>
          <p:cNvCxnSpPr>
            <a:cxnSpLocks/>
            <a:stCxn id="53" idx="3"/>
            <a:endCxn id="62" idx="1"/>
          </p:cNvCxnSpPr>
          <p:nvPr/>
        </p:nvCxnSpPr>
        <p:spPr bwMode="auto">
          <a:xfrm flipV="1">
            <a:off x="5713529" y="2758834"/>
            <a:ext cx="1144215" cy="898901"/>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0" name="直接连接符 69">
            <a:extLst>
              <a:ext uri="{FF2B5EF4-FFF2-40B4-BE49-F238E27FC236}">
                <a16:creationId xmlns:a16="http://schemas.microsoft.com/office/drawing/2014/main" id="{AD8877D9-C0EC-4059-8467-37BEE02F2B52}"/>
              </a:ext>
            </a:extLst>
          </p:cNvPr>
          <p:cNvCxnSpPr>
            <a:cxnSpLocks/>
            <a:stCxn id="49" idx="3"/>
            <a:endCxn id="63" idx="1"/>
          </p:cNvCxnSpPr>
          <p:nvPr/>
        </p:nvCxnSpPr>
        <p:spPr bwMode="auto">
          <a:xfrm flipV="1">
            <a:off x="5277678" y="4172790"/>
            <a:ext cx="1580067" cy="43568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2" name="直接连接符 71">
            <a:extLst>
              <a:ext uri="{FF2B5EF4-FFF2-40B4-BE49-F238E27FC236}">
                <a16:creationId xmlns:a16="http://schemas.microsoft.com/office/drawing/2014/main" id="{2060EB7E-90BF-45C4-BA9C-D4859753514F}"/>
              </a:ext>
            </a:extLst>
          </p:cNvPr>
          <p:cNvCxnSpPr>
            <a:cxnSpLocks/>
            <a:stCxn id="59" idx="4"/>
            <a:endCxn id="64" idx="1"/>
          </p:cNvCxnSpPr>
          <p:nvPr/>
        </p:nvCxnSpPr>
        <p:spPr bwMode="auto">
          <a:xfrm flipV="1">
            <a:off x="4297152" y="5213016"/>
            <a:ext cx="2560592" cy="408331"/>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4" name="连接符: 肘形 73">
            <a:extLst>
              <a:ext uri="{FF2B5EF4-FFF2-40B4-BE49-F238E27FC236}">
                <a16:creationId xmlns:a16="http://schemas.microsoft.com/office/drawing/2014/main" id="{E38B0A44-A9C0-4A95-B627-85D480C9D22C}"/>
              </a:ext>
            </a:extLst>
          </p:cNvPr>
          <p:cNvCxnSpPr>
            <a:cxnSpLocks/>
            <a:stCxn id="60" idx="3"/>
            <a:endCxn id="65" idx="1"/>
          </p:cNvCxnSpPr>
          <p:nvPr/>
        </p:nvCxnSpPr>
        <p:spPr bwMode="auto">
          <a:xfrm rot="16200000" flipH="1">
            <a:off x="4324939" y="3606327"/>
            <a:ext cx="272834" cy="4792778"/>
          </a:xfrm>
          <a:prstGeom prst="bentConnector2">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3" name="灯片编号占位符 2">
            <a:extLst>
              <a:ext uri="{FF2B5EF4-FFF2-40B4-BE49-F238E27FC236}">
                <a16:creationId xmlns:a16="http://schemas.microsoft.com/office/drawing/2014/main" id="{5C2B152A-F7AB-4374-89B1-FE872F7E1BE7}"/>
              </a:ext>
            </a:extLst>
          </p:cNvPr>
          <p:cNvSpPr>
            <a:spLocks noGrp="1"/>
          </p:cNvSpPr>
          <p:nvPr>
            <p:ph type="sldNum" sz="quarter" idx="12"/>
          </p:nvPr>
        </p:nvSpPr>
        <p:spPr/>
        <p:txBody>
          <a:bodyPr/>
          <a:lstStyle/>
          <a:p>
            <a:fld id="{4B0D34C0-35A8-654C-9FBA-7B4E017BD630}" type="slidenum">
              <a:rPr lang="en-US" altLang="zh-CN" smtClean="0"/>
              <a:t>31</a:t>
            </a:fld>
            <a:endParaRPr kumimoji="1" lang="zh-CN" altLang="en-US"/>
          </a:p>
        </p:txBody>
      </p:sp>
      <p:sp>
        <p:nvSpPr>
          <p:cNvPr id="4" name="页脚占位符 3">
            <a:extLst>
              <a:ext uri="{FF2B5EF4-FFF2-40B4-BE49-F238E27FC236}">
                <a16:creationId xmlns:a16="http://schemas.microsoft.com/office/drawing/2014/main" id="{B591B441-5675-FD6A-5A65-6B767BD5C847}"/>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执行器</a:t>
            </a:r>
            <a:endParaRPr kumimoji="1" lang="zh-CN" altLang="en-US" dirty="0">
              <a:latin typeface="SimHei" panose="02010609060101010101" pitchFamily="49" charset="-122"/>
              <a:ea typeface="SimHei" panose="02010609060101010101" pitchFamily="49" charset="-122"/>
            </a:endParaRPr>
          </a:p>
        </p:txBody>
      </p:sp>
      <p:sp>
        <p:nvSpPr>
          <p:cNvPr id="7" name="箭头: 右弧形 2">
            <a:extLst>
              <a:ext uri="{FF2B5EF4-FFF2-40B4-BE49-F238E27FC236}">
                <a16:creationId xmlns:a16="http://schemas.microsoft.com/office/drawing/2014/main" id="{2A9CF3FA-3CE5-891D-418B-58A20F093FAA}"/>
              </a:ext>
            </a:extLst>
          </p:cNvPr>
          <p:cNvSpPr/>
          <p:nvPr/>
        </p:nvSpPr>
        <p:spPr bwMode="auto">
          <a:xfrm>
            <a:off x="11302729" y="4256701"/>
            <a:ext cx="309867" cy="1318084"/>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4207697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物化模型执行流程</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2020562" y="1046897"/>
            <a:ext cx="3801261"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49" name="文本框 48">
            <a:extLst>
              <a:ext uri="{FF2B5EF4-FFF2-40B4-BE49-F238E27FC236}">
                <a16:creationId xmlns:a16="http://schemas.microsoft.com/office/drawing/2014/main" id="{F06EB309-DA5D-4D23-BBFD-5FC6549CC4A0}"/>
              </a:ext>
            </a:extLst>
          </p:cNvPr>
          <p:cNvSpPr txBox="1"/>
          <p:nvPr/>
        </p:nvSpPr>
        <p:spPr>
          <a:xfrm>
            <a:off x="3565098" y="4423810"/>
            <a:ext cx="1712580" cy="369332"/>
          </a:xfrm>
          <a:prstGeom prst="rect">
            <a:avLst/>
          </a:prstGeom>
          <a:solidFill>
            <a:schemeClr val="bg1">
              <a:lumMod val="95000"/>
            </a:schemeClr>
          </a:solidFill>
        </p:spPr>
        <p:txBody>
          <a:bodyPr wrap="squar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90BD5F9-FCE2-4755-8114-CDD73787BE2A}"/>
                  </a:ext>
                </a:extLst>
              </p:cNvPr>
              <p:cNvSpPr txBox="1"/>
              <p:nvPr/>
            </p:nvSpPr>
            <p:spPr>
              <a:xfrm>
                <a:off x="3058776" y="4035421"/>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0" name="文本框 49">
                <a:extLst>
                  <a:ext uri="{FF2B5EF4-FFF2-40B4-BE49-F238E27FC236}">
                    <a16:creationId xmlns:a16="http://schemas.microsoft.com/office/drawing/2014/main" id="{090BD5F9-FCE2-4755-8114-CDD73787BE2A}"/>
                  </a:ext>
                </a:extLst>
              </p:cNvPr>
              <p:cNvSpPr txBox="1">
                <a:spLocks noRot="1" noChangeAspect="1" noMove="1" noResize="1" noEditPoints="1" noAdjustHandles="1" noChangeArrowheads="1" noChangeShapeType="1" noTextEdit="1"/>
              </p:cNvSpPr>
              <p:nvPr/>
            </p:nvSpPr>
            <p:spPr>
              <a:xfrm>
                <a:off x="3058776" y="4035421"/>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44DCC6E-48A2-48AB-9957-5342C3C874F5}"/>
                  </a:ext>
                </a:extLst>
              </p:cNvPr>
              <p:cNvSpPr txBox="1"/>
              <p:nvPr/>
            </p:nvSpPr>
            <p:spPr>
              <a:xfrm>
                <a:off x="2492549" y="3130019"/>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1" name="文本框 50">
                <a:extLst>
                  <a:ext uri="{FF2B5EF4-FFF2-40B4-BE49-F238E27FC236}">
                    <a16:creationId xmlns:a16="http://schemas.microsoft.com/office/drawing/2014/main" id="{244DCC6E-48A2-48AB-9957-5342C3C874F5}"/>
                  </a:ext>
                </a:extLst>
              </p:cNvPr>
              <p:cNvSpPr txBox="1">
                <a:spLocks noRot="1" noChangeAspect="1" noMove="1" noResize="1" noEditPoints="1" noAdjustHandles="1" noChangeArrowheads="1" noChangeShapeType="1" noTextEdit="1"/>
              </p:cNvSpPr>
              <p:nvPr/>
            </p:nvSpPr>
            <p:spPr>
              <a:xfrm>
                <a:off x="2492549" y="3130019"/>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296D3163-1A1A-4B41-B010-D46CA54818B5}"/>
                  </a:ext>
                </a:extLst>
              </p:cNvPr>
              <p:cNvSpPr txBox="1"/>
              <p:nvPr/>
            </p:nvSpPr>
            <p:spPr>
              <a:xfrm>
                <a:off x="2540638" y="2326798"/>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2" name="文本框 51">
                <a:extLst>
                  <a:ext uri="{FF2B5EF4-FFF2-40B4-BE49-F238E27FC236}">
                    <a16:creationId xmlns:a16="http://schemas.microsoft.com/office/drawing/2014/main" id="{296D3163-1A1A-4B41-B010-D46CA54818B5}"/>
                  </a:ext>
                </a:extLst>
              </p:cNvPr>
              <p:cNvSpPr txBox="1">
                <a:spLocks noRot="1" noChangeAspect="1" noMove="1" noResize="1" noEditPoints="1" noAdjustHandles="1" noChangeArrowheads="1" noChangeShapeType="1" noTextEdit="1"/>
              </p:cNvSpPr>
              <p:nvPr/>
            </p:nvSpPr>
            <p:spPr>
              <a:xfrm>
                <a:off x="2540638" y="2326798"/>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66DD310E-0425-4910-9160-69E042545322}"/>
              </a:ext>
            </a:extLst>
          </p:cNvPr>
          <p:cNvSpPr txBox="1"/>
          <p:nvPr/>
        </p:nvSpPr>
        <p:spPr>
          <a:xfrm>
            <a:off x="3111535" y="3473069"/>
            <a:ext cx="2601994"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54" name="文本框 53">
            <a:extLst>
              <a:ext uri="{FF2B5EF4-FFF2-40B4-BE49-F238E27FC236}">
                <a16:creationId xmlns:a16="http://schemas.microsoft.com/office/drawing/2014/main" id="{60A04672-D1E6-45D7-945F-CF0BA678BC9F}"/>
              </a:ext>
            </a:extLst>
          </p:cNvPr>
          <p:cNvSpPr txBox="1"/>
          <p:nvPr/>
        </p:nvSpPr>
        <p:spPr>
          <a:xfrm>
            <a:off x="3111535" y="2689037"/>
            <a:ext cx="2138727"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55" name="直接箭头连接符 54">
            <a:extLst>
              <a:ext uri="{FF2B5EF4-FFF2-40B4-BE49-F238E27FC236}">
                <a16:creationId xmlns:a16="http://schemas.microsoft.com/office/drawing/2014/main" id="{35F104C9-1B38-4F36-A804-C0C5FDF08B9B}"/>
              </a:ext>
            </a:extLst>
          </p:cNvPr>
          <p:cNvCxnSpPr>
            <a:cxnSpLocks/>
            <a:stCxn id="60" idx="1"/>
          </p:cNvCxnSpPr>
          <p:nvPr/>
        </p:nvCxnSpPr>
        <p:spPr>
          <a:xfrm flipV="1">
            <a:off x="2060205" y="3798038"/>
            <a:ext cx="710358"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直接箭头连接符 55">
            <a:extLst>
              <a:ext uri="{FF2B5EF4-FFF2-40B4-BE49-F238E27FC236}">
                <a16:creationId xmlns:a16="http://schemas.microsoft.com/office/drawing/2014/main" id="{E1667C7A-CBA5-4648-BE0D-FEB31DE86845}"/>
              </a:ext>
            </a:extLst>
          </p:cNvPr>
          <p:cNvCxnSpPr>
            <a:cxnSpLocks/>
          </p:cNvCxnSpPr>
          <p:nvPr/>
        </p:nvCxnSpPr>
        <p:spPr>
          <a:xfrm flipH="1" flipV="1">
            <a:off x="3066253" y="3798037"/>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7" name="直接箭头连接符 56">
            <a:extLst>
              <a:ext uri="{FF2B5EF4-FFF2-40B4-BE49-F238E27FC236}">
                <a16:creationId xmlns:a16="http://schemas.microsoft.com/office/drawing/2014/main" id="{BC73193F-C3E6-4C2F-8CDE-95E0D1E7678E}"/>
              </a:ext>
            </a:extLst>
          </p:cNvPr>
          <p:cNvCxnSpPr>
            <a:cxnSpLocks/>
            <a:stCxn id="59" idx="1"/>
          </p:cNvCxnSpPr>
          <p:nvPr/>
        </p:nvCxnSpPr>
        <p:spPr>
          <a:xfrm flipH="1" flipV="1">
            <a:off x="3521747" y="4691222"/>
            <a:ext cx="285418"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直接箭头连接符 57">
            <a:extLst>
              <a:ext uri="{FF2B5EF4-FFF2-40B4-BE49-F238E27FC236}">
                <a16:creationId xmlns:a16="http://schemas.microsoft.com/office/drawing/2014/main" id="{6FB4465E-A9BE-433A-95F3-EC0E29335D2E}"/>
              </a:ext>
            </a:extLst>
          </p:cNvPr>
          <p:cNvCxnSpPr>
            <a:cxnSpLocks/>
          </p:cNvCxnSpPr>
          <p:nvPr/>
        </p:nvCxnSpPr>
        <p:spPr>
          <a:xfrm flipV="1">
            <a:off x="2910291" y="2987248"/>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59" name="圆柱形 58">
            <a:extLst>
              <a:ext uri="{FF2B5EF4-FFF2-40B4-BE49-F238E27FC236}">
                <a16:creationId xmlns:a16="http://schemas.microsoft.com/office/drawing/2014/main" id="{5E5D7ED8-5767-442C-B9AD-FC382FAD932C}"/>
              </a:ext>
            </a:extLst>
          </p:cNvPr>
          <p:cNvSpPr/>
          <p:nvPr/>
        </p:nvSpPr>
        <p:spPr>
          <a:xfrm>
            <a:off x="3317178" y="5376394"/>
            <a:ext cx="979974"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60" name="圆柱形 59">
            <a:extLst>
              <a:ext uri="{FF2B5EF4-FFF2-40B4-BE49-F238E27FC236}">
                <a16:creationId xmlns:a16="http://schemas.microsoft.com/office/drawing/2014/main" id="{A4A934CE-5DDE-45F5-AB66-92E0F65729A2}"/>
              </a:ext>
            </a:extLst>
          </p:cNvPr>
          <p:cNvSpPr/>
          <p:nvPr/>
        </p:nvSpPr>
        <p:spPr>
          <a:xfrm>
            <a:off x="1504951" y="5376394"/>
            <a:ext cx="1110508"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0D91E0B6-3385-4116-AE41-D366C171DAA8}"/>
                  </a:ext>
                </a:extLst>
              </p:cNvPr>
              <p:cNvSpPr txBox="1"/>
              <p:nvPr/>
            </p:nvSpPr>
            <p:spPr>
              <a:xfrm>
                <a:off x="6857744" y="886040"/>
                <a:ext cx="4423170"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1" name="文本框 60">
                <a:extLst>
                  <a:ext uri="{FF2B5EF4-FFF2-40B4-BE49-F238E27FC236}">
                    <a16:creationId xmlns:a16="http://schemas.microsoft.com/office/drawing/2014/main" xmlns:a14="http://schemas.microsoft.com/office/drawing/2010/main" xmlns="" id="{0D91E0B6-3385-4116-AE41-D366C171DAA8}"/>
                  </a:ext>
                </a:extLst>
              </p:cNvPr>
              <p:cNvSpPr txBox="1">
                <a:spLocks noRot="1" noChangeAspect="1" noMove="1" noResize="1" noEditPoints="1" noAdjustHandles="1" noChangeArrowheads="1" noChangeShapeType="1" noTextEdit="1"/>
              </p:cNvSpPr>
              <p:nvPr/>
            </p:nvSpPr>
            <p:spPr>
              <a:xfrm>
                <a:off x="6857744" y="886040"/>
                <a:ext cx="4423170" cy="1077218"/>
              </a:xfrm>
              <a:prstGeom prst="rect">
                <a:avLst/>
              </a:prstGeom>
              <a:blipFill rotWithShape="0">
                <a:blip r:embed="rId6"/>
                <a:stretch>
                  <a:fillRect l="-826"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180428FE-EF4D-4EF2-8E55-949ABF79F460}"/>
                  </a:ext>
                </a:extLst>
              </p:cNvPr>
              <p:cNvSpPr txBox="1"/>
              <p:nvPr/>
            </p:nvSpPr>
            <p:spPr>
              <a:xfrm>
                <a:off x="6857744" y="2040679"/>
                <a:ext cx="4423169" cy="1569660"/>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2" name="文本框 61">
                <a:extLst>
                  <a:ext uri="{FF2B5EF4-FFF2-40B4-BE49-F238E27FC236}">
                    <a16:creationId xmlns:a16="http://schemas.microsoft.com/office/drawing/2014/main" xmlns:a14="http://schemas.microsoft.com/office/drawing/2010/main" xmlns="" id="{180428FE-EF4D-4EF2-8E55-949ABF79F460}"/>
                  </a:ext>
                </a:extLst>
              </p:cNvPr>
              <p:cNvSpPr txBox="1">
                <a:spLocks noRot="1" noChangeAspect="1" noMove="1" noResize="1" noEditPoints="1" noAdjustHandles="1" noChangeArrowheads="1" noChangeShapeType="1" noTextEdit="1"/>
              </p:cNvSpPr>
              <p:nvPr/>
            </p:nvSpPr>
            <p:spPr>
              <a:xfrm>
                <a:off x="6857744" y="2040679"/>
                <a:ext cx="4423169" cy="1569660"/>
              </a:xfrm>
              <a:prstGeom prst="rect">
                <a:avLst/>
              </a:prstGeom>
              <a:blipFill rotWithShape="0">
                <a:blip r:embed="rId7"/>
                <a:stretch>
                  <a:fillRect l="-826" t="-1167" b="-42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2E94769C-191B-42CE-84A8-B90663697134}"/>
                  </a:ext>
                </a:extLst>
              </p:cNvPr>
              <p:cNvSpPr txBox="1"/>
              <p:nvPr/>
            </p:nvSpPr>
            <p:spPr>
              <a:xfrm>
                <a:off x="6857745" y="3681806"/>
                <a:ext cx="4423168" cy="1077218"/>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3" name="文本框 62">
                <a:extLst>
                  <a:ext uri="{FF2B5EF4-FFF2-40B4-BE49-F238E27FC236}">
                    <a16:creationId xmlns:a16="http://schemas.microsoft.com/office/drawing/2014/main" xmlns:a14="http://schemas.microsoft.com/office/drawing/2010/main" xmlns="" id="{2E94769C-191B-42CE-84A8-B90663697134}"/>
                  </a:ext>
                </a:extLst>
              </p:cNvPr>
              <p:cNvSpPr txBox="1">
                <a:spLocks noRot="1" noChangeAspect="1" noMove="1" noResize="1" noEditPoints="1" noAdjustHandles="1" noChangeArrowheads="1" noChangeShapeType="1" noTextEdit="1"/>
              </p:cNvSpPr>
              <p:nvPr/>
            </p:nvSpPr>
            <p:spPr>
              <a:xfrm>
                <a:off x="6857745" y="3681806"/>
                <a:ext cx="4423168" cy="1077218"/>
              </a:xfrm>
              <a:prstGeom prst="rect">
                <a:avLst/>
              </a:prstGeom>
              <a:blipFill rotWithShape="0">
                <a:blip r:embed="rId8"/>
                <a:stretch>
                  <a:fillRect l="-826"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61634F2E-0DD2-4FFF-B2DA-2FFEF903572D}"/>
                  </a:ext>
                </a:extLst>
              </p:cNvPr>
              <p:cNvSpPr txBox="1"/>
              <p:nvPr/>
            </p:nvSpPr>
            <p:spPr>
              <a:xfrm>
                <a:off x="6857744" y="4845142"/>
                <a:ext cx="4423167" cy="830997"/>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4" name="文本框 63">
                <a:extLst>
                  <a:ext uri="{FF2B5EF4-FFF2-40B4-BE49-F238E27FC236}">
                    <a16:creationId xmlns:a16="http://schemas.microsoft.com/office/drawing/2014/main" xmlns:a14="http://schemas.microsoft.com/office/drawing/2010/main" xmlns="" id="{61634F2E-0DD2-4FFF-B2DA-2FFEF903572D}"/>
                  </a:ext>
                </a:extLst>
              </p:cNvPr>
              <p:cNvSpPr txBox="1">
                <a:spLocks noRot="1" noChangeAspect="1" noMove="1" noResize="1" noEditPoints="1" noAdjustHandles="1" noChangeArrowheads="1" noChangeShapeType="1" noTextEdit="1"/>
              </p:cNvSpPr>
              <p:nvPr/>
            </p:nvSpPr>
            <p:spPr>
              <a:xfrm>
                <a:off x="6857744" y="4845142"/>
                <a:ext cx="4423167" cy="830997"/>
              </a:xfrm>
              <a:prstGeom prst="rect">
                <a:avLst/>
              </a:prstGeom>
              <a:blipFill rotWithShape="0">
                <a:blip r:embed="rId9"/>
                <a:stretch>
                  <a:fillRect l="-826" t="-2206" b="-88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B9428F08-F45F-401F-9451-D84D034353FF}"/>
                  </a:ext>
                </a:extLst>
              </p:cNvPr>
              <p:cNvSpPr txBox="1"/>
              <p:nvPr/>
            </p:nvSpPr>
            <p:spPr>
              <a:xfrm>
                <a:off x="6857745" y="5771259"/>
                <a:ext cx="4423166" cy="830997"/>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5" name="文本框 64">
                <a:extLst>
                  <a:ext uri="{FF2B5EF4-FFF2-40B4-BE49-F238E27FC236}">
                    <a16:creationId xmlns:a16="http://schemas.microsoft.com/office/drawing/2014/main" xmlns:a14="http://schemas.microsoft.com/office/drawing/2010/main" xmlns="" id="{B9428F08-F45F-401F-9451-D84D034353FF}"/>
                  </a:ext>
                </a:extLst>
              </p:cNvPr>
              <p:cNvSpPr txBox="1">
                <a:spLocks noRot="1" noChangeAspect="1" noMove="1" noResize="1" noEditPoints="1" noAdjustHandles="1" noChangeArrowheads="1" noChangeShapeType="1" noTextEdit="1"/>
              </p:cNvSpPr>
              <p:nvPr/>
            </p:nvSpPr>
            <p:spPr>
              <a:xfrm>
                <a:off x="6857745" y="5771259"/>
                <a:ext cx="4423166" cy="830997"/>
              </a:xfrm>
              <a:prstGeom prst="rect">
                <a:avLst/>
              </a:prstGeom>
              <a:blipFill rotWithShape="0">
                <a:blip r:embed="rId10"/>
                <a:stretch>
                  <a:fillRect l="-826" t="-2206" b="-8824"/>
                </a:stretch>
              </a:blipFill>
            </p:spPr>
            <p:txBody>
              <a:bodyPr/>
              <a:lstStyle/>
              <a:p>
                <a:r>
                  <a:rPr lang="zh-CN" altLang="en-US">
                    <a:noFill/>
                  </a:rPr>
                  <a:t> </a:t>
                </a:r>
              </a:p>
            </p:txBody>
          </p:sp>
        </mc:Fallback>
      </mc:AlternateContent>
      <p:cxnSp>
        <p:nvCxnSpPr>
          <p:cNvPr id="66" name="直接连接符 65">
            <a:extLst>
              <a:ext uri="{FF2B5EF4-FFF2-40B4-BE49-F238E27FC236}">
                <a16:creationId xmlns:a16="http://schemas.microsoft.com/office/drawing/2014/main" id="{DDAB32EA-89CD-4781-BC3D-0D8F3A40BD64}"/>
              </a:ext>
            </a:extLst>
          </p:cNvPr>
          <p:cNvCxnSpPr>
            <a:cxnSpLocks/>
            <a:stCxn id="54" idx="3"/>
            <a:endCxn id="61" idx="1"/>
          </p:cNvCxnSpPr>
          <p:nvPr/>
        </p:nvCxnSpPr>
        <p:spPr bwMode="auto">
          <a:xfrm flipV="1">
            <a:off x="5250262" y="1424649"/>
            <a:ext cx="1607482" cy="1449054"/>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68" name="直接连接符 67">
            <a:extLst>
              <a:ext uri="{FF2B5EF4-FFF2-40B4-BE49-F238E27FC236}">
                <a16:creationId xmlns:a16="http://schemas.microsoft.com/office/drawing/2014/main" id="{13093B0C-D512-4D4E-B916-155603A4E103}"/>
              </a:ext>
            </a:extLst>
          </p:cNvPr>
          <p:cNvCxnSpPr>
            <a:cxnSpLocks/>
            <a:stCxn id="53" idx="3"/>
            <a:endCxn id="62" idx="1"/>
          </p:cNvCxnSpPr>
          <p:nvPr/>
        </p:nvCxnSpPr>
        <p:spPr bwMode="auto">
          <a:xfrm flipV="1">
            <a:off x="5713529" y="2825509"/>
            <a:ext cx="1144215" cy="83222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0" name="直接连接符 69">
            <a:extLst>
              <a:ext uri="{FF2B5EF4-FFF2-40B4-BE49-F238E27FC236}">
                <a16:creationId xmlns:a16="http://schemas.microsoft.com/office/drawing/2014/main" id="{AD8877D9-C0EC-4059-8467-37BEE02F2B52}"/>
              </a:ext>
            </a:extLst>
          </p:cNvPr>
          <p:cNvCxnSpPr>
            <a:cxnSpLocks/>
            <a:stCxn id="49" idx="3"/>
            <a:endCxn id="63" idx="1"/>
          </p:cNvCxnSpPr>
          <p:nvPr/>
        </p:nvCxnSpPr>
        <p:spPr bwMode="auto">
          <a:xfrm flipV="1">
            <a:off x="5277678" y="4220415"/>
            <a:ext cx="1580067" cy="388061"/>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2" name="直接连接符 71">
            <a:extLst>
              <a:ext uri="{FF2B5EF4-FFF2-40B4-BE49-F238E27FC236}">
                <a16:creationId xmlns:a16="http://schemas.microsoft.com/office/drawing/2014/main" id="{2060EB7E-90BF-45C4-BA9C-D4859753514F}"/>
              </a:ext>
            </a:extLst>
          </p:cNvPr>
          <p:cNvCxnSpPr>
            <a:cxnSpLocks/>
            <a:stCxn id="59" idx="4"/>
            <a:endCxn id="64" idx="1"/>
          </p:cNvCxnSpPr>
          <p:nvPr/>
        </p:nvCxnSpPr>
        <p:spPr bwMode="auto">
          <a:xfrm flipV="1">
            <a:off x="4297152" y="5260641"/>
            <a:ext cx="2560592" cy="36070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4" name="连接符: 肘形 73">
            <a:extLst>
              <a:ext uri="{FF2B5EF4-FFF2-40B4-BE49-F238E27FC236}">
                <a16:creationId xmlns:a16="http://schemas.microsoft.com/office/drawing/2014/main" id="{E38B0A44-A9C0-4A95-B627-85D480C9D22C}"/>
              </a:ext>
            </a:extLst>
          </p:cNvPr>
          <p:cNvCxnSpPr>
            <a:cxnSpLocks/>
            <a:stCxn id="60" idx="3"/>
            <a:endCxn id="65" idx="1"/>
          </p:cNvCxnSpPr>
          <p:nvPr/>
        </p:nvCxnSpPr>
        <p:spPr bwMode="auto">
          <a:xfrm rot="16200000" flipH="1">
            <a:off x="4298746" y="3627758"/>
            <a:ext cx="320459" cy="4797540"/>
          </a:xfrm>
          <a:prstGeom prst="bentConnector2">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3" name="灯片编号占位符 2">
            <a:extLst>
              <a:ext uri="{FF2B5EF4-FFF2-40B4-BE49-F238E27FC236}">
                <a16:creationId xmlns:a16="http://schemas.microsoft.com/office/drawing/2014/main" id="{5C2B152A-F7AB-4374-89B1-FE872F7E1BE7}"/>
              </a:ext>
            </a:extLst>
          </p:cNvPr>
          <p:cNvSpPr>
            <a:spLocks noGrp="1"/>
          </p:cNvSpPr>
          <p:nvPr>
            <p:ph type="sldNum" sz="quarter" idx="12"/>
          </p:nvPr>
        </p:nvSpPr>
        <p:spPr/>
        <p:txBody>
          <a:bodyPr/>
          <a:lstStyle/>
          <a:p>
            <a:fld id="{4B0D34C0-35A8-654C-9FBA-7B4E017BD630}" type="slidenum">
              <a:rPr lang="en-US" altLang="zh-CN" smtClean="0"/>
              <a:t>32</a:t>
            </a:fld>
            <a:endParaRPr kumimoji="1" lang="zh-CN" altLang="en-US"/>
          </a:p>
        </p:txBody>
      </p:sp>
      <p:sp>
        <p:nvSpPr>
          <p:cNvPr id="4" name="页脚占位符 3">
            <a:extLst>
              <a:ext uri="{FF2B5EF4-FFF2-40B4-BE49-F238E27FC236}">
                <a16:creationId xmlns:a16="http://schemas.microsoft.com/office/drawing/2014/main" id="{B591B441-5675-FD6A-5A65-6B767BD5C847}"/>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执行器</a:t>
            </a:r>
            <a:endParaRPr kumimoji="1" lang="zh-CN" altLang="en-US" dirty="0">
              <a:latin typeface="SimHei" panose="02010609060101010101" pitchFamily="49" charset="-122"/>
              <a:ea typeface="SimHei" panose="02010609060101010101" pitchFamily="49" charset="-122"/>
            </a:endParaRPr>
          </a:p>
        </p:txBody>
      </p:sp>
      <p:sp>
        <p:nvSpPr>
          <p:cNvPr id="7" name="箭头: 右弧形 2">
            <a:extLst>
              <a:ext uri="{FF2B5EF4-FFF2-40B4-BE49-F238E27FC236}">
                <a16:creationId xmlns:a16="http://schemas.microsoft.com/office/drawing/2014/main" id="{2A9CF3FA-3CE5-891D-418B-58A20F093FAA}"/>
              </a:ext>
            </a:extLst>
          </p:cNvPr>
          <p:cNvSpPr/>
          <p:nvPr/>
        </p:nvSpPr>
        <p:spPr bwMode="auto">
          <a:xfrm rot="10800000" flipH="1">
            <a:off x="11280911" y="4648302"/>
            <a:ext cx="322302" cy="584775"/>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E5906A30-8FFC-DA06-E35C-389CCC951512}"/>
              </a:ext>
            </a:extLst>
          </p:cNvPr>
          <p:cNvSpPr txBox="1"/>
          <p:nvPr/>
        </p:nvSpPr>
        <p:spPr>
          <a:xfrm>
            <a:off x="11617471" y="3851317"/>
            <a:ext cx="441281" cy="1569660"/>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返回全部元组</a:t>
            </a:r>
          </a:p>
        </p:txBody>
      </p:sp>
    </p:spTree>
    <p:extLst>
      <p:ext uri="{BB962C8B-B14F-4D97-AF65-F5344CB8AC3E}">
        <p14:creationId xmlns:p14="http://schemas.microsoft.com/office/powerpoint/2010/main" val="2447887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物化模型执行流程</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2020562" y="1046897"/>
            <a:ext cx="3801261"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49" name="文本框 48">
            <a:extLst>
              <a:ext uri="{FF2B5EF4-FFF2-40B4-BE49-F238E27FC236}">
                <a16:creationId xmlns:a16="http://schemas.microsoft.com/office/drawing/2014/main" id="{F06EB309-DA5D-4D23-BBFD-5FC6549CC4A0}"/>
              </a:ext>
            </a:extLst>
          </p:cNvPr>
          <p:cNvSpPr txBox="1"/>
          <p:nvPr/>
        </p:nvSpPr>
        <p:spPr>
          <a:xfrm>
            <a:off x="3565098" y="4423810"/>
            <a:ext cx="1712580" cy="369332"/>
          </a:xfrm>
          <a:prstGeom prst="rect">
            <a:avLst/>
          </a:prstGeom>
          <a:solidFill>
            <a:schemeClr val="bg1">
              <a:lumMod val="95000"/>
            </a:schemeClr>
          </a:solidFill>
        </p:spPr>
        <p:txBody>
          <a:bodyPr wrap="squar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90BD5F9-FCE2-4755-8114-CDD73787BE2A}"/>
                  </a:ext>
                </a:extLst>
              </p:cNvPr>
              <p:cNvSpPr txBox="1"/>
              <p:nvPr/>
            </p:nvSpPr>
            <p:spPr>
              <a:xfrm>
                <a:off x="3058776" y="4035421"/>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0" name="文本框 49">
                <a:extLst>
                  <a:ext uri="{FF2B5EF4-FFF2-40B4-BE49-F238E27FC236}">
                    <a16:creationId xmlns:a16="http://schemas.microsoft.com/office/drawing/2014/main" id="{090BD5F9-FCE2-4755-8114-CDD73787BE2A}"/>
                  </a:ext>
                </a:extLst>
              </p:cNvPr>
              <p:cNvSpPr txBox="1">
                <a:spLocks noRot="1" noChangeAspect="1" noMove="1" noResize="1" noEditPoints="1" noAdjustHandles="1" noChangeArrowheads="1" noChangeShapeType="1" noTextEdit="1"/>
              </p:cNvSpPr>
              <p:nvPr/>
            </p:nvSpPr>
            <p:spPr>
              <a:xfrm>
                <a:off x="3058776" y="4035421"/>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44DCC6E-48A2-48AB-9957-5342C3C874F5}"/>
                  </a:ext>
                </a:extLst>
              </p:cNvPr>
              <p:cNvSpPr txBox="1"/>
              <p:nvPr/>
            </p:nvSpPr>
            <p:spPr>
              <a:xfrm>
                <a:off x="2492549" y="3130019"/>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1" name="文本框 50">
                <a:extLst>
                  <a:ext uri="{FF2B5EF4-FFF2-40B4-BE49-F238E27FC236}">
                    <a16:creationId xmlns:a16="http://schemas.microsoft.com/office/drawing/2014/main" id="{244DCC6E-48A2-48AB-9957-5342C3C874F5}"/>
                  </a:ext>
                </a:extLst>
              </p:cNvPr>
              <p:cNvSpPr txBox="1">
                <a:spLocks noRot="1" noChangeAspect="1" noMove="1" noResize="1" noEditPoints="1" noAdjustHandles="1" noChangeArrowheads="1" noChangeShapeType="1" noTextEdit="1"/>
              </p:cNvSpPr>
              <p:nvPr/>
            </p:nvSpPr>
            <p:spPr>
              <a:xfrm>
                <a:off x="2492549" y="3130019"/>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296D3163-1A1A-4B41-B010-D46CA54818B5}"/>
                  </a:ext>
                </a:extLst>
              </p:cNvPr>
              <p:cNvSpPr txBox="1"/>
              <p:nvPr/>
            </p:nvSpPr>
            <p:spPr>
              <a:xfrm>
                <a:off x="2540638" y="2326798"/>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2" name="文本框 51">
                <a:extLst>
                  <a:ext uri="{FF2B5EF4-FFF2-40B4-BE49-F238E27FC236}">
                    <a16:creationId xmlns:a16="http://schemas.microsoft.com/office/drawing/2014/main" id="{296D3163-1A1A-4B41-B010-D46CA54818B5}"/>
                  </a:ext>
                </a:extLst>
              </p:cNvPr>
              <p:cNvSpPr txBox="1">
                <a:spLocks noRot="1" noChangeAspect="1" noMove="1" noResize="1" noEditPoints="1" noAdjustHandles="1" noChangeArrowheads="1" noChangeShapeType="1" noTextEdit="1"/>
              </p:cNvSpPr>
              <p:nvPr/>
            </p:nvSpPr>
            <p:spPr>
              <a:xfrm>
                <a:off x="2540638" y="2326798"/>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66DD310E-0425-4910-9160-69E042545322}"/>
              </a:ext>
            </a:extLst>
          </p:cNvPr>
          <p:cNvSpPr txBox="1"/>
          <p:nvPr/>
        </p:nvSpPr>
        <p:spPr>
          <a:xfrm>
            <a:off x="3111535" y="3473069"/>
            <a:ext cx="2601994"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54" name="文本框 53">
            <a:extLst>
              <a:ext uri="{FF2B5EF4-FFF2-40B4-BE49-F238E27FC236}">
                <a16:creationId xmlns:a16="http://schemas.microsoft.com/office/drawing/2014/main" id="{60A04672-D1E6-45D7-945F-CF0BA678BC9F}"/>
              </a:ext>
            </a:extLst>
          </p:cNvPr>
          <p:cNvSpPr txBox="1"/>
          <p:nvPr/>
        </p:nvSpPr>
        <p:spPr>
          <a:xfrm>
            <a:off x="3111535" y="2689037"/>
            <a:ext cx="2138727"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55" name="直接箭头连接符 54">
            <a:extLst>
              <a:ext uri="{FF2B5EF4-FFF2-40B4-BE49-F238E27FC236}">
                <a16:creationId xmlns:a16="http://schemas.microsoft.com/office/drawing/2014/main" id="{35F104C9-1B38-4F36-A804-C0C5FDF08B9B}"/>
              </a:ext>
            </a:extLst>
          </p:cNvPr>
          <p:cNvCxnSpPr>
            <a:cxnSpLocks/>
            <a:stCxn id="60" idx="1"/>
          </p:cNvCxnSpPr>
          <p:nvPr/>
        </p:nvCxnSpPr>
        <p:spPr>
          <a:xfrm flipV="1">
            <a:off x="2060205" y="3798038"/>
            <a:ext cx="710358"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直接箭头连接符 55">
            <a:extLst>
              <a:ext uri="{FF2B5EF4-FFF2-40B4-BE49-F238E27FC236}">
                <a16:creationId xmlns:a16="http://schemas.microsoft.com/office/drawing/2014/main" id="{E1667C7A-CBA5-4648-BE0D-FEB31DE86845}"/>
              </a:ext>
            </a:extLst>
          </p:cNvPr>
          <p:cNvCxnSpPr>
            <a:cxnSpLocks/>
          </p:cNvCxnSpPr>
          <p:nvPr/>
        </p:nvCxnSpPr>
        <p:spPr>
          <a:xfrm flipH="1" flipV="1">
            <a:off x="3066253" y="3798037"/>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7" name="直接箭头连接符 56">
            <a:extLst>
              <a:ext uri="{FF2B5EF4-FFF2-40B4-BE49-F238E27FC236}">
                <a16:creationId xmlns:a16="http://schemas.microsoft.com/office/drawing/2014/main" id="{BC73193F-C3E6-4C2F-8CDE-95E0D1E7678E}"/>
              </a:ext>
            </a:extLst>
          </p:cNvPr>
          <p:cNvCxnSpPr>
            <a:cxnSpLocks/>
            <a:stCxn id="59" idx="1"/>
          </p:cNvCxnSpPr>
          <p:nvPr/>
        </p:nvCxnSpPr>
        <p:spPr>
          <a:xfrm flipH="1" flipV="1">
            <a:off x="3521746" y="4691222"/>
            <a:ext cx="220152"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直接箭头连接符 57">
            <a:extLst>
              <a:ext uri="{FF2B5EF4-FFF2-40B4-BE49-F238E27FC236}">
                <a16:creationId xmlns:a16="http://schemas.microsoft.com/office/drawing/2014/main" id="{6FB4465E-A9BE-433A-95F3-EC0E29335D2E}"/>
              </a:ext>
            </a:extLst>
          </p:cNvPr>
          <p:cNvCxnSpPr>
            <a:cxnSpLocks/>
          </p:cNvCxnSpPr>
          <p:nvPr/>
        </p:nvCxnSpPr>
        <p:spPr>
          <a:xfrm flipV="1">
            <a:off x="2910291" y="2987248"/>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59" name="圆柱形 58">
            <a:extLst>
              <a:ext uri="{FF2B5EF4-FFF2-40B4-BE49-F238E27FC236}">
                <a16:creationId xmlns:a16="http://schemas.microsoft.com/office/drawing/2014/main" id="{5E5D7ED8-5767-442C-B9AD-FC382FAD932C}"/>
              </a:ext>
            </a:extLst>
          </p:cNvPr>
          <p:cNvSpPr/>
          <p:nvPr/>
        </p:nvSpPr>
        <p:spPr>
          <a:xfrm>
            <a:off x="3186644" y="5376394"/>
            <a:ext cx="1110508"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60" name="圆柱形 59">
            <a:extLst>
              <a:ext uri="{FF2B5EF4-FFF2-40B4-BE49-F238E27FC236}">
                <a16:creationId xmlns:a16="http://schemas.microsoft.com/office/drawing/2014/main" id="{A4A934CE-5DDE-45F5-AB66-92E0F65729A2}"/>
              </a:ext>
            </a:extLst>
          </p:cNvPr>
          <p:cNvSpPr/>
          <p:nvPr/>
        </p:nvSpPr>
        <p:spPr>
          <a:xfrm>
            <a:off x="1504951" y="5376394"/>
            <a:ext cx="1110508"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0D91E0B6-3385-4116-AE41-D366C171DAA8}"/>
                  </a:ext>
                </a:extLst>
              </p:cNvPr>
              <p:cNvSpPr txBox="1"/>
              <p:nvPr/>
            </p:nvSpPr>
            <p:spPr>
              <a:xfrm>
                <a:off x="6857744" y="905090"/>
                <a:ext cx="4423170"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1" name="文本框 60">
                <a:extLst>
                  <a:ext uri="{FF2B5EF4-FFF2-40B4-BE49-F238E27FC236}">
                    <a16:creationId xmlns:a16="http://schemas.microsoft.com/office/drawing/2014/main" xmlns:a14="http://schemas.microsoft.com/office/drawing/2010/main" xmlns="" id="{0D91E0B6-3385-4116-AE41-D366C171DAA8}"/>
                  </a:ext>
                </a:extLst>
              </p:cNvPr>
              <p:cNvSpPr txBox="1">
                <a:spLocks noRot="1" noChangeAspect="1" noMove="1" noResize="1" noEditPoints="1" noAdjustHandles="1" noChangeArrowheads="1" noChangeShapeType="1" noTextEdit="1"/>
              </p:cNvSpPr>
              <p:nvPr/>
            </p:nvSpPr>
            <p:spPr>
              <a:xfrm>
                <a:off x="6857744" y="905090"/>
                <a:ext cx="4423170" cy="1077218"/>
              </a:xfrm>
              <a:prstGeom prst="rect">
                <a:avLst/>
              </a:prstGeom>
              <a:blipFill rotWithShape="0">
                <a:blip r:embed="rId6"/>
                <a:stretch>
                  <a:fillRect l="-826"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180428FE-EF4D-4EF2-8E55-949ABF79F460}"/>
                  </a:ext>
                </a:extLst>
              </p:cNvPr>
              <p:cNvSpPr txBox="1"/>
              <p:nvPr/>
            </p:nvSpPr>
            <p:spPr>
              <a:xfrm>
                <a:off x="6857744" y="2059729"/>
                <a:ext cx="4423169" cy="1569660"/>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2" name="文本框 61">
                <a:extLst>
                  <a:ext uri="{FF2B5EF4-FFF2-40B4-BE49-F238E27FC236}">
                    <a16:creationId xmlns:a16="http://schemas.microsoft.com/office/drawing/2014/main" xmlns:a14="http://schemas.microsoft.com/office/drawing/2010/main" xmlns="" id="{180428FE-EF4D-4EF2-8E55-949ABF79F460}"/>
                  </a:ext>
                </a:extLst>
              </p:cNvPr>
              <p:cNvSpPr txBox="1">
                <a:spLocks noRot="1" noChangeAspect="1" noMove="1" noResize="1" noEditPoints="1" noAdjustHandles="1" noChangeArrowheads="1" noChangeShapeType="1" noTextEdit="1"/>
              </p:cNvSpPr>
              <p:nvPr/>
            </p:nvSpPr>
            <p:spPr>
              <a:xfrm>
                <a:off x="6857744" y="2059729"/>
                <a:ext cx="4423169" cy="1569660"/>
              </a:xfrm>
              <a:prstGeom prst="rect">
                <a:avLst/>
              </a:prstGeom>
              <a:blipFill rotWithShape="0">
                <a:blip r:embed="rId7"/>
                <a:stretch>
                  <a:fillRect l="-826" t="-1167" b="-42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2E94769C-191B-42CE-84A8-B90663697134}"/>
                  </a:ext>
                </a:extLst>
              </p:cNvPr>
              <p:cNvSpPr txBox="1"/>
              <p:nvPr/>
            </p:nvSpPr>
            <p:spPr>
              <a:xfrm>
                <a:off x="6857745" y="3700856"/>
                <a:ext cx="4423168" cy="1077218"/>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3" name="文本框 62">
                <a:extLst>
                  <a:ext uri="{FF2B5EF4-FFF2-40B4-BE49-F238E27FC236}">
                    <a16:creationId xmlns:a16="http://schemas.microsoft.com/office/drawing/2014/main" xmlns:a14="http://schemas.microsoft.com/office/drawing/2010/main" xmlns="" id="{2E94769C-191B-42CE-84A8-B90663697134}"/>
                  </a:ext>
                </a:extLst>
              </p:cNvPr>
              <p:cNvSpPr txBox="1">
                <a:spLocks noRot="1" noChangeAspect="1" noMove="1" noResize="1" noEditPoints="1" noAdjustHandles="1" noChangeArrowheads="1" noChangeShapeType="1" noTextEdit="1"/>
              </p:cNvSpPr>
              <p:nvPr/>
            </p:nvSpPr>
            <p:spPr>
              <a:xfrm>
                <a:off x="6857745" y="3700856"/>
                <a:ext cx="4423168" cy="1077218"/>
              </a:xfrm>
              <a:prstGeom prst="rect">
                <a:avLst/>
              </a:prstGeom>
              <a:blipFill rotWithShape="0">
                <a:blip r:embed="rId8"/>
                <a:stretch>
                  <a:fillRect l="-826" t="-1695"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61634F2E-0DD2-4FFF-B2DA-2FFEF903572D}"/>
                  </a:ext>
                </a:extLst>
              </p:cNvPr>
              <p:cNvSpPr txBox="1"/>
              <p:nvPr/>
            </p:nvSpPr>
            <p:spPr>
              <a:xfrm>
                <a:off x="6857744" y="4845142"/>
                <a:ext cx="4423167" cy="830997"/>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4" name="文本框 63">
                <a:extLst>
                  <a:ext uri="{FF2B5EF4-FFF2-40B4-BE49-F238E27FC236}">
                    <a16:creationId xmlns:a16="http://schemas.microsoft.com/office/drawing/2014/main" xmlns:a14="http://schemas.microsoft.com/office/drawing/2010/main" xmlns="" id="{61634F2E-0DD2-4FFF-B2DA-2FFEF903572D}"/>
                  </a:ext>
                </a:extLst>
              </p:cNvPr>
              <p:cNvSpPr txBox="1">
                <a:spLocks noRot="1" noChangeAspect="1" noMove="1" noResize="1" noEditPoints="1" noAdjustHandles="1" noChangeArrowheads="1" noChangeShapeType="1" noTextEdit="1"/>
              </p:cNvSpPr>
              <p:nvPr/>
            </p:nvSpPr>
            <p:spPr>
              <a:xfrm>
                <a:off x="6857744" y="4845142"/>
                <a:ext cx="4423167" cy="830997"/>
              </a:xfrm>
              <a:prstGeom prst="rect">
                <a:avLst/>
              </a:prstGeom>
              <a:blipFill rotWithShape="0">
                <a:blip r:embed="rId9"/>
                <a:stretch>
                  <a:fillRect l="-826" t="-2206" b="-88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B9428F08-F45F-401F-9451-D84D034353FF}"/>
                  </a:ext>
                </a:extLst>
              </p:cNvPr>
              <p:cNvSpPr txBox="1"/>
              <p:nvPr/>
            </p:nvSpPr>
            <p:spPr>
              <a:xfrm>
                <a:off x="6857745" y="5761734"/>
                <a:ext cx="4423166" cy="830997"/>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5" name="文本框 64">
                <a:extLst>
                  <a:ext uri="{FF2B5EF4-FFF2-40B4-BE49-F238E27FC236}">
                    <a16:creationId xmlns:a16="http://schemas.microsoft.com/office/drawing/2014/main" xmlns:a14="http://schemas.microsoft.com/office/drawing/2010/main" xmlns="" id="{B9428F08-F45F-401F-9451-D84D034353FF}"/>
                  </a:ext>
                </a:extLst>
              </p:cNvPr>
              <p:cNvSpPr txBox="1">
                <a:spLocks noRot="1" noChangeAspect="1" noMove="1" noResize="1" noEditPoints="1" noAdjustHandles="1" noChangeArrowheads="1" noChangeShapeType="1" noTextEdit="1"/>
              </p:cNvSpPr>
              <p:nvPr/>
            </p:nvSpPr>
            <p:spPr>
              <a:xfrm>
                <a:off x="6857745" y="5761734"/>
                <a:ext cx="4423166" cy="830997"/>
              </a:xfrm>
              <a:prstGeom prst="rect">
                <a:avLst/>
              </a:prstGeom>
              <a:blipFill rotWithShape="0">
                <a:blip r:embed="rId10"/>
                <a:stretch>
                  <a:fillRect l="-826" t="-2206" b="-8824"/>
                </a:stretch>
              </a:blipFill>
            </p:spPr>
            <p:txBody>
              <a:bodyPr/>
              <a:lstStyle/>
              <a:p>
                <a:r>
                  <a:rPr lang="zh-CN" altLang="en-US">
                    <a:noFill/>
                  </a:rPr>
                  <a:t> </a:t>
                </a:r>
              </a:p>
            </p:txBody>
          </p:sp>
        </mc:Fallback>
      </mc:AlternateContent>
      <p:cxnSp>
        <p:nvCxnSpPr>
          <p:cNvPr id="66" name="直接连接符 65">
            <a:extLst>
              <a:ext uri="{FF2B5EF4-FFF2-40B4-BE49-F238E27FC236}">
                <a16:creationId xmlns:a16="http://schemas.microsoft.com/office/drawing/2014/main" id="{DDAB32EA-89CD-4781-BC3D-0D8F3A40BD64}"/>
              </a:ext>
            </a:extLst>
          </p:cNvPr>
          <p:cNvCxnSpPr>
            <a:cxnSpLocks/>
            <a:stCxn id="54" idx="3"/>
            <a:endCxn id="61" idx="1"/>
          </p:cNvCxnSpPr>
          <p:nvPr/>
        </p:nvCxnSpPr>
        <p:spPr bwMode="auto">
          <a:xfrm flipV="1">
            <a:off x="5250262" y="1443699"/>
            <a:ext cx="1607482" cy="1430004"/>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68" name="直接连接符 67">
            <a:extLst>
              <a:ext uri="{FF2B5EF4-FFF2-40B4-BE49-F238E27FC236}">
                <a16:creationId xmlns:a16="http://schemas.microsoft.com/office/drawing/2014/main" id="{13093B0C-D512-4D4E-B916-155603A4E103}"/>
              </a:ext>
            </a:extLst>
          </p:cNvPr>
          <p:cNvCxnSpPr>
            <a:cxnSpLocks/>
            <a:stCxn id="53" idx="3"/>
            <a:endCxn id="62" idx="1"/>
          </p:cNvCxnSpPr>
          <p:nvPr/>
        </p:nvCxnSpPr>
        <p:spPr bwMode="auto">
          <a:xfrm flipV="1">
            <a:off x="5713529" y="2844559"/>
            <a:ext cx="1144215" cy="81317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0" name="直接连接符 69">
            <a:extLst>
              <a:ext uri="{FF2B5EF4-FFF2-40B4-BE49-F238E27FC236}">
                <a16:creationId xmlns:a16="http://schemas.microsoft.com/office/drawing/2014/main" id="{AD8877D9-C0EC-4059-8467-37BEE02F2B52}"/>
              </a:ext>
            </a:extLst>
          </p:cNvPr>
          <p:cNvCxnSpPr>
            <a:cxnSpLocks/>
            <a:stCxn id="49" idx="3"/>
            <a:endCxn id="63" idx="1"/>
          </p:cNvCxnSpPr>
          <p:nvPr/>
        </p:nvCxnSpPr>
        <p:spPr bwMode="auto">
          <a:xfrm flipV="1">
            <a:off x="5277678" y="4239465"/>
            <a:ext cx="1580067" cy="369011"/>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2" name="直接连接符 71">
            <a:extLst>
              <a:ext uri="{FF2B5EF4-FFF2-40B4-BE49-F238E27FC236}">
                <a16:creationId xmlns:a16="http://schemas.microsoft.com/office/drawing/2014/main" id="{2060EB7E-90BF-45C4-BA9C-D4859753514F}"/>
              </a:ext>
            </a:extLst>
          </p:cNvPr>
          <p:cNvCxnSpPr>
            <a:cxnSpLocks/>
            <a:stCxn id="59" idx="4"/>
            <a:endCxn id="64" idx="1"/>
          </p:cNvCxnSpPr>
          <p:nvPr/>
        </p:nvCxnSpPr>
        <p:spPr bwMode="auto">
          <a:xfrm flipV="1">
            <a:off x="4297152" y="5260641"/>
            <a:ext cx="2560592" cy="36070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4" name="连接符: 肘形 73">
            <a:extLst>
              <a:ext uri="{FF2B5EF4-FFF2-40B4-BE49-F238E27FC236}">
                <a16:creationId xmlns:a16="http://schemas.microsoft.com/office/drawing/2014/main" id="{E38B0A44-A9C0-4A95-B627-85D480C9D22C}"/>
              </a:ext>
            </a:extLst>
          </p:cNvPr>
          <p:cNvCxnSpPr>
            <a:cxnSpLocks/>
            <a:stCxn id="60" idx="3"/>
            <a:endCxn id="65" idx="1"/>
          </p:cNvCxnSpPr>
          <p:nvPr/>
        </p:nvCxnSpPr>
        <p:spPr bwMode="auto">
          <a:xfrm rot="16200000" flipH="1">
            <a:off x="4303508" y="3622996"/>
            <a:ext cx="310934" cy="4797540"/>
          </a:xfrm>
          <a:prstGeom prst="bentConnector2">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3" name="灯片编号占位符 2">
            <a:extLst>
              <a:ext uri="{FF2B5EF4-FFF2-40B4-BE49-F238E27FC236}">
                <a16:creationId xmlns:a16="http://schemas.microsoft.com/office/drawing/2014/main" id="{5C2B152A-F7AB-4374-89B1-FE872F7E1BE7}"/>
              </a:ext>
            </a:extLst>
          </p:cNvPr>
          <p:cNvSpPr>
            <a:spLocks noGrp="1"/>
          </p:cNvSpPr>
          <p:nvPr>
            <p:ph type="sldNum" sz="quarter" idx="12"/>
          </p:nvPr>
        </p:nvSpPr>
        <p:spPr/>
        <p:txBody>
          <a:bodyPr/>
          <a:lstStyle/>
          <a:p>
            <a:fld id="{4B0D34C0-35A8-654C-9FBA-7B4E017BD630}" type="slidenum">
              <a:rPr lang="en-US" altLang="zh-CN" smtClean="0"/>
              <a:t>33</a:t>
            </a:fld>
            <a:endParaRPr kumimoji="1" lang="zh-CN" altLang="en-US"/>
          </a:p>
        </p:txBody>
      </p:sp>
      <p:sp>
        <p:nvSpPr>
          <p:cNvPr id="4" name="页脚占位符 3">
            <a:extLst>
              <a:ext uri="{FF2B5EF4-FFF2-40B4-BE49-F238E27FC236}">
                <a16:creationId xmlns:a16="http://schemas.microsoft.com/office/drawing/2014/main" id="{B591B441-5675-FD6A-5A65-6B767BD5C847}"/>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执行器</a:t>
            </a:r>
            <a:endParaRPr kumimoji="1" lang="zh-CN" altLang="en-US" dirty="0">
              <a:latin typeface="SimHei" panose="02010609060101010101" pitchFamily="49" charset="-122"/>
              <a:ea typeface="SimHei" panose="02010609060101010101" pitchFamily="49" charset="-122"/>
            </a:endParaRPr>
          </a:p>
        </p:txBody>
      </p:sp>
      <p:sp>
        <p:nvSpPr>
          <p:cNvPr id="7" name="箭头: 右弧形 2">
            <a:extLst>
              <a:ext uri="{FF2B5EF4-FFF2-40B4-BE49-F238E27FC236}">
                <a16:creationId xmlns:a16="http://schemas.microsoft.com/office/drawing/2014/main" id="{2A9CF3FA-3CE5-891D-418B-58A20F093FAA}"/>
              </a:ext>
            </a:extLst>
          </p:cNvPr>
          <p:cNvSpPr/>
          <p:nvPr/>
        </p:nvSpPr>
        <p:spPr bwMode="auto">
          <a:xfrm rot="10800000" flipH="1">
            <a:off x="11280911" y="3059136"/>
            <a:ext cx="322302" cy="1318084"/>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5" name="文本框 4">
            <a:extLst>
              <a:ext uri="{FF2B5EF4-FFF2-40B4-BE49-F238E27FC236}">
                <a16:creationId xmlns:a16="http://schemas.microsoft.com/office/drawing/2014/main" id="{E5906A30-8FFC-DA06-E35C-389CCC951512}"/>
              </a:ext>
            </a:extLst>
          </p:cNvPr>
          <p:cNvSpPr txBox="1"/>
          <p:nvPr/>
        </p:nvSpPr>
        <p:spPr>
          <a:xfrm>
            <a:off x="11617471" y="2628805"/>
            <a:ext cx="441281" cy="1938992"/>
          </a:xfrm>
          <a:prstGeom prst="rect">
            <a:avLst/>
          </a:prstGeom>
          <a:noFill/>
        </p:spPr>
        <p:txBody>
          <a:bodyPr wrap="square" rtlCol="0">
            <a:spAutoFit/>
          </a:bodyPr>
          <a:lstStyle/>
          <a:p>
            <a:r>
              <a:rPr lang="zh-CN" altLang="en-US" sz="2000" dirty="0"/>
              <a:t>返回全部元组</a:t>
            </a:r>
          </a:p>
        </p:txBody>
      </p:sp>
    </p:spTree>
    <p:extLst>
      <p:ext uri="{BB962C8B-B14F-4D97-AF65-F5344CB8AC3E}">
        <p14:creationId xmlns:p14="http://schemas.microsoft.com/office/powerpoint/2010/main" val="40505457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物化模型执行流程</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2020562" y="1046897"/>
            <a:ext cx="3801261"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49" name="文本框 48">
            <a:extLst>
              <a:ext uri="{FF2B5EF4-FFF2-40B4-BE49-F238E27FC236}">
                <a16:creationId xmlns:a16="http://schemas.microsoft.com/office/drawing/2014/main" id="{F06EB309-DA5D-4D23-BBFD-5FC6549CC4A0}"/>
              </a:ext>
            </a:extLst>
          </p:cNvPr>
          <p:cNvSpPr txBox="1"/>
          <p:nvPr/>
        </p:nvSpPr>
        <p:spPr>
          <a:xfrm>
            <a:off x="3565098" y="4423810"/>
            <a:ext cx="1712580" cy="369332"/>
          </a:xfrm>
          <a:prstGeom prst="rect">
            <a:avLst/>
          </a:prstGeom>
          <a:solidFill>
            <a:schemeClr val="bg1">
              <a:lumMod val="95000"/>
            </a:schemeClr>
          </a:solidFill>
        </p:spPr>
        <p:txBody>
          <a:bodyPr wrap="squar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90BD5F9-FCE2-4755-8114-CDD73787BE2A}"/>
                  </a:ext>
                </a:extLst>
              </p:cNvPr>
              <p:cNvSpPr txBox="1"/>
              <p:nvPr/>
            </p:nvSpPr>
            <p:spPr>
              <a:xfrm>
                <a:off x="3058776" y="4035421"/>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0" name="文本框 49">
                <a:extLst>
                  <a:ext uri="{FF2B5EF4-FFF2-40B4-BE49-F238E27FC236}">
                    <a16:creationId xmlns:a16="http://schemas.microsoft.com/office/drawing/2014/main" id="{090BD5F9-FCE2-4755-8114-CDD73787BE2A}"/>
                  </a:ext>
                </a:extLst>
              </p:cNvPr>
              <p:cNvSpPr txBox="1">
                <a:spLocks noRot="1" noChangeAspect="1" noMove="1" noResize="1" noEditPoints="1" noAdjustHandles="1" noChangeArrowheads="1" noChangeShapeType="1" noTextEdit="1"/>
              </p:cNvSpPr>
              <p:nvPr/>
            </p:nvSpPr>
            <p:spPr>
              <a:xfrm>
                <a:off x="3058776" y="4035421"/>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44DCC6E-48A2-48AB-9957-5342C3C874F5}"/>
                  </a:ext>
                </a:extLst>
              </p:cNvPr>
              <p:cNvSpPr txBox="1"/>
              <p:nvPr/>
            </p:nvSpPr>
            <p:spPr>
              <a:xfrm>
                <a:off x="2492549" y="3130019"/>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1" name="文本框 50">
                <a:extLst>
                  <a:ext uri="{FF2B5EF4-FFF2-40B4-BE49-F238E27FC236}">
                    <a16:creationId xmlns:a16="http://schemas.microsoft.com/office/drawing/2014/main" id="{244DCC6E-48A2-48AB-9957-5342C3C874F5}"/>
                  </a:ext>
                </a:extLst>
              </p:cNvPr>
              <p:cNvSpPr txBox="1">
                <a:spLocks noRot="1" noChangeAspect="1" noMove="1" noResize="1" noEditPoints="1" noAdjustHandles="1" noChangeArrowheads="1" noChangeShapeType="1" noTextEdit="1"/>
              </p:cNvSpPr>
              <p:nvPr/>
            </p:nvSpPr>
            <p:spPr>
              <a:xfrm>
                <a:off x="2492549" y="3130019"/>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296D3163-1A1A-4B41-B010-D46CA54818B5}"/>
                  </a:ext>
                </a:extLst>
              </p:cNvPr>
              <p:cNvSpPr txBox="1"/>
              <p:nvPr/>
            </p:nvSpPr>
            <p:spPr>
              <a:xfrm>
                <a:off x="2540638" y="2326798"/>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2" name="文本框 51">
                <a:extLst>
                  <a:ext uri="{FF2B5EF4-FFF2-40B4-BE49-F238E27FC236}">
                    <a16:creationId xmlns:a16="http://schemas.microsoft.com/office/drawing/2014/main" id="{296D3163-1A1A-4B41-B010-D46CA54818B5}"/>
                  </a:ext>
                </a:extLst>
              </p:cNvPr>
              <p:cNvSpPr txBox="1">
                <a:spLocks noRot="1" noChangeAspect="1" noMove="1" noResize="1" noEditPoints="1" noAdjustHandles="1" noChangeArrowheads="1" noChangeShapeType="1" noTextEdit="1"/>
              </p:cNvSpPr>
              <p:nvPr/>
            </p:nvSpPr>
            <p:spPr>
              <a:xfrm>
                <a:off x="2540638" y="2326798"/>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66DD310E-0425-4910-9160-69E042545322}"/>
              </a:ext>
            </a:extLst>
          </p:cNvPr>
          <p:cNvSpPr txBox="1"/>
          <p:nvPr/>
        </p:nvSpPr>
        <p:spPr>
          <a:xfrm>
            <a:off x="3111535" y="3473069"/>
            <a:ext cx="2601994"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54" name="文本框 53">
            <a:extLst>
              <a:ext uri="{FF2B5EF4-FFF2-40B4-BE49-F238E27FC236}">
                <a16:creationId xmlns:a16="http://schemas.microsoft.com/office/drawing/2014/main" id="{60A04672-D1E6-45D7-945F-CF0BA678BC9F}"/>
              </a:ext>
            </a:extLst>
          </p:cNvPr>
          <p:cNvSpPr txBox="1"/>
          <p:nvPr/>
        </p:nvSpPr>
        <p:spPr>
          <a:xfrm>
            <a:off x="3111535" y="2689037"/>
            <a:ext cx="2138727" cy="369332"/>
          </a:xfrm>
          <a:prstGeom prst="rect">
            <a:avLst/>
          </a:prstGeom>
          <a:solidFill>
            <a:schemeClr val="bg1">
              <a:lumMod val="95000"/>
            </a:schemeClr>
          </a:solidFill>
        </p:spPr>
        <p:txBody>
          <a:bodyPr wrap="none" rtlCol="0">
            <a:spAutoFit/>
          </a:bodyPr>
          <a:lstStyle/>
          <a:p>
            <a:r>
              <a:rPr lang="en-US"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55" name="直接箭头连接符 54">
            <a:extLst>
              <a:ext uri="{FF2B5EF4-FFF2-40B4-BE49-F238E27FC236}">
                <a16:creationId xmlns:a16="http://schemas.microsoft.com/office/drawing/2014/main" id="{35F104C9-1B38-4F36-A804-C0C5FDF08B9B}"/>
              </a:ext>
            </a:extLst>
          </p:cNvPr>
          <p:cNvCxnSpPr>
            <a:cxnSpLocks/>
            <a:stCxn id="60" idx="1"/>
          </p:cNvCxnSpPr>
          <p:nvPr/>
        </p:nvCxnSpPr>
        <p:spPr>
          <a:xfrm flipV="1">
            <a:off x="2055442" y="3798038"/>
            <a:ext cx="715121"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直接箭头连接符 55">
            <a:extLst>
              <a:ext uri="{FF2B5EF4-FFF2-40B4-BE49-F238E27FC236}">
                <a16:creationId xmlns:a16="http://schemas.microsoft.com/office/drawing/2014/main" id="{E1667C7A-CBA5-4648-BE0D-FEB31DE86845}"/>
              </a:ext>
            </a:extLst>
          </p:cNvPr>
          <p:cNvCxnSpPr>
            <a:cxnSpLocks/>
          </p:cNvCxnSpPr>
          <p:nvPr/>
        </p:nvCxnSpPr>
        <p:spPr>
          <a:xfrm flipH="1" flipV="1">
            <a:off x="3066253" y="3798037"/>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7" name="直接箭头连接符 56">
            <a:extLst>
              <a:ext uri="{FF2B5EF4-FFF2-40B4-BE49-F238E27FC236}">
                <a16:creationId xmlns:a16="http://schemas.microsoft.com/office/drawing/2014/main" id="{BC73193F-C3E6-4C2F-8CDE-95E0D1E7678E}"/>
              </a:ext>
            </a:extLst>
          </p:cNvPr>
          <p:cNvCxnSpPr>
            <a:cxnSpLocks/>
            <a:stCxn id="59" idx="1"/>
          </p:cNvCxnSpPr>
          <p:nvPr/>
        </p:nvCxnSpPr>
        <p:spPr>
          <a:xfrm flipH="1" flipV="1">
            <a:off x="3521747" y="4691222"/>
            <a:ext cx="214566"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直接箭头连接符 57">
            <a:extLst>
              <a:ext uri="{FF2B5EF4-FFF2-40B4-BE49-F238E27FC236}">
                <a16:creationId xmlns:a16="http://schemas.microsoft.com/office/drawing/2014/main" id="{6FB4465E-A9BE-433A-95F3-EC0E29335D2E}"/>
              </a:ext>
            </a:extLst>
          </p:cNvPr>
          <p:cNvCxnSpPr>
            <a:cxnSpLocks/>
          </p:cNvCxnSpPr>
          <p:nvPr/>
        </p:nvCxnSpPr>
        <p:spPr>
          <a:xfrm flipV="1">
            <a:off x="2910291" y="2987248"/>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59" name="圆柱形 58">
            <a:extLst>
              <a:ext uri="{FF2B5EF4-FFF2-40B4-BE49-F238E27FC236}">
                <a16:creationId xmlns:a16="http://schemas.microsoft.com/office/drawing/2014/main" id="{5E5D7ED8-5767-442C-B9AD-FC382FAD932C}"/>
              </a:ext>
            </a:extLst>
          </p:cNvPr>
          <p:cNvSpPr/>
          <p:nvPr/>
        </p:nvSpPr>
        <p:spPr>
          <a:xfrm>
            <a:off x="3175474" y="5376394"/>
            <a:ext cx="1121677"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60" name="圆柱形 59">
            <a:extLst>
              <a:ext uri="{FF2B5EF4-FFF2-40B4-BE49-F238E27FC236}">
                <a16:creationId xmlns:a16="http://schemas.microsoft.com/office/drawing/2014/main" id="{A4A934CE-5DDE-45F5-AB66-92E0F65729A2}"/>
              </a:ext>
            </a:extLst>
          </p:cNvPr>
          <p:cNvSpPr/>
          <p:nvPr/>
        </p:nvSpPr>
        <p:spPr>
          <a:xfrm>
            <a:off x="1495425" y="5376394"/>
            <a:ext cx="1120033"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0D91E0B6-3385-4116-AE41-D366C171DAA8}"/>
                  </a:ext>
                </a:extLst>
              </p:cNvPr>
              <p:cNvSpPr txBox="1"/>
              <p:nvPr/>
            </p:nvSpPr>
            <p:spPr>
              <a:xfrm>
                <a:off x="6857744" y="924140"/>
                <a:ext cx="4423170" cy="1077218"/>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1" name="文本框 60">
                <a:extLst>
                  <a:ext uri="{FF2B5EF4-FFF2-40B4-BE49-F238E27FC236}">
                    <a16:creationId xmlns:a16="http://schemas.microsoft.com/office/drawing/2014/main" xmlns:a14="http://schemas.microsoft.com/office/drawing/2010/main" xmlns="" id="{0D91E0B6-3385-4116-AE41-D366C171DAA8}"/>
                  </a:ext>
                </a:extLst>
              </p:cNvPr>
              <p:cNvSpPr txBox="1">
                <a:spLocks noRot="1" noChangeAspect="1" noMove="1" noResize="1" noEditPoints="1" noAdjustHandles="1" noChangeArrowheads="1" noChangeShapeType="1" noTextEdit="1"/>
              </p:cNvSpPr>
              <p:nvPr/>
            </p:nvSpPr>
            <p:spPr>
              <a:xfrm>
                <a:off x="6857744" y="924140"/>
                <a:ext cx="4423170" cy="1077218"/>
              </a:xfrm>
              <a:prstGeom prst="rect">
                <a:avLst/>
              </a:prstGeom>
              <a:blipFill rotWithShape="0">
                <a:blip r:embed="rId6"/>
                <a:stretch>
                  <a:fillRect l="-826" t="-1705" b="-6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180428FE-EF4D-4EF2-8E55-949ABF79F460}"/>
                  </a:ext>
                </a:extLst>
              </p:cNvPr>
              <p:cNvSpPr txBox="1"/>
              <p:nvPr/>
            </p:nvSpPr>
            <p:spPr>
              <a:xfrm>
                <a:off x="6857744" y="2078779"/>
                <a:ext cx="4423169" cy="1569660"/>
              </a:xfrm>
              <a:prstGeom prst="rect">
                <a:avLst/>
              </a:prstGeom>
              <a:solidFill>
                <a:srgbClr val="701988">
                  <a:alpha val="20000"/>
                </a:srgb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2" name="文本框 61">
                <a:extLst>
                  <a:ext uri="{FF2B5EF4-FFF2-40B4-BE49-F238E27FC236}">
                    <a16:creationId xmlns:a16="http://schemas.microsoft.com/office/drawing/2014/main" xmlns:a14="http://schemas.microsoft.com/office/drawing/2010/main" xmlns="" id="{180428FE-EF4D-4EF2-8E55-949ABF79F460}"/>
                  </a:ext>
                </a:extLst>
              </p:cNvPr>
              <p:cNvSpPr txBox="1">
                <a:spLocks noRot="1" noChangeAspect="1" noMove="1" noResize="1" noEditPoints="1" noAdjustHandles="1" noChangeArrowheads="1" noChangeShapeType="1" noTextEdit="1"/>
              </p:cNvSpPr>
              <p:nvPr/>
            </p:nvSpPr>
            <p:spPr>
              <a:xfrm>
                <a:off x="6857744" y="2078779"/>
                <a:ext cx="4423169" cy="1569660"/>
              </a:xfrm>
              <a:prstGeom prst="rect">
                <a:avLst/>
              </a:prstGeom>
              <a:blipFill rotWithShape="0">
                <a:blip r:embed="rId7"/>
                <a:stretch>
                  <a:fillRect l="-826" t="-1167" b="-42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2E94769C-191B-42CE-84A8-B90663697134}"/>
                  </a:ext>
                </a:extLst>
              </p:cNvPr>
              <p:cNvSpPr txBox="1"/>
              <p:nvPr/>
            </p:nvSpPr>
            <p:spPr>
              <a:xfrm>
                <a:off x="6857745" y="3710381"/>
                <a:ext cx="4423168" cy="1077218"/>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child.output</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3" name="文本框 62">
                <a:extLst>
                  <a:ext uri="{FF2B5EF4-FFF2-40B4-BE49-F238E27FC236}">
                    <a16:creationId xmlns:a16="http://schemas.microsoft.com/office/drawing/2014/main" xmlns:a14="http://schemas.microsoft.com/office/drawing/2010/main" xmlns="" id="{2E94769C-191B-42CE-84A8-B90663697134}"/>
                  </a:ext>
                </a:extLst>
              </p:cNvPr>
              <p:cNvSpPr txBox="1">
                <a:spLocks noRot="1" noChangeAspect="1" noMove="1" noResize="1" noEditPoints="1" noAdjustHandles="1" noChangeArrowheads="1" noChangeShapeType="1" noTextEdit="1"/>
              </p:cNvSpPr>
              <p:nvPr/>
            </p:nvSpPr>
            <p:spPr>
              <a:xfrm>
                <a:off x="6857745" y="3710381"/>
                <a:ext cx="4423168" cy="1077218"/>
              </a:xfrm>
              <a:prstGeom prst="rect">
                <a:avLst/>
              </a:prstGeom>
              <a:blipFill rotWithShape="0">
                <a:blip r:embed="rId8"/>
                <a:stretch>
                  <a:fillRect l="-826" t="-1705" b="-6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61634F2E-0DD2-4FFF-B2DA-2FFEF903572D}"/>
                  </a:ext>
                </a:extLst>
              </p:cNvPr>
              <p:cNvSpPr txBox="1"/>
              <p:nvPr/>
            </p:nvSpPr>
            <p:spPr>
              <a:xfrm>
                <a:off x="6857744" y="4845142"/>
                <a:ext cx="4423167" cy="830997"/>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4" name="文本框 63">
                <a:extLst>
                  <a:ext uri="{FF2B5EF4-FFF2-40B4-BE49-F238E27FC236}">
                    <a16:creationId xmlns:a16="http://schemas.microsoft.com/office/drawing/2014/main" xmlns:a14="http://schemas.microsoft.com/office/drawing/2010/main" xmlns="" id="{61634F2E-0DD2-4FFF-B2DA-2FFEF903572D}"/>
                  </a:ext>
                </a:extLst>
              </p:cNvPr>
              <p:cNvSpPr txBox="1">
                <a:spLocks noRot="1" noChangeAspect="1" noMove="1" noResize="1" noEditPoints="1" noAdjustHandles="1" noChangeArrowheads="1" noChangeShapeType="1" noTextEdit="1"/>
              </p:cNvSpPr>
              <p:nvPr/>
            </p:nvSpPr>
            <p:spPr>
              <a:xfrm>
                <a:off x="6857744" y="4845142"/>
                <a:ext cx="4423167" cy="830997"/>
              </a:xfrm>
              <a:prstGeom prst="rect">
                <a:avLst/>
              </a:prstGeom>
              <a:blipFill rotWithShape="0">
                <a:blip r:embed="rId9"/>
                <a:stretch>
                  <a:fillRect l="-826" t="-2206" b="-88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B9428F08-F45F-401F-9451-D84D034353FF}"/>
                  </a:ext>
                </a:extLst>
              </p:cNvPr>
              <p:cNvSpPr txBox="1"/>
              <p:nvPr/>
            </p:nvSpPr>
            <p:spPr>
              <a:xfrm>
                <a:off x="6857745" y="5742684"/>
                <a:ext cx="4423166" cy="830997"/>
              </a:xfrm>
              <a:prstGeom prst="rect">
                <a:avLst/>
              </a:prstGeom>
              <a:solidFill>
                <a:srgbClr val="701988">
                  <a:alpha val="20000"/>
                </a:srgb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6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r>
                  <a:rPr lang="zh-CN" alt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6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return out</a:t>
                </a:r>
              </a:p>
            </p:txBody>
          </p:sp>
        </mc:Choice>
        <mc:Fallback xmlns="">
          <p:sp>
            <p:nvSpPr>
              <p:cNvPr id="65" name="文本框 64">
                <a:extLst>
                  <a:ext uri="{FF2B5EF4-FFF2-40B4-BE49-F238E27FC236}">
                    <a16:creationId xmlns:a16="http://schemas.microsoft.com/office/drawing/2014/main" xmlns:a14="http://schemas.microsoft.com/office/drawing/2010/main" xmlns="" id="{B9428F08-F45F-401F-9451-D84D034353FF}"/>
                  </a:ext>
                </a:extLst>
              </p:cNvPr>
              <p:cNvSpPr txBox="1">
                <a:spLocks noRot="1" noChangeAspect="1" noMove="1" noResize="1" noEditPoints="1" noAdjustHandles="1" noChangeArrowheads="1" noChangeShapeType="1" noTextEdit="1"/>
              </p:cNvSpPr>
              <p:nvPr/>
            </p:nvSpPr>
            <p:spPr>
              <a:xfrm>
                <a:off x="6857745" y="5742684"/>
                <a:ext cx="4423166" cy="830997"/>
              </a:xfrm>
              <a:prstGeom prst="rect">
                <a:avLst/>
              </a:prstGeom>
              <a:blipFill rotWithShape="0">
                <a:blip r:embed="rId10"/>
                <a:stretch>
                  <a:fillRect l="-826" t="-2206" b="-8824"/>
                </a:stretch>
              </a:blipFill>
            </p:spPr>
            <p:txBody>
              <a:bodyPr/>
              <a:lstStyle/>
              <a:p>
                <a:r>
                  <a:rPr lang="zh-CN" altLang="en-US">
                    <a:noFill/>
                  </a:rPr>
                  <a:t> </a:t>
                </a:r>
              </a:p>
            </p:txBody>
          </p:sp>
        </mc:Fallback>
      </mc:AlternateContent>
      <p:cxnSp>
        <p:nvCxnSpPr>
          <p:cNvPr id="66" name="直接连接符 65">
            <a:extLst>
              <a:ext uri="{FF2B5EF4-FFF2-40B4-BE49-F238E27FC236}">
                <a16:creationId xmlns:a16="http://schemas.microsoft.com/office/drawing/2014/main" id="{DDAB32EA-89CD-4781-BC3D-0D8F3A40BD64}"/>
              </a:ext>
            </a:extLst>
          </p:cNvPr>
          <p:cNvCxnSpPr>
            <a:cxnSpLocks/>
            <a:stCxn id="54" idx="3"/>
            <a:endCxn id="61" idx="1"/>
          </p:cNvCxnSpPr>
          <p:nvPr/>
        </p:nvCxnSpPr>
        <p:spPr bwMode="auto">
          <a:xfrm flipV="1">
            <a:off x="5250262" y="1462749"/>
            <a:ext cx="1607482" cy="1410954"/>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68" name="直接连接符 67">
            <a:extLst>
              <a:ext uri="{FF2B5EF4-FFF2-40B4-BE49-F238E27FC236}">
                <a16:creationId xmlns:a16="http://schemas.microsoft.com/office/drawing/2014/main" id="{13093B0C-D512-4D4E-B916-155603A4E103}"/>
              </a:ext>
            </a:extLst>
          </p:cNvPr>
          <p:cNvCxnSpPr>
            <a:cxnSpLocks/>
            <a:stCxn id="53" idx="3"/>
            <a:endCxn id="62" idx="1"/>
          </p:cNvCxnSpPr>
          <p:nvPr/>
        </p:nvCxnSpPr>
        <p:spPr bwMode="auto">
          <a:xfrm flipV="1">
            <a:off x="5713529" y="2863609"/>
            <a:ext cx="1144215" cy="79412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0" name="直接连接符 69">
            <a:extLst>
              <a:ext uri="{FF2B5EF4-FFF2-40B4-BE49-F238E27FC236}">
                <a16:creationId xmlns:a16="http://schemas.microsoft.com/office/drawing/2014/main" id="{AD8877D9-C0EC-4059-8467-37BEE02F2B52}"/>
              </a:ext>
            </a:extLst>
          </p:cNvPr>
          <p:cNvCxnSpPr>
            <a:cxnSpLocks/>
            <a:stCxn id="49" idx="3"/>
            <a:endCxn id="63" idx="1"/>
          </p:cNvCxnSpPr>
          <p:nvPr/>
        </p:nvCxnSpPr>
        <p:spPr bwMode="auto">
          <a:xfrm flipV="1">
            <a:off x="5277678" y="4248990"/>
            <a:ext cx="1580067" cy="35948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2" name="直接连接符 71">
            <a:extLst>
              <a:ext uri="{FF2B5EF4-FFF2-40B4-BE49-F238E27FC236}">
                <a16:creationId xmlns:a16="http://schemas.microsoft.com/office/drawing/2014/main" id="{2060EB7E-90BF-45C4-BA9C-D4859753514F}"/>
              </a:ext>
            </a:extLst>
          </p:cNvPr>
          <p:cNvCxnSpPr>
            <a:cxnSpLocks/>
            <a:stCxn id="59" idx="4"/>
            <a:endCxn id="64" idx="1"/>
          </p:cNvCxnSpPr>
          <p:nvPr/>
        </p:nvCxnSpPr>
        <p:spPr bwMode="auto">
          <a:xfrm flipV="1">
            <a:off x="4297151" y="5260641"/>
            <a:ext cx="2560593" cy="360706"/>
          </a:xfrm>
          <a:prstGeom prst="line">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4" name="连接符: 肘形 73">
            <a:extLst>
              <a:ext uri="{FF2B5EF4-FFF2-40B4-BE49-F238E27FC236}">
                <a16:creationId xmlns:a16="http://schemas.microsoft.com/office/drawing/2014/main" id="{E38B0A44-A9C0-4A95-B627-85D480C9D22C}"/>
              </a:ext>
            </a:extLst>
          </p:cNvPr>
          <p:cNvCxnSpPr>
            <a:cxnSpLocks/>
            <a:stCxn id="60" idx="3"/>
            <a:endCxn id="65" idx="1"/>
          </p:cNvCxnSpPr>
          <p:nvPr/>
        </p:nvCxnSpPr>
        <p:spPr bwMode="auto">
          <a:xfrm rot="16200000" flipH="1">
            <a:off x="4310651" y="3611089"/>
            <a:ext cx="291884" cy="4802303"/>
          </a:xfrm>
          <a:prstGeom prst="bentConnector2">
            <a:avLst/>
          </a:prstGeom>
          <a:ln w="9525" cap="flat" cmpd="sng" algn="ctr">
            <a:solidFill>
              <a:schemeClr val="tx1"/>
            </a:solidFill>
            <a:prstDash val="dash"/>
            <a:round/>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3" name="灯片编号占位符 2">
            <a:extLst>
              <a:ext uri="{FF2B5EF4-FFF2-40B4-BE49-F238E27FC236}">
                <a16:creationId xmlns:a16="http://schemas.microsoft.com/office/drawing/2014/main" id="{5C2B152A-F7AB-4374-89B1-FE872F7E1BE7}"/>
              </a:ext>
            </a:extLst>
          </p:cNvPr>
          <p:cNvSpPr>
            <a:spLocks noGrp="1"/>
          </p:cNvSpPr>
          <p:nvPr>
            <p:ph type="sldNum" sz="quarter" idx="12"/>
          </p:nvPr>
        </p:nvSpPr>
        <p:spPr/>
        <p:txBody>
          <a:bodyPr/>
          <a:lstStyle/>
          <a:p>
            <a:fld id="{4B0D34C0-35A8-654C-9FBA-7B4E017BD630}" type="slidenum">
              <a:rPr lang="en-US" altLang="zh-CN" smtClean="0"/>
              <a:t>34</a:t>
            </a:fld>
            <a:endParaRPr kumimoji="1" lang="zh-CN" altLang="en-US"/>
          </a:p>
        </p:txBody>
      </p:sp>
      <p:sp>
        <p:nvSpPr>
          <p:cNvPr id="4" name="页脚占位符 3">
            <a:extLst>
              <a:ext uri="{FF2B5EF4-FFF2-40B4-BE49-F238E27FC236}">
                <a16:creationId xmlns:a16="http://schemas.microsoft.com/office/drawing/2014/main" id="{B591B441-5675-FD6A-5A65-6B767BD5C847}"/>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执行器</a:t>
            </a:r>
            <a:endParaRPr kumimoji="1" lang="zh-CN" altLang="en-US" dirty="0">
              <a:latin typeface="SimHei" panose="02010609060101010101" pitchFamily="49" charset="-122"/>
              <a:ea typeface="SimHei" panose="02010609060101010101" pitchFamily="49" charset="-122"/>
            </a:endParaRPr>
          </a:p>
        </p:txBody>
      </p:sp>
      <p:sp>
        <p:nvSpPr>
          <p:cNvPr id="7" name="箭头: 右弧形 2">
            <a:extLst>
              <a:ext uri="{FF2B5EF4-FFF2-40B4-BE49-F238E27FC236}">
                <a16:creationId xmlns:a16="http://schemas.microsoft.com/office/drawing/2014/main" id="{2A9CF3FA-3CE5-891D-418B-58A20F093FAA}"/>
              </a:ext>
            </a:extLst>
          </p:cNvPr>
          <p:cNvSpPr/>
          <p:nvPr/>
        </p:nvSpPr>
        <p:spPr bwMode="auto">
          <a:xfrm rot="10800000" flipH="1">
            <a:off x="11280911" y="1588145"/>
            <a:ext cx="322302" cy="1318084"/>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5" name="文本框 4">
            <a:extLst>
              <a:ext uri="{FF2B5EF4-FFF2-40B4-BE49-F238E27FC236}">
                <a16:creationId xmlns:a16="http://schemas.microsoft.com/office/drawing/2014/main" id="{E5906A30-8FFC-DA06-E35C-389CCC951512}"/>
              </a:ext>
            </a:extLst>
          </p:cNvPr>
          <p:cNvSpPr txBox="1"/>
          <p:nvPr/>
        </p:nvSpPr>
        <p:spPr>
          <a:xfrm>
            <a:off x="11617471" y="1461112"/>
            <a:ext cx="441281" cy="1569660"/>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返回全部元组</a:t>
            </a:r>
          </a:p>
        </p:txBody>
      </p:sp>
    </p:spTree>
    <p:extLst>
      <p:ext uri="{BB962C8B-B14F-4D97-AF65-F5344CB8AC3E}">
        <p14:creationId xmlns:p14="http://schemas.microsoft.com/office/powerpoint/2010/main" val="14375233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形状 6">
            <a:extLst>
              <a:ext uri="{FF2B5EF4-FFF2-40B4-BE49-F238E27FC236}">
                <a16:creationId xmlns:a16="http://schemas.microsoft.com/office/drawing/2014/main" id="{961CB2D3-42A5-4E84-98DD-9BDE568B190E}"/>
              </a:ext>
            </a:extLst>
          </p:cNvPr>
          <p:cNvSpPr/>
          <p:nvPr/>
        </p:nvSpPr>
        <p:spPr bwMode="auto">
          <a:xfrm>
            <a:off x="390526" y="1442446"/>
            <a:ext cx="11412942" cy="3924683"/>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向量化执行模型</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971550" y="1702920"/>
            <a:ext cx="9744075" cy="2580155"/>
          </a:xfrm>
        </p:spPr>
        <p:txBody>
          <a:bodyPr/>
          <a:lstStyle/>
          <a:p>
            <a:pPr>
              <a:lnSpc>
                <a:spcPct val="150000"/>
              </a:lnSpc>
            </a:pPr>
            <a:r>
              <a:rPr lang="zh-CN" altLang="en-US" sz="2400" b="1" dirty="0">
                <a:solidFill>
                  <a:srgbClr val="6F1687"/>
                </a:solidFill>
                <a:latin typeface="微软雅黑" panose="020B0503020204020204" pitchFamily="34" charset="-122"/>
                <a:ea typeface="微软雅黑" panose="020B0503020204020204" pitchFamily="34" charset="-122"/>
              </a:rPr>
              <a:t>向量化执行模型（</a:t>
            </a:r>
            <a:r>
              <a:rPr lang="en-US" altLang="zh-CN" sz="2400" b="1" dirty="0">
                <a:solidFill>
                  <a:srgbClr val="6F1687"/>
                </a:solidFill>
                <a:latin typeface="微软雅黑" panose="020B0503020204020204" pitchFamily="34" charset="-122"/>
                <a:ea typeface="微软雅黑" panose="020B0503020204020204" pitchFamily="34" charset="-122"/>
              </a:rPr>
              <a:t>Vectorization Model</a:t>
            </a:r>
            <a:r>
              <a:rPr lang="zh-CN" altLang="en-US" sz="2400" b="1" dirty="0">
                <a:solidFill>
                  <a:srgbClr val="6F1687"/>
                </a:solidFill>
                <a:latin typeface="微软雅黑" panose="020B0503020204020204" pitchFamily="34" charset="-122"/>
                <a:ea typeface="微软雅黑" panose="020B0503020204020204" pitchFamily="34" charset="-122"/>
              </a:rPr>
              <a:t>）可以在一定程度上被视为火山模型与物化模型的中间形态；</a:t>
            </a:r>
            <a:endParaRPr lang="en-US" altLang="zh-CN" sz="2400" b="1" dirty="0">
              <a:solidFill>
                <a:srgbClr val="6F1687"/>
              </a:solidFill>
              <a:latin typeface="微软雅黑" panose="020B0503020204020204" pitchFamily="34" charset="-122"/>
              <a:ea typeface="微软雅黑" panose="020B0503020204020204" pitchFamily="34" charset="-122"/>
            </a:endParaRPr>
          </a:p>
          <a:p>
            <a:pPr>
              <a:lnSpc>
                <a:spcPct val="150000"/>
              </a:lnSpc>
            </a:pPr>
            <a:endParaRPr lang="en-US" altLang="zh-CN" sz="2400" b="1" dirty="0">
              <a:solidFill>
                <a:srgbClr val="6F1687"/>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6F1687"/>
                </a:solidFill>
                <a:latin typeface="微软雅黑" panose="020B0503020204020204" pitchFamily="34" charset="-122"/>
                <a:ea typeface="微软雅黑" panose="020B0503020204020204" pitchFamily="34" charset="-122"/>
              </a:rPr>
              <a:t>通过</a:t>
            </a:r>
            <a:r>
              <a:rPr lang="en-US" altLang="zh-CN" sz="2400" b="1" dirty="0">
                <a:solidFill>
                  <a:srgbClr val="6F1687"/>
                </a:solidFill>
                <a:latin typeface="微软雅黑" panose="020B0503020204020204" pitchFamily="34" charset="-122"/>
                <a:ea typeface="微软雅黑" panose="020B0503020204020204" pitchFamily="34" charset="-122"/>
              </a:rPr>
              <a:t>next()</a:t>
            </a:r>
            <a:r>
              <a:rPr lang="zh-CN" altLang="en-US" sz="2400" b="1" dirty="0">
                <a:solidFill>
                  <a:srgbClr val="6F1687"/>
                </a:solidFill>
                <a:latin typeface="微软雅黑" panose="020B0503020204020204" pitchFamily="34" charset="-122"/>
                <a:ea typeface="微软雅黑" panose="020B0503020204020204" pitchFamily="34" charset="-122"/>
              </a:rPr>
              <a:t>函数自上而下地拉取数据，每次会拉取一个批次的元组数据，而不是只有一个。</a:t>
            </a:r>
            <a:endParaRPr kumimoji="1" lang="zh-CN" altLang="en-US" sz="2400" b="1" dirty="0">
              <a:solidFill>
                <a:srgbClr val="6F1687"/>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7172A5A7-C1AC-4AFC-90B7-FED4CD9502BB}"/>
              </a:ext>
            </a:extLst>
          </p:cNvPr>
          <p:cNvSpPr>
            <a:spLocks noGrp="1"/>
          </p:cNvSpPr>
          <p:nvPr>
            <p:ph type="sldNum" sz="quarter" idx="12"/>
          </p:nvPr>
        </p:nvSpPr>
        <p:spPr/>
        <p:txBody>
          <a:bodyPr/>
          <a:lstStyle/>
          <a:p>
            <a:fld id="{4B0D34C0-35A8-654C-9FBA-7B4E017BD630}" type="slidenum">
              <a:rPr lang="en-US" altLang="zh-CN" smtClean="0"/>
              <a:t>35</a:t>
            </a:fld>
            <a:endParaRPr kumimoji="1" lang="zh-CN" altLang="en-US"/>
          </a:p>
        </p:txBody>
      </p:sp>
      <p:sp>
        <p:nvSpPr>
          <p:cNvPr id="5" name="页脚占位符 4">
            <a:extLst>
              <a:ext uri="{FF2B5EF4-FFF2-40B4-BE49-F238E27FC236}">
                <a16:creationId xmlns:a16="http://schemas.microsoft.com/office/drawing/2014/main" id="{C09F4943-2D20-D835-C61E-D755E2E24655}"/>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38839713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4530D2A7-2D43-4DC7-BBB7-4C31EE79644A}"/>
              </a:ext>
            </a:extLst>
          </p:cNvPr>
          <p:cNvSpPr txBox="1"/>
          <p:nvPr/>
        </p:nvSpPr>
        <p:spPr>
          <a:xfrm>
            <a:off x="1364578" y="2993117"/>
            <a:ext cx="4486276" cy="1323439"/>
          </a:xfrm>
          <a:prstGeom prst="rect">
            <a:avLst/>
          </a:prstGeom>
          <a:solidFill>
            <a:schemeClr val="bg1">
              <a:lumMod val="95000"/>
            </a:schemeClr>
          </a:solidFill>
        </p:spPr>
        <p:txBody>
          <a:bodyPr wrap="square" rtlCol="0">
            <a:spAutoFit/>
          </a:bodyPr>
          <a:lstStyle/>
          <a:p>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sz="2000"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2000"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20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20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20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2000"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21" name="Shape9">
            <a:extLst>
              <a:ext uri="{FF2B5EF4-FFF2-40B4-BE49-F238E27FC236}">
                <a16:creationId xmlns:a16="http://schemas.microsoft.com/office/drawing/2014/main" id="{64AF1E3E-264F-46D6-AD80-3AA28C7DC886}"/>
              </a:ext>
            </a:extLst>
          </p:cNvPr>
          <p:cNvSpPr/>
          <p:nvPr/>
        </p:nvSpPr>
        <p:spPr>
          <a:xfrm>
            <a:off x="1031111" y="1157047"/>
            <a:ext cx="5244962" cy="494903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3" name="Shape6">
            <a:extLst>
              <a:ext uri="{FF2B5EF4-FFF2-40B4-BE49-F238E27FC236}">
                <a16:creationId xmlns:a16="http://schemas.microsoft.com/office/drawing/2014/main" id="{D3CD6113-96F2-4244-86FE-62F0094F2FE2}"/>
              </a:ext>
            </a:extLst>
          </p:cNvPr>
          <p:cNvSpPr/>
          <p:nvPr/>
        </p:nvSpPr>
        <p:spPr>
          <a:xfrm>
            <a:off x="6335895" y="1181398"/>
            <a:ext cx="4605400" cy="3942456"/>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向量化执行模型示例</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248295" y="1659034"/>
            <a:ext cx="4602913" cy="1301084"/>
          </a:xfrm>
        </p:spPr>
        <p:txBody>
          <a:bodyPr/>
          <a:lstStyle/>
          <a:p>
            <a:pPr>
              <a:lnSpc>
                <a:spcPct val="150000"/>
              </a:lnSpc>
            </a:pPr>
            <a:r>
              <a:rPr lang="zh-CN" altLang="en-US" dirty="0">
                <a:solidFill>
                  <a:srgbClr val="6F1687"/>
                </a:solidFill>
              </a:rPr>
              <a:t>查询获取“选修了</a:t>
            </a:r>
            <a:r>
              <a:rPr lang="en-US" altLang="zh-CN" dirty="0">
                <a:solidFill>
                  <a:srgbClr val="6F1687"/>
                </a:solidFill>
              </a:rPr>
              <a:t>1</a:t>
            </a:r>
            <a:r>
              <a:rPr lang="zh-CN" altLang="en-US" dirty="0">
                <a:solidFill>
                  <a:srgbClr val="6F1687"/>
                </a:solidFill>
              </a:rPr>
              <a:t>号课程的学生学号、姓名及成绩”</a:t>
            </a:r>
          </a:p>
        </p:txBody>
      </p:sp>
      <p:sp>
        <p:nvSpPr>
          <p:cNvPr id="4" name="文本框 3">
            <a:extLst>
              <a:ext uri="{FF2B5EF4-FFF2-40B4-BE49-F238E27FC236}">
                <a16:creationId xmlns:a16="http://schemas.microsoft.com/office/drawing/2014/main" id="{E991D7C2-B095-4CFD-A38E-24B8DAF67280}"/>
              </a:ext>
            </a:extLst>
          </p:cNvPr>
          <p:cNvSpPr txBox="1"/>
          <p:nvPr/>
        </p:nvSpPr>
        <p:spPr>
          <a:xfrm>
            <a:off x="8593439" y="3209141"/>
            <a:ext cx="1602681" cy="369332"/>
          </a:xfrm>
          <a:prstGeom prst="rect">
            <a:avLst/>
          </a:prstGeom>
          <a:solidFill>
            <a:schemeClr val="bg1">
              <a:lumMod val="95000"/>
            </a:schemeClr>
          </a:solidFill>
        </p:spPr>
        <p:txBody>
          <a:bodyPr wrap="square" rtlCol="0">
            <a:spAutoFit/>
          </a:bodyPr>
          <a:lstStyle/>
          <a:p>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5824846-5FBC-4819-A7D7-AD94551C6DB6}"/>
                  </a:ext>
                </a:extLst>
              </p:cNvPr>
              <p:cNvSpPr txBox="1"/>
              <p:nvPr/>
            </p:nvSpPr>
            <p:spPr>
              <a:xfrm>
                <a:off x="8087117" y="2820752"/>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panose="02040503050406030204" pitchFamily="18" charset="0"/>
                        </a:rPr>
                        <m:t>𝜎</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xmlns:a14="http://schemas.microsoft.com/office/drawing/2010/main" xmlns="" id="{45824846-5FBC-4819-A7D7-AD94551C6DB6}"/>
                  </a:ext>
                </a:extLst>
              </p:cNvPr>
              <p:cNvSpPr txBox="1">
                <a:spLocks noRot="1" noChangeAspect="1" noMove="1" noResize="1" noEditPoints="1" noAdjustHandles="1" noChangeArrowheads="1" noChangeShapeType="1" noTextEdit="1"/>
              </p:cNvSpPr>
              <p:nvPr/>
            </p:nvSpPr>
            <p:spPr>
              <a:xfrm>
                <a:off x="8087117" y="2820752"/>
                <a:ext cx="743088" cy="830997"/>
              </a:xfrm>
              <a:prstGeom prst="rect">
                <a:avLst/>
              </a:prstGeom>
              <a:blipFill rotWithShape="0">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6C05DD1-361D-44F4-8524-4FE26D60A078}"/>
                  </a:ext>
                </a:extLst>
              </p:cNvPr>
              <p:cNvSpPr txBox="1"/>
              <p:nvPr/>
            </p:nvSpPr>
            <p:spPr>
              <a:xfrm>
                <a:off x="7520890" y="1915350"/>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xmlns:a14="http://schemas.microsoft.com/office/drawing/2010/main" xmlns="" id="{E6C05DD1-361D-44F4-8524-4FE26D60A078}"/>
                  </a:ext>
                </a:extLst>
              </p:cNvPr>
              <p:cNvSpPr txBox="1">
                <a:spLocks noRot="1" noChangeAspect="1" noMove="1" noResize="1" noEditPoints="1" noAdjustHandles="1" noChangeArrowheads="1" noChangeShapeType="1" noTextEdit="1"/>
              </p:cNvSpPr>
              <p:nvPr/>
            </p:nvSpPr>
            <p:spPr>
              <a:xfrm>
                <a:off x="7520890" y="1915350"/>
                <a:ext cx="878767" cy="830997"/>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3D771C2-911D-407E-9F7A-73BE4B64543B}"/>
                  </a:ext>
                </a:extLst>
              </p:cNvPr>
              <p:cNvSpPr txBox="1"/>
              <p:nvPr/>
            </p:nvSpPr>
            <p:spPr>
              <a:xfrm>
                <a:off x="7568979" y="1112129"/>
                <a:ext cx="78258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latin typeface="Cambria Math" panose="02040503050406030204" pitchFamily="18" charset="0"/>
                        </a:rPr>
                        <m:t>Π</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xmlns:a14="http://schemas.microsoft.com/office/drawing/2010/main" xmlns="" id="{03D771C2-911D-407E-9F7A-73BE4B64543B}"/>
                  </a:ext>
                </a:extLst>
              </p:cNvPr>
              <p:cNvSpPr txBox="1">
                <a:spLocks noRot="1" noChangeAspect="1" noMove="1" noResize="1" noEditPoints="1" noAdjustHandles="1" noChangeArrowheads="1" noChangeShapeType="1" noTextEdit="1"/>
              </p:cNvSpPr>
              <p:nvPr/>
            </p:nvSpPr>
            <p:spPr>
              <a:xfrm>
                <a:off x="7568979" y="1112129"/>
                <a:ext cx="782586" cy="830997"/>
              </a:xfrm>
              <a:prstGeom prst="rect">
                <a:avLst/>
              </a:prstGeom>
              <a:blipFill rotWithShape="0">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4CA380D4-CC3D-494E-8771-AF536B2D5BD0}"/>
              </a:ext>
            </a:extLst>
          </p:cNvPr>
          <p:cNvSpPr txBox="1"/>
          <p:nvPr/>
        </p:nvSpPr>
        <p:spPr>
          <a:xfrm>
            <a:off x="8171333" y="2268272"/>
            <a:ext cx="2601994" cy="369332"/>
          </a:xfrm>
          <a:prstGeom prst="rect">
            <a:avLst/>
          </a:prstGeom>
          <a:solidFill>
            <a:schemeClr val="bg1">
              <a:lumMod val="95000"/>
            </a:schemeClr>
          </a:solidFill>
        </p:spPr>
        <p:txBody>
          <a:bodyPr wrap="none" rtlCol="0">
            <a:spAutoFit/>
          </a:bodyPr>
          <a:lstStyle/>
          <a:p>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6191EBC5-1736-4EF2-93E7-C61ABDD4F797}"/>
              </a:ext>
            </a:extLst>
          </p:cNvPr>
          <p:cNvSpPr txBox="1"/>
          <p:nvPr/>
        </p:nvSpPr>
        <p:spPr>
          <a:xfrm>
            <a:off x="8139876" y="1474368"/>
            <a:ext cx="2138727" cy="369332"/>
          </a:xfrm>
          <a:prstGeom prst="rect">
            <a:avLst/>
          </a:prstGeom>
          <a:solidFill>
            <a:schemeClr val="bg1">
              <a:lumMod val="95000"/>
            </a:schemeClr>
          </a:solidFill>
        </p:spPr>
        <p:txBody>
          <a:bodyPr wrap="none" rtlCol="0">
            <a:spAutoFit/>
          </a:bodyPr>
          <a:lstStyle/>
          <a:p>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Sno,Sname,Grade</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60E50D21-4C31-4B78-96AE-CE107D91EDC3}"/>
              </a:ext>
            </a:extLst>
          </p:cNvPr>
          <p:cNvCxnSpPr>
            <a:cxnSpLocks/>
            <a:stCxn id="15" idx="1"/>
          </p:cNvCxnSpPr>
          <p:nvPr/>
        </p:nvCxnSpPr>
        <p:spPr>
          <a:xfrm flipV="1">
            <a:off x="7089802" y="2583369"/>
            <a:ext cx="709102" cy="15783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直接箭头连接符 10">
            <a:extLst>
              <a:ext uri="{FF2B5EF4-FFF2-40B4-BE49-F238E27FC236}">
                <a16:creationId xmlns:a16="http://schemas.microsoft.com/office/drawing/2014/main" id="{136EF4A2-D463-4DF9-91BE-F484D0568096}"/>
              </a:ext>
            </a:extLst>
          </p:cNvPr>
          <p:cNvCxnSpPr>
            <a:cxnSpLocks/>
          </p:cNvCxnSpPr>
          <p:nvPr/>
        </p:nvCxnSpPr>
        <p:spPr>
          <a:xfrm flipH="1" flipV="1">
            <a:off x="8094594" y="2583368"/>
            <a:ext cx="250924" cy="5141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直接箭头连接符 11">
            <a:extLst>
              <a:ext uri="{FF2B5EF4-FFF2-40B4-BE49-F238E27FC236}">
                <a16:creationId xmlns:a16="http://schemas.microsoft.com/office/drawing/2014/main" id="{1E597702-4087-4934-8B2B-E6F4DA13E1A0}"/>
              </a:ext>
            </a:extLst>
          </p:cNvPr>
          <p:cNvCxnSpPr>
            <a:cxnSpLocks/>
            <a:stCxn id="14" idx="1"/>
          </p:cNvCxnSpPr>
          <p:nvPr/>
        </p:nvCxnSpPr>
        <p:spPr>
          <a:xfrm flipH="1" flipV="1">
            <a:off x="8550087" y="3476553"/>
            <a:ext cx="221408" cy="685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直接箭头连接符 12">
            <a:extLst>
              <a:ext uri="{FF2B5EF4-FFF2-40B4-BE49-F238E27FC236}">
                <a16:creationId xmlns:a16="http://schemas.microsoft.com/office/drawing/2014/main" id="{9627831F-6B32-4D57-A77D-0F43A39D6A98}"/>
              </a:ext>
            </a:extLst>
          </p:cNvPr>
          <p:cNvCxnSpPr>
            <a:cxnSpLocks/>
          </p:cNvCxnSpPr>
          <p:nvPr/>
        </p:nvCxnSpPr>
        <p:spPr>
          <a:xfrm flipV="1">
            <a:off x="7938632" y="1772579"/>
            <a:ext cx="0" cy="4018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圆柱形 13">
            <a:extLst>
              <a:ext uri="{FF2B5EF4-FFF2-40B4-BE49-F238E27FC236}">
                <a16:creationId xmlns:a16="http://schemas.microsoft.com/office/drawing/2014/main" id="{298EAA18-C2B7-4324-8E0C-186036CED04A}"/>
              </a:ext>
            </a:extLst>
          </p:cNvPr>
          <p:cNvSpPr/>
          <p:nvPr/>
        </p:nvSpPr>
        <p:spPr>
          <a:xfrm>
            <a:off x="8217497" y="4161725"/>
            <a:ext cx="1107995" cy="489905"/>
          </a:xfrm>
          <a:prstGeom prst="ca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15" name="圆柱形 14">
            <a:extLst>
              <a:ext uri="{FF2B5EF4-FFF2-40B4-BE49-F238E27FC236}">
                <a16:creationId xmlns:a16="http://schemas.microsoft.com/office/drawing/2014/main" id="{F6CD96BA-DC5C-432E-896A-4775F827F95A}"/>
              </a:ext>
            </a:extLst>
          </p:cNvPr>
          <p:cNvSpPr/>
          <p:nvPr/>
        </p:nvSpPr>
        <p:spPr>
          <a:xfrm>
            <a:off x="6535804" y="4161725"/>
            <a:ext cx="1107995" cy="489905"/>
          </a:xfrm>
          <a:prstGeom prst="ca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17" name="文本框 16">
            <a:extLst>
              <a:ext uri="{FF2B5EF4-FFF2-40B4-BE49-F238E27FC236}">
                <a16:creationId xmlns:a16="http://schemas.microsoft.com/office/drawing/2014/main" id="{74DE8D56-D656-4F9D-AF4B-02495EB49B6B}"/>
              </a:ext>
            </a:extLst>
          </p:cNvPr>
          <p:cNvSpPr txBox="1"/>
          <p:nvPr/>
        </p:nvSpPr>
        <p:spPr>
          <a:xfrm>
            <a:off x="7359132" y="4700582"/>
            <a:ext cx="1107996"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表达式树</a:t>
            </a:r>
          </a:p>
        </p:txBody>
      </p:sp>
      <p:sp>
        <p:nvSpPr>
          <p:cNvPr id="18" name="灯片编号占位符 17">
            <a:extLst>
              <a:ext uri="{FF2B5EF4-FFF2-40B4-BE49-F238E27FC236}">
                <a16:creationId xmlns:a16="http://schemas.microsoft.com/office/drawing/2014/main" id="{CC9F2449-508E-4685-BEDC-2985CCF19B9A}"/>
              </a:ext>
            </a:extLst>
          </p:cNvPr>
          <p:cNvSpPr>
            <a:spLocks noGrp="1"/>
          </p:cNvSpPr>
          <p:nvPr>
            <p:ph type="sldNum" sz="quarter" idx="12"/>
          </p:nvPr>
        </p:nvSpPr>
        <p:spPr/>
        <p:txBody>
          <a:bodyPr/>
          <a:lstStyle/>
          <a:p>
            <a:fld id="{4B0D34C0-35A8-654C-9FBA-7B4E017BD630}" type="slidenum">
              <a:rPr lang="en-US" altLang="zh-CN" smtClean="0"/>
              <a:t>36</a:t>
            </a:fld>
            <a:endParaRPr kumimoji="1" lang="zh-CN" altLang="en-US"/>
          </a:p>
        </p:txBody>
      </p:sp>
      <p:sp>
        <p:nvSpPr>
          <p:cNvPr id="19" name="页脚占位符 18">
            <a:extLst>
              <a:ext uri="{FF2B5EF4-FFF2-40B4-BE49-F238E27FC236}">
                <a16:creationId xmlns:a16="http://schemas.microsoft.com/office/drawing/2014/main" id="{8693ADC4-DD65-61F0-244C-77F320D38091}"/>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26487112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向量化执行模型执行流程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389685" y="4144963"/>
            <a:ext cx="1292888"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2883362" y="3756574"/>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2883362" y="3756574"/>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317135" y="2851172"/>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317135" y="2851172"/>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365224" y="2047951"/>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365224" y="2047951"/>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2967578" y="3204094"/>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2936121" y="2410190"/>
            <a:ext cx="1920719"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1877248" y="3519191"/>
            <a:ext cx="717901"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2890839" y="3519190"/>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346333" y="4412375"/>
            <a:ext cx="212608"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734877" y="2708401"/>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7" idx="1"/>
          </p:cNvCxnSpPr>
          <p:nvPr/>
        </p:nvCxnSpPr>
        <p:spPr>
          <a:xfrm flipV="1">
            <a:off x="4856840" y="1369502"/>
            <a:ext cx="1697989" cy="1209965"/>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8" idx="1"/>
          </p:cNvCxnSpPr>
          <p:nvPr/>
        </p:nvCxnSpPr>
        <p:spPr>
          <a:xfrm flipV="1">
            <a:off x="5299563" y="2608996"/>
            <a:ext cx="1255266" cy="764375"/>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9" idx="1"/>
          </p:cNvCxnSpPr>
          <p:nvPr/>
        </p:nvCxnSpPr>
        <p:spPr>
          <a:xfrm flipV="1">
            <a:off x="4682573" y="3851476"/>
            <a:ext cx="1872256" cy="462764"/>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30" idx="1"/>
          </p:cNvCxnSpPr>
          <p:nvPr/>
        </p:nvCxnSpPr>
        <p:spPr>
          <a:xfrm flipV="1">
            <a:off x="4121738" y="4865474"/>
            <a:ext cx="2433091" cy="47702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31" idx="1"/>
          </p:cNvCxnSpPr>
          <p:nvPr/>
        </p:nvCxnSpPr>
        <p:spPr>
          <a:xfrm rot="16200000" flipH="1">
            <a:off x="4065059" y="3399640"/>
            <a:ext cx="301958" cy="4677581"/>
          </a:xfrm>
          <a:prstGeom prst="bentConnector2">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2996144" y="5097547"/>
            <a:ext cx="1125594"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314451" y="5097547"/>
            <a:ext cx="1125594"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1314451" y="1021143"/>
            <a:ext cx="3505934"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E3DEF92-0C55-4AE9-A1EC-BBA4D58AE547}"/>
                  </a:ext>
                </a:extLst>
              </p:cNvPr>
              <p:cNvSpPr txBox="1"/>
              <p:nvPr/>
            </p:nvSpPr>
            <p:spPr>
              <a:xfrm>
                <a:off x="6554829" y="892448"/>
                <a:ext cx="4429154" cy="954107"/>
              </a:xfrm>
              <a:prstGeom prst="rect">
                <a:avLst/>
              </a:prstGeom>
              <a:solidFill>
                <a:schemeClr val="bg1">
                  <a:lumMod val="95000"/>
                </a:scheme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7" name="文本框 26">
                <a:extLst>
                  <a:ext uri="{FF2B5EF4-FFF2-40B4-BE49-F238E27FC236}">
                    <a16:creationId xmlns:a16="http://schemas.microsoft.com/office/drawing/2014/main" id="{3E3DEF92-0C55-4AE9-A1EC-BBA4D58AE547}"/>
                  </a:ext>
                </a:extLst>
              </p:cNvPr>
              <p:cNvSpPr txBox="1">
                <a:spLocks noRot="1" noChangeAspect="1" noMove="1" noResize="1" noEditPoints="1" noAdjustHandles="1" noChangeArrowheads="1" noChangeShapeType="1" noTextEdit="1"/>
              </p:cNvSpPr>
              <p:nvPr/>
            </p:nvSpPr>
            <p:spPr>
              <a:xfrm>
                <a:off x="6554829" y="892448"/>
                <a:ext cx="4429154" cy="954107"/>
              </a:xfrm>
              <a:prstGeom prst="rect">
                <a:avLst/>
              </a:prstGeom>
              <a:blipFill>
                <a:blip r:embed="rId6"/>
                <a:stretch>
                  <a:fillRect l="-413" t="-637"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11740FB-6F06-431D-A208-829ABB11DCF5}"/>
                  </a:ext>
                </a:extLst>
              </p:cNvPr>
              <p:cNvSpPr txBox="1"/>
              <p:nvPr/>
            </p:nvSpPr>
            <p:spPr>
              <a:xfrm>
                <a:off x="6554829" y="1916498"/>
                <a:ext cx="4429153" cy="1384995"/>
              </a:xfrm>
              <a:prstGeom prst="rect">
                <a:avLst/>
              </a:prstGeom>
              <a:solidFill>
                <a:schemeClr val="bg1">
                  <a:lumMod val="95000"/>
                </a:scheme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8" name="文本框 27">
                <a:extLst>
                  <a:ext uri="{FF2B5EF4-FFF2-40B4-BE49-F238E27FC236}">
                    <a16:creationId xmlns:a16="http://schemas.microsoft.com/office/drawing/2014/main" id="{511740FB-6F06-431D-A208-829ABB11DCF5}"/>
                  </a:ext>
                </a:extLst>
              </p:cNvPr>
              <p:cNvSpPr txBox="1">
                <a:spLocks noRot="1" noChangeAspect="1" noMove="1" noResize="1" noEditPoints="1" noAdjustHandles="1" noChangeArrowheads="1" noChangeShapeType="1" noTextEdit="1"/>
              </p:cNvSpPr>
              <p:nvPr/>
            </p:nvSpPr>
            <p:spPr>
              <a:xfrm>
                <a:off x="6554829" y="1916498"/>
                <a:ext cx="4429153" cy="1384995"/>
              </a:xfrm>
              <a:prstGeom prst="rect">
                <a:avLst/>
              </a:prstGeom>
              <a:blipFill>
                <a:blip r:embed="rId7"/>
                <a:stretch>
                  <a:fillRect l="-413" t="-439" b="-35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0D91D38-EBF9-4C8D-A833-F275C0DBFFAE}"/>
                  </a:ext>
                </a:extLst>
              </p:cNvPr>
              <p:cNvSpPr txBox="1"/>
              <p:nvPr/>
            </p:nvSpPr>
            <p:spPr>
              <a:xfrm>
                <a:off x="6554829" y="3374422"/>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9" name="文本框 28">
                <a:extLst>
                  <a:ext uri="{FF2B5EF4-FFF2-40B4-BE49-F238E27FC236}">
                    <a16:creationId xmlns:a16="http://schemas.microsoft.com/office/drawing/2014/main" id="{70D91D38-EBF9-4C8D-A833-F275C0DBFFAE}"/>
                  </a:ext>
                </a:extLst>
              </p:cNvPr>
              <p:cNvSpPr txBox="1">
                <a:spLocks noRot="1" noChangeAspect="1" noMove="1" noResize="1" noEditPoints="1" noAdjustHandles="1" noChangeArrowheads="1" noChangeShapeType="1" noTextEdit="1"/>
              </p:cNvSpPr>
              <p:nvPr/>
            </p:nvSpPr>
            <p:spPr>
              <a:xfrm>
                <a:off x="6554829" y="3374422"/>
                <a:ext cx="4429153" cy="954107"/>
              </a:xfrm>
              <a:prstGeom prst="rect">
                <a:avLst/>
              </a:prstGeom>
              <a:blipFill>
                <a:blip r:embed="rId8"/>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96AE562B-AE10-4C21-AC5A-A384F38C96F0}"/>
                  </a:ext>
                </a:extLst>
              </p:cNvPr>
              <p:cNvSpPr txBox="1"/>
              <p:nvPr/>
            </p:nvSpPr>
            <p:spPr>
              <a:xfrm>
                <a:off x="6554829" y="4388420"/>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0" name="文本框 29">
                <a:extLst>
                  <a:ext uri="{FF2B5EF4-FFF2-40B4-BE49-F238E27FC236}">
                    <a16:creationId xmlns:a16="http://schemas.microsoft.com/office/drawing/2014/main" id="{96AE562B-AE10-4C21-AC5A-A384F38C96F0}"/>
                  </a:ext>
                </a:extLst>
              </p:cNvPr>
              <p:cNvSpPr txBox="1">
                <a:spLocks noRot="1" noChangeAspect="1" noMove="1" noResize="1" noEditPoints="1" noAdjustHandles="1" noChangeArrowheads="1" noChangeShapeType="1" noTextEdit="1"/>
              </p:cNvSpPr>
              <p:nvPr/>
            </p:nvSpPr>
            <p:spPr>
              <a:xfrm>
                <a:off x="6554829" y="4388420"/>
                <a:ext cx="4429153" cy="954107"/>
              </a:xfrm>
              <a:prstGeom prst="rect">
                <a:avLst/>
              </a:prstGeom>
              <a:blipFill>
                <a:blip r:embed="rId9"/>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CB4AEBE-C512-4417-B123-4B57F736AA40}"/>
                  </a:ext>
                </a:extLst>
              </p:cNvPr>
              <p:cNvSpPr txBox="1"/>
              <p:nvPr/>
            </p:nvSpPr>
            <p:spPr>
              <a:xfrm>
                <a:off x="6554829" y="5412356"/>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1" name="文本框 30">
                <a:extLst>
                  <a:ext uri="{FF2B5EF4-FFF2-40B4-BE49-F238E27FC236}">
                    <a16:creationId xmlns:a16="http://schemas.microsoft.com/office/drawing/2014/main" id="{DCB4AEBE-C512-4417-B123-4B57F736AA40}"/>
                  </a:ext>
                </a:extLst>
              </p:cNvPr>
              <p:cNvSpPr txBox="1">
                <a:spLocks noRot="1" noChangeAspect="1" noMove="1" noResize="1" noEditPoints="1" noAdjustHandles="1" noChangeArrowheads="1" noChangeShapeType="1" noTextEdit="1"/>
              </p:cNvSpPr>
              <p:nvPr/>
            </p:nvSpPr>
            <p:spPr>
              <a:xfrm>
                <a:off x="6554829" y="5412356"/>
                <a:ext cx="4429153" cy="954107"/>
              </a:xfrm>
              <a:prstGeom prst="rect">
                <a:avLst/>
              </a:prstGeom>
              <a:blipFill>
                <a:blip r:embed="rId10"/>
                <a:stretch>
                  <a:fillRect l="-413" t="-1282" b="-5769"/>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8ADE1904-8771-46CA-B024-6A2FDE077C27}"/>
              </a:ext>
            </a:extLst>
          </p:cNvPr>
          <p:cNvSpPr>
            <a:spLocks noGrp="1"/>
          </p:cNvSpPr>
          <p:nvPr>
            <p:ph type="sldNum" sz="quarter" idx="12"/>
          </p:nvPr>
        </p:nvSpPr>
        <p:spPr>
          <a:xfrm>
            <a:off x="11571088" y="6517146"/>
            <a:ext cx="765605" cy="476250"/>
          </a:xfrm>
        </p:spPr>
        <p:txBody>
          <a:bodyPr/>
          <a:lstStyle/>
          <a:p>
            <a:fld id="{4B0D34C0-35A8-654C-9FBA-7B4E017BD630}" type="slidenum">
              <a:rPr lang="en-US" altLang="zh-CN" smtClean="0"/>
              <a:t>37</a:t>
            </a:fld>
            <a:endParaRPr kumimoji="1" lang="zh-CN" altLang="en-US"/>
          </a:p>
        </p:txBody>
      </p:sp>
      <p:sp>
        <p:nvSpPr>
          <p:cNvPr id="21" name="页脚占位符 20">
            <a:extLst>
              <a:ext uri="{FF2B5EF4-FFF2-40B4-BE49-F238E27FC236}">
                <a16:creationId xmlns:a16="http://schemas.microsoft.com/office/drawing/2014/main" id="{2ED99354-3E34-7945-D0D5-8B9DBE6E8B8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1211745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向量化执行模型执行流程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377080" y="4276745"/>
            <a:ext cx="1292888"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287075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287075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30453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30453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35261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35261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295497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2923516" y="2541972"/>
            <a:ext cx="1920719"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1907505" y="3650973"/>
            <a:ext cx="675039"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287823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333728" y="4544157"/>
            <a:ext cx="255470"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72227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7" idx="1"/>
          </p:cNvCxnSpPr>
          <p:nvPr/>
        </p:nvCxnSpPr>
        <p:spPr>
          <a:xfrm flipV="1">
            <a:off x="4844235" y="1443770"/>
            <a:ext cx="1697989" cy="126747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8" idx="1"/>
          </p:cNvCxnSpPr>
          <p:nvPr/>
        </p:nvCxnSpPr>
        <p:spPr>
          <a:xfrm flipV="1">
            <a:off x="5286958" y="2679464"/>
            <a:ext cx="1255266" cy="82568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9" idx="1"/>
          </p:cNvCxnSpPr>
          <p:nvPr/>
        </p:nvCxnSpPr>
        <p:spPr>
          <a:xfrm flipV="1">
            <a:off x="4669968" y="3916583"/>
            <a:ext cx="1872256" cy="52943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30" idx="1"/>
          </p:cNvCxnSpPr>
          <p:nvPr/>
        </p:nvCxnSpPr>
        <p:spPr>
          <a:xfrm flipV="1">
            <a:off x="4109132" y="4930581"/>
            <a:ext cx="2433092" cy="54370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31" idx="1"/>
          </p:cNvCxnSpPr>
          <p:nvPr/>
        </p:nvCxnSpPr>
        <p:spPr>
          <a:xfrm rot="16200000" flipH="1">
            <a:off x="4105061" y="3521677"/>
            <a:ext cx="239607" cy="4634719"/>
          </a:xfrm>
          <a:prstGeom prst="bentConnector2">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069263" y="5229329"/>
            <a:ext cx="1039869"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387570" y="5229329"/>
            <a:ext cx="1039869"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1387570" y="1152925"/>
            <a:ext cx="3505934"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E3DEF92-0C55-4AE9-A1EC-BBA4D58AE547}"/>
                  </a:ext>
                </a:extLst>
              </p:cNvPr>
              <p:cNvSpPr txBox="1"/>
              <p:nvPr/>
            </p:nvSpPr>
            <p:spPr>
              <a:xfrm>
                <a:off x="6542224" y="966716"/>
                <a:ext cx="4429154" cy="954107"/>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7" name="文本框 26">
                <a:extLst>
                  <a:ext uri="{FF2B5EF4-FFF2-40B4-BE49-F238E27FC236}">
                    <a16:creationId xmlns:a16="http://schemas.microsoft.com/office/drawing/2014/main" xmlns:a14="http://schemas.microsoft.com/office/drawing/2010/main" xmlns="" id="{3E3DEF92-0C55-4AE9-A1EC-BBA4D58AE547}"/>
                  </a:ext>
                </a:extLst>
              </p:cNvPr>
              <p:cNvSpPr txBox="1">
                <a:spLocks noRot="1" noChangeAspect="1" noMove="1" noResize="1" noEditPoints="1" noAdjustHandles="1" noChangeArrowheads="1" noChangeShapeType="1" noTextEdit="1"/>
              </p:cNvSpPr>
              <p:nvPr/>
            </p:nvSpPr>
            <p:spPr>
              <a:xfrm>
                <a:off x="6542224" y="966716"/>
                <a:ext cx="4429154" cy="954107"/>
              </a:xfrm>
              <a:prstGeom prst="rect">
                <a:avLst/>
              </a:prstGeom>
              <a:blipFill rotWithShape="0">
                <a:blip r:embed="rId6"/>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11740FB-6F06-431D-A208-829ABB11DCF5}"/>
                  </a:ext>
                </a:extLst>
              </p:cNvPr>
              <p:cNvSpPr txBox="1"/>
              <p:nvPr/>
            </p:nvSpPr>
            <p:spPr>
              <a:xfrm>
                <a:off x="6542224" y="1986966"/>
                <a:ext cx="4429153" cy="1384995"/>
              </a:xfrm>
              <a:prstGeom prst="rect">
                <a:avLst/>
              </a:prstGeom>
              <a:solidFill>
                <a:schemeClr val="bg1">
                  <a:lumMod val="95000"/>
                </a:scheme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8" name="文本框 27">
                <a:extLst>
                  <a:ext uri="{FF2B5EF4-FFF2-40B4-BE49-F238E27FC236}">
                    <a16:creationId xmlns:a16="http://schemas.microsoft.com/office/drawing/2014/main" id="{511740FB-6F06-431D-A208-829ABB11DCF5}"/>
                  </a:ext>
                </a:extLst>
              </p:cNvPr>
              <p:cNvSpPr txBox="1">
                <a:spLocks noRot="1" noChangeAspect="1" noMove="1" noResize="1" noEditPoints="1" noAdjustHandles="1" noChangeArrowheads="1" noChangeShapeType="1" noTextEdit="1"/>
              </p:cNvSpPr>
              <p:nvPr/>
            </p:nvSpPr>
            <p:spPr>
              <a:xfrm>
                <a:off x="6542224" y="1986966"/>
                <a:ext cx="4429153" cy="1384995"/>
              </a:xfrm>
              <a:prstGeom prst="rect">
                <a:avLst/>
              </a:prstGeom>
              <a:blipFill>
                <a:blip r:embed="rId7"/>
                <a:stretch>
                  <a:fillRect l="-413" t="-881" b="-35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0D91D38-EBF9-4C8D-A833-F275C0DBFFAE}"/>
                  </a:ext>
                </a:extLst>
              </p:cNvPr>
              <p:cNvSpPr txBox="1"/>
              <p:nvPr/>
            </p:nvSpPr>
            <p:spPr>
              <a:xfrm>
                <a:off x="6542224" y="3439529"/>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9" name="文本框 28">
                <a:extLst>
                  <a:ext uri="{FF2B5EF4-FFF2-40B4-BE49-F238E27FC236}">
                    <a16:creationId xmlns:a16="http://schemas.microsoft.com/office/drawing/2014/main" id="{70D91D38-EBF9-4C8D-A833-F275C0DBFFAE}"/>
                  </a:ext>
                </a:extLst>
              </p:cNvPr>
              <p:cNvSpPr txBox="1">
                <a:spLocks noRot="1" noChangeAspect="1" noMove="1" noResize="1" noEditPoints="1" noAdjustHandles="1" noChangeArrowheads="1" noChangeShapeType="1" noTextEdit="1"/>
              </p:cNvSpPr>
              <p:nvPr/>
            </p:nvSpPr>
            <p:spPr>
              <a:xfrm>
                <a:off x="6542224" y="3439529"/>
                <a:ext cx="4429153" cy="954107"/>
              </a:xfrm>
              <a:prstGeom prst="rect">
                <a:avLst/>
              </a:prstGeom>
              <a:blipFill>
                <a:blip r:embed="rId8"/>
                <a:stretch>
                  <a:fillRect l="-413" t="-1274"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96AE562B-AE10-4C21-AC5A-A384F38C96F0}"/>
                  </a:ext>
                </a:extLst>
              </p:cNvPr>
              <p:cNvSpPr txBox="1"/>
              <p:nvPr/>
            </p:nvSpPr>
            <p:spPr>
              <a:xfrm>
                <a:off x="6542224" y="4453527"/>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0" name="文本框 29">
                <a:extLst>
                  <a:ext uri="{FF2B5EF4-FFF2-40B4-BE49-F238E27FC236}">
                    <a16:creationId xmlns:a16="http://schemas.microsoft.com/office/drawing/2014/main" id="{96AE562B-AE10-4C21-AC5A-A384F38C96F0}"/>
                  </a:ext>
                </a:extLst>
              </p:cNvPr>
              <p:cNvSpPr txBox="1">
                <a:spLocks noRot="1" noChangeAspect="1" noMove="1" noResize="1" noEditPoints="1" noAdjustHandles="1" noChangeArrowheads="1" noChangeShapeType="1" noTextEdit="1"/>
              </p:cNvSpPr>
              <p:nvPr/>
            </p:nvSpPr>
            <p:spPr>
              <a:xfrm>
                <a:off x="6542224" y="4453527"/>
                <a:ext cx="4429153" cy="954107"/>
              </a:xfrm>
              <a:prstGeom prst="rect">
                <a:avLst/>
              </a:prstGeom>
              <a:blipFill>
                <a:blip r:embed="rId9"/>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CB4AEBE-C512-4417-B123-4B57F736AA40}"/>
                  </a:ext>
                </a:extLst>
              </p:cNvPr>
              <p:cNvSpPr txBox="1"/>
              <p:nvPr/>
            </p:nvSpPr>
            <p:spPr>
              <a:xfrm>
                <a:off x="6542224" y="5481787"/>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1" name="文本框 30">
                <a:extLst>
                  <a:ext uri="{FF2B5EF4-FFF2-40B4-BE49-F238E27FC236}">
                    <a16:creationId xmlns:a16="http://schemas.microsoft.com/office/drawing/2014/main" id="{DCB4AEBE-C512-4417-B123-4B57F736AA40}"/>
                  </a:ext>
                </a:extLst>
              </p:cNvPr>
              <p:cNvSpPr txBox="1">
                <a:spLocks noRot="1" noChangeAspect="1" noMove="1" noResize="1" noEditPoints="1" noAdjustHandles="1" noChangeArrowheads="1" noChangeShapeType="1" noTextEdit="1"/>
              </p:cNvSpPr>
              <p:nvPr/>
            </p:nvSpPr>
            <p:spPr>
              <a:xfrm>
                <a:off x="6542224" y="5481787"/>
                <a:ext cx="4429153" cy="954107"/>
              </a:xfrm>
              <a:prstGeom prst="rect">
                <a:avLst/>
              </a:prstGeom>
              <a:blipFill>
                <a:blip r:embed="rId10"/>
                <a:stretch>
                  <a:fillRect l="-413" t="-1274" b="-5732"/>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8ADE1904-8771-46CA-B024-6A2FDE077C27}"/>
              </a:ext>
            </a:extLst>
          </p:cNvPr>
          <p:cNvSpPr>
            <a:spLocks noGrp="1"/>
          </p:cNvSpPr>
          <p:nvPr>
            <p:ph type="sldNum" sz="quarter" idx="12"/>
          </p:nvPr>
        </p:nvSpPr>
        <p:spPr/>
        <p:txBody>
          <a:bodyPr/>
          <a:lstStyle/>
          <a:p>
            <a:fld id="{4B0D34C0-35A8-654C-9FBA-7B4E017BD630}" type="slidenum">
              <a:rPr lang="en-US" altLang="zh-CN" smtClean="0"/>
              <a:t>38</a:t>
            </a:fld>
            <a:endParaRPr kumimoji="1" lang="zh-CN" altLang="en-US"/>
          </a:p>
        </p:txBody>
      </p:sp>
      <p:sp>
        <p:nvSpPr>
          <p:cNvPr id="21" name="页脚占位符 20">
            <a:extLst>
              <a:ext uri="{FF2B5EF4-FFF2-40B4-BE49-F238E27FC236}">
                <a16:creationId xmlns:a16="http://schemas.microsoft.com/office/drawing/2014/main" id="{2ED99354-3E34-7945-D0D5-8B9DBE6E8B8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2" name="箭头: 右弧形 2">
            <a:extLst>
              <a:ext uri="{FF2B5EF4-FFF2-40B4-BE49-F238E27FC236}">
                <a16:creationId xmlns:a16="http://schemas.microsoft.com/office/drawing/2014/main" id="{31A98AAB-29E9-256B-1287-02317C3523ED}"/>
              </a:ext>
            </a:extLst>
          </p:cNvPr>
          <p:cNvSpPr/>
          <p:nvPr/>
        </p:nvSpPr>
        <p:spPr bwMode="auto">
          <a:xfrm>
            <a:off x="10978818" y="1732395"/>
            <a:ext cx="322490" cy="584775"/>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73949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向量化执行模型执行流程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370635" y="4276745"/>
            <a:ext cx="1292888"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2864312"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2864312"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298085"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298085"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346174"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346174"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2948528"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2917071" y="2541972"/>
            <a:ext cx="1920719"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1853435" y="3650973"/>
            <a:ext cx="722664"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2871789"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327282" y="4544157"/>
            <a:ext cx="207846"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715827"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7" idx="1"/>
          </p:cNvCxnSpPr>
          <p:nvPr/>
        </p:nvCxnSpPr>
        <p:spPr>
          <a:xfrm flipV="1">
            <a:off x="4837790" y="1392903"/>
            <a:ext cx="1697989" cy="131834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8" idx="1"/>
          </p:cNvCxnSpPr>
          <p:nvPr/>
        </p:nvCxnSpPr>
        <p:spPr>
          <a:xfrm flipV="1">
            <a:off x="5280513" y="2643291"/>
            <a:ext cx="1255266" cy="86186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9" idx="1"/>
          </p:cNvCxnSpPr>
          <p:nvPr/>
        </p:nvCxnSpPr>
        <p:spPr>
          <a:xfrm flipV="1">
            <a:off x="4663523" y="3897533"/>
            <a:ext cx="1872256" cy="54848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30" idx="1"/>
          </p:cNvCxnSpPr>
          <p:nvPr/>
        </p:nvCxnSpPr>
        <p:spPr>
          <a:xfrm flipV="1">
            <a:off x="4102687" y="4921056"/>
            <a:ext cx="2433092" cy="55322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31" idx="1"/>
          </p:cNvCxnSpPr>
          <p:nvPr/>
        </p:nvCxnSpPr>
        <p:spPr>
          <a:xfrm rot="16200000" flipH="1">
            <a:off x="4071507" y="3501162"/>
            <a:ext cx="246200" cy="4682344"/>
          </a:xfrm>
          <a:prstGeom prst="bentConnector2">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2967568" y="5229329"/>
            <a:ext cx="1135119"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285875" y="5229329"/>
            <a:ext cx="1135119"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1280598" y="1152925"/>
            <a:ext cx="3505934"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E3DEF92-0C55-4AE9-A1EC-BBA4D58AE547}"/>
                  </a:ext>
                </a:extLst>
              </p:cNvPr>
              <p:cNvSpPr txBox="1"/>
              <p:nvPr/>
            </p:nvSpPr>
            <p:spPr>
              <a:xfrm>
                <a:off x="6535779" y="915849"/>
                <a:ext cx="4429154" cy="954107"/>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7" name="文本框 26">
                <a:extLst>
                  <a:ext uri="{FF2B5EF4-FFF2-40B4-BE49-F238E27FC236}">
                    <a16:creationId xmlns:a16="http://schemas.microsoft.com/office/drawing/2014/main" xmlns:a14="http://schemas.microsoft.com/office/drawing/2010/main" xmlns="" id="{3E3DEF92-0C55-4AE9-A1EC-BBA4D58AE547}"/>
                  </a:ext>
                </a:extLst>
              </p:cNvPr>
              <p:cNvSpPr txBox="1">
                <a:spLocks noRot="1" noChangeAspect="1" noMove="1" noResize="1" noEditPoints="1" noAdjustHandles="1" noChangeArrowheads="1" noChangeShapeType="1" noTextEdit="1"/>
              </p:cNvSpPr>
              <p:nvPr/>
            </p:nvSpPr>
            <p:spPr>
              <a:xfrm>
                <a:off x="6535779" y="915849"/>
                <a:ext cx="4429154" cy="954107"/>
              </a:xfrm>
              <a:prstGeom prst="rect">
                <a:avLst/>
              </a:prstGeom>
              <a:blipFill rotWithShape="0">
                <a:blip r:embed="rId6"/>
                <a:stretch>
                  <a:fillRect l="-413" t="-1274"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11740FB-6F06-431D-A208-829ABB11DCF5}"/>
                  </a:ext>
                </a:extLst>
              </p:cNvPr>
              <p:cNvSpPr txBox="1"/>
              <p:nvPr/>
            </p:nvSpPr>
            <p:spPr>
              <a:xfrm>
                <a:off x="6535779" y="1950793"/>
                <a:ext cx="4429153" cy="1384995"/>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8" name="文本框 27">
                <a:extLst>
                  <a:ext uri="{FF2B5EF4-FFF2-40B4-BE49-F238E27FC236}">
                    <a16:creationId xmlns:a16="http://schemas.microsoft.com/office/drawing/2014/main" xmlns:a14="http://schemas.microsoft.com/office/drawing/2010/main" xmlns="" id="{511740FB-6F06-431D-A208-829ABB11DCF5}"/>
                  </a:ext>
                </a:extLst>
              </p:cNvPr>
              <p:cNvSpPr txBox="1">
                <a:spLocks noRot="1" noChangeAspect="1" noMove="1" noResize="1" noEditPoints="1" noAdjustHandles="1" noChangeArrowheads="1" noChangeShapeType="1" noTextEdit="1"/>
              </p:cNvSpPr>
              <p:nvPr/>
            </p:nvSpPr>
            <p:spPr>
              <a:xfrm>
                <a:off x="6535779" y="1950793"/>
                <a:ext cx="4429153" cy="1384995"/>
              </a:xfrm>
              <a:prstGeom prst="rect">
                <a:avLst/>
              </a:prstGeom>
              <a:blipFill rotWithShape="0">
                <a:blip r:embed="rId7"/>
                <a:stretch>
                  <a:fillRect l="-413" t="-881" b="-39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0D91D38-EBF9-4C8D-A833-F275C0DBFFAE}"/>
                  </a:ext>
                </a:extLst>
              </p:cNvPr>
              <p:cNvSpPr txBox="1"/>
              <p:nvPr/>
            </p:nvSpPr>
            <p:spPr>
              <a:xfrm>
                <a:off x="6535779" y="3420479"/>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9" name="文本框 28">
                <a:extLst>
                  <a:ext uri="{FF2B5EF4-FFF2-40B4-BE49-F238E27FC236}">
                    <a16:creationId xmlns:a16="http://schemas.microsoft.com/office/drawing/2014/main" id="{70D91D38-EBF9-4C8D-A833-F275C0DBFFAE}"/>
                  </a:ext>
                </a:extLst>
              </p:cNvPr>
              <p:cNvSpPr txBox="1">
                <a:spLocks noRot="1" noChangeAspect="1" noMove="1" noResize="1" noEditPoints="1" noAdjustHandles="1" noChangeArrowheads="1" noChangeShapeType="1" noTextEdit="1"/>
              </p:cNvSpPr>
              <p:nvPr/>
            </p:nvSpPr>
            <p:spPr>
              <a:xfrm>
                <a:off x="6535779" y="3420479"/>
                <a:ext cx="4429153" cy="954107"/>
              </a:xfrm>
              <a:prstGeom prst="rect">
                <a:avLst/>
              </a:prstGeom>
              <a:blipFill>
                <a:blip r:embed="rId8"/>
                <a:stretch>
                  <a:fillRect l="-413" t="-1274"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96AE562B-AE10-4C21-AC5A-A384F38C96F0}"/>
                  </a:ext>
                </a:extLst>
              </p:cNvPr>
              <p:cNvSpPr txBox="1"/>
              <p:nvPr/>
            </p:nvSpPr>
            <p:spPr>
              <a:xfrm>
                <a:off x="6535779" y="4444002"/>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0" name="文本框 29">
                <a:extLst>
                  <a:ext uri="{FF2B5EF4-FFF2-40B4-BE49-F238E27FC236}">
                    <a16:creationId xmlns:a16="http://schemas.microsoft.com/office/drawing/2014/main" id="{96AE562B-AE10-4C21-AC5A-A384F38C96F0}"/>
                  </a:ext>
                </a:extLst>
              </p:cNvPr>
              <p:cNvSpPr txBox="1">
                <a:spLocks noRot="1" noChangeAspect="1" noMove="1" noResize="1" noEditPoints="1" noAdjustHandles="1" noChangeArrowheads="1" noChangeShapeType="1" noTextEdit="1"/>
              </p:cNvSpPr>
              <p:nvPr/>
            </p:nvSpPr>
            <p:spPr>
              <a:xfrm>
                <a:off x="6535779" y="4444002"/>
                <a:ext cx="4429153" cy="954107"/>
              </a:xfrm>
              <a:prstGeom prst="rect">
                <a:avLst/>
              </a:prstGeom>
              <a:blipFill>
                <a:blip r:embed="rId9"/>
                <a:stretch>
                  <a:fillRect l="-413" t="-1274"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CB4AEBE-C512-4417-B123-4B57F736AA40}"/>
                  </a:ext>
                </a:extLst>
              </p:cNvPr>
              <p:cNvSpPr txBox="1"/>
              <p:nvPr/>
            </p:nvSpPr>
            <p:spPr>
              <a:xfrm>
                <a:off x="6535779" y="5488380"/>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1" name="文本框 30">
                <a:extLst>
                  <a:ext uri="{FF2B5EF4-FFF2-40B4-BE49-F238E27FC236}">
                    <a16:creationId xmlns:a16="http://schemas.microsoft.com/office/drawing/2014/main" xmlns:a14="http://schemas.microsoft.com/office/drawing/2010/main" xmlns="" id="{DCB4AEBE-C512-4417-B123-4B57F736AA40}"/>
                  </a:ext>
                </a:extLst>
              </p:cNvPr>
              <p:cNvSpPr txBox="1">
                <a:spLocks noRot="1" noChangeAspect="1" noMove="1" noResize="1" noEditPoints="1" noAdjustHandles="1" noChangeArrowheads="1" noChangeShapeType="1" noTextEdit="1"/>
              </p:cNvSpPr>
              <p:nvPr/>
            </p:nvSpPr>
            <p:spPr>
              <a:xfrm>
                <a:off x="6535779" y="5488380"/>
                <a:ext cx="4429153" cy="954107"/>
              </a:xfrm>
              <a:prstGeom prst="rect">
                <a:avLst/>
              </a:prstGeom>
              <a:blipFill rotWithShape="0">
                <a:blip r:embed="rId10"/>
                <a:stretch>
                  <a:fillRect l="-413" t="-637" b="-5732"/>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8ADE1904-8771-46CA-B024-6A2FDE077C27}"/>
              </a:ext>
            </a:extLst>
          </p:cNvPr>
          <p:cNvSpPr>
            <a:spLocks noGrp="1"/>
          </p:cNvSpPr>
          <p:nvPr>
            <p:ph type="sldNum" sz="quarter" idx="12"/>
          </p:nvPr>
        </p:nvSpPr>
        <p:spPr/>
        <p:txBody>
          <a:bodyPr/>
          <a:lstStyle/>
          <a:p>
            <a:fld id="{4B0D34C0-35A8-654C-9FBA-7B4E017BD630}" type="slidenum">
              <a:rPr lang="en-US" altLang="zh-CN" smtClean="0"/>
              <a:t>39</a:t>
            </a:fld>
            <a:endParaRPr kumimoji="1" lang="zh-CN" altLang="en-US"/>
          </a:p>
        </p:txBody>
      </p:sp>
      <p:sp>
        <p:nvSpPr>
          <p:cNvPr id="21" name="页脚占位符 20">
            <a:extLst>
              <a:ext uri="{FF2B5EF4-FFF2-40B4-BE49-F238E27FC236}">
                <a16:creationId xmlns:a16="http://schemas.microsoft.com/office/drawing/2014/main" id="{2ED99354-3E34-7945-D0D5-8B9DBE6E8B8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2" name="箭头: 右弧形 2">
            <a:extLst>
              <a:ext uri="{FF2B5EF4-FFF2-40B4-BE49-F238E27FC236}">
                <a16:creationId xmlns:a16="http://schemas.microsoft.com/office/drawing/2014/main" id="{31A98AAB-29E9-256B-1287-02317C3523ED}"/>
              </a:ext>
            </a:extLst>
          </p:cNvPr>
          <p:cNvSpPr/>
          <p:nvPr/>
        </p:nvSpPr>
        <p:spPr bwMode="auto">
          <a:xfrm>
            <a:off x="10972371" y="2866918"/>
            <a:ext cx="875071" cy="3489432"/>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275405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向量化执行模型执行流程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431046" y="4236680"/>
            <a:ext cx="1292888"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2924723" y="3848291"/>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2924723" y="3848291"/>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358496" y="2942889"/>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358496" y="2942889"/>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406585" y="2139668"/>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406585" y="2139668"/>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3008939" y="3295811"/>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2977482" y="2501907"/>
            <a:ext cx="1920719"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1899559" y="3610908"/>
            <a:ext cx="736951"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2932200" y="3610907"/>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387694" y="4504092"/>
            <a:ext cx="193558"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776238" y="2800118"/>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7" idx="1"/>
          </p:cNvCxnSpPr>
          <p:nvPr/>
        </p:nvCxnSpPr>
        <p:spPr>
          <a:xfrm flipV="1">
            <a:off x="4898201" y="1448088"/>
            <a:ext cx="1697989" cy="122309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8" idx="1"/>
          </p:cNvCxnSpPr>
          <p:nvPr/>
        </p:nvCxnSpPr>
        <p:spPr>
          <a:xfrm flipV="1">
            <a:off x="5340924" y="2688951"/>
            <a:ext cx="1255266" cy="776137"/>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9" idx="1"/>
          </p:cNvCxnSpPr>
          <p:nvPr/>
        </p:nvCxnSpPr>
        <p:spPr>
          <a:xfrm flipV="1">
            <a:off x="4723934" y="3924143"/>
            <a:ext cx="1872256" cy="481814"/>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30" idx="1"/>
          </p:cNvCxnSpPr>
          <p:nvPr/>
        </p:nvCxnSpPr>
        <p:spPr>
          <a:xfrm flipV="1">
            <a:off x="4163099" y="4938141"/>
            <a:ext cx="2433091" cy="49607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31" idx="1"/>
          </p:cNvCxnSpPr>
          <p:nvPr/>
        </p:nvCxnSpPr>
        <p:spPr>
          <a:xfrm rot="16200000" flipH="1">
            <a:off x="4106420" y="3472307"/>
            <a:ext cx="282908" cy="4696631"/>
          </a:xfrm>
          <a:prstGeom prst="bentConnector2">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2999405" y="5189264"/>
            <a:ext cx="1163694"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317712" y="5189264"/>
            <a:ext cx="1163694"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1317712" y="1112860"/>
            <a:ext cx="3505934"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E3DEF92-0C55-4AE9-A1EC-BBA4D58AE547}"/>
                  </a:ext>
                </a:extLst>
              </p:cNvPr>
              <p:cNvSpPr txBox="1"/>
              <p:nvPr/>
            </p:nvSpPr>
            <p:spPr>
              <a:xfrm>
                <a:off x="6596190" y="971034"/>
                <a:ext cx="4429154" cy="954107"/>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7" name="文本框 26">
                <a:extLst>
                  <a:ext uri="{FF2B5EF4-FFF2-40B4-BE49-F238E27FC236}">
                    <a16:creationId xmlns:a16="http://schemas.microsoft.com/office/drawing/2014/main" xmlns:a14="http://schemas.microsoft.com/office/drawing/2010/main" xmlns="" id="{3E3DEF92-0C55-4AE9-A1EC-BBA4D58AE547}"/>
                  </a:ext>
                </a:extLst>
              </p:cNvPr>
              <p:cNvSpPr txBox="1">
                <a:spLocks noRot="1" noChangeAspect="1" noMove="1" noResize="1" noEditPoints="1" noAdjustHandles="1" noChangeArrowheads="1" noChangeShapeType="1" noTextEdit="1"/>
              </p:cNvSpPr>
              <p:nvPr/>
            </p:nvSpPr>
            <p:spPr>
              <a:xfrm>
                <a:off x="6596190" y="971034"/>
                <a:ext cx="4429154" cy="954107"/>
              </a:xfrm>
              <a:prstGeom prst="rect">
                <a:avLst/>
              </a:prstGeom>
              <a:blipFill rotWithShape="0">
                <a:blip r:embed="rId6"/>
                <a:stretch>
                  <a:fillRect l="-413" t="-637"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11740FB-6F06-431D-A208-829ABB11DCF5}"/>
                  </a:ext>
                </a:extLst>
              </p:cNvPr>
              <p:cNvSpPr txBox="1"/>
              <p:nvPr/>
            </p:nvSpPr>
            <p:spPr>
              <a:xfrm>
                <a:off x="6596190" y="1996453"/>
                <a:ext cx="4429153" cy="1384995"/>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8" name="文本框 27">
                <a:extLst>
                  <a:ext uri="{FF2B5EF4-FFF2-40B4-BE49-F238E27FC236}">
                    <a16:creationId xmlns:a16="http://schemas.microsoft.com/office/drawing/2014/main" xmlns:a14="http://schemas.microsoft.com/office/drawing/2010/main" xmlns="" id="{511740FB-6F06-431D-A208-829ABB11DCF5}"/>
                  </a:ext>
                </a:extLst>
              </p:cNvPr>
              <p:cNvSpPr txBox="1">
                <a:spLocks noRot="1" noChangeAspect="1" noMove="1" noResize="1" noEditPoints="1" noAdjustHandles="1" noChangeArrowheads="1" noChangeShapeType="1" noTextEdit="1"/>
              </p:cNvSpPr>
              <p:nvPr/>
            </p:nvSpPr>
            <p:spPr>
              <a:xfrm>
                <a:off x="6596190" y="1996453"/>
                <a:ext cx="4429153" cy="1384995"/>
              </a:xfrm>
              <a:prstGeom prst="rect">
                <a:avLst/>
              </a:prstGeom>
              <a:blipFill rotWithShape="0">
                <a:blip r:embed="rId7"/>
                <a:stretch>
                  <a:fillRect l="-413" t="-881" b="-35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0D91D38-EBF9-4C8D-A833-F275C0DBFFAE}"/>
                  </a:ext>
                </a:extLst>
              </p:cNvPr>
              <p:cNvSpPr txBox="1"/>
              <p:nvPr/>
            </p:nvSpPr>
            <p:spPr>
              <a:xfrm>
                <a:off x="6596190" y="3447089"/>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9" name="文本框 28">
                <a:extLst>
                  <a:ext uri="{FF2B5EF4-FFF2-40B4-BE49-F238E27FC236}">
                    <a16:creationId xmlns:a16="http://schemas.microsoft.com/office/drawing/2014/main" id="{70D91D38-EBF9-4C8D-A833-F275C0DBFFAE}"/>
                  </a:ext>
                </a:extLst>
              </p:cNvPr>
              <p:cNvSpPr txBox="1">
                <a:spLocks noRot="1" noChangeAspect="1" noMove="1" noResize="1" noEditPoints="1" noAdjustHandles="1" noChangeArrowheads="1" noChangeShapeType="1" noTextEdit="1"/>
              </p:cNvSpPr>
              <p:nvPr/>
            </p:nvSpPr>
            <p:spPr>
              <a:xfrm>
                <a:off x="6596190" y="3447089"/>
                <a:ext cx="4429153" cy="954107"/>
              </a:xfrm>
              <a:prstGeom prst="rect">
                <a:avLst/>
              </a:prstGeom>
              <a:blipFill>
                <a:blip r:embed="rId8"/>
                <a:stretch>
                  <a:fillRect l="-413" t="-637"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96AE562B-AE10-4C21-AC5A-A384F38C96F0}"/>
                  </a:ext>
                </a:extLst>
              </p:cNvPr>
              <p:cNvSpPr txBox="1"/>
              <p:nvPr/>
            </p:nvSpPr>
            <p:spPr>
              <a:xfrm>
                <a:off x="6596190" y="4461087"/>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0" name="文本框 29">
                <a:extLst>
                  <a:ext uri="{FF2B5EF4-FFF2-40B4-BE49-F238E27FC236}">
                    <a16:creationId xmlns:a16="http://schemas.microsoft.com/office/drawing/2014/main" id="{96AE562B-AE10-4C21-AC5A-A384F38C96F0}"/>
                  </a:ext>
                </a:extLst>
              </p:cNvPr>
              <p:cNvSpPr txBox="1">
                <a:spLocks noRot="1" noChangeAspect="1" noMove="1" noResize="1" noEditPoints="1" noAdjustHandles="1" noChangeArrowheads="1" noChangeShapeType="1" noTextEdit="1"/>
              </p:cNvSpPr>
              <p:nvPr/>
            </p:nvSpPr>
            <p:spPr>
              <a:xfrm>
                <a:off x="6596190" y="4461087"/>
                <a:ext cx="4429153" cy="954107"/>
              </a:xfrm>
              <a:prstGeom prst="rect">
                <a:avLst/>
              </a:prstGeom>
              <a:blipFill>
                <a:blip r:embed="rId9"/>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CB4AEBE-C512-4417-B123-4B57F736AA40}"/>
                  </a:ext>
                </a:extLst>
              </p:cNvPr>
              <p:cNvSpPr txBox="1"/>
              <p:nvPr/>
            </p:nvSpPr>
            <p:spPr>
              <a:xfrm>
                <a:off x="6596190" y="5485023"/>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1" name="文本框 30">
                <a:extLst>
                  <a:ext uri="{FF2B5EF4-FFF2-40B4-BE49-F238E27FC236}">
                    <a16:creationId xmlns:a16="http://schemas.microsoft.com/office/drawing/2014/main" xmlns:a14="http://schemas.microsoft.com/office/drawing/2010/main" xmlns="" id="{DCB4AEBE-C512-4417-B123-4B57F736AA40}"/>
                  </a:ext>
                </a:extLst>
              </p:cNvPr>
              <p:cNvSpPr txBox="1">
                <a:spLocks noRot="1" noChangeAspect="1" noMove="1" noResize="1" noEditPoints="1" noAdjustHandles="1" noChangeArrowheads="1" noChangeShapeType="1" noTextEdit="1"/>
              </p:cNvSpPr>
              <p:nvPr/>
            </p:nvSpPr>
            <p:spPr>
              <a:xfrm>
                <a:off x="6596190" y="5485023"/>
                <a:ext cx="4429153" cy="954107"/>
              </a:xfrm>
              <a:prstGeom prst="rect">
                <a:avLst/>
              </a:prstGeom>
              <a:blipFill rotWithShape="0">
                <a:blip r:embed="rId10"/>
                <a:stretch>
                  <a:fillRect l="-413" t="-1282" b="-5769"/>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8ADE1904-8771-46CA-B024-6A2FDE077C27}"/>
              </a:ext>
            </a:extLst>
          </p:cNvPr>
          <p:cNvSpPr>
            <a:spLocks noGrp="1"/>
          </p:cNvSpPr>
          <p:nvPr>
            <p:ph type="sldNum" sz="quarter" idx="12"/>
          </p:nvPr>
        </p:nvSpPr>
        <p:spPr/>
        <p:txBody>
          <a:bodyPr/>
          <a:lstStyle/>
          <a:p>
            <a:fld id="{4B0D34C0-35A8-654C-9FBA-7B4E017BD630}" type="slidenum">
              <a:rPr lang="en-US" altLang="zh-CN" smtClean="0"/>
              <a:t>40</a:t>
            </a:fld>
            <a:endParaRPr kumimoji="1" lang="zh-CN" altLang="en-US"/>
          </a:p>
        </p:txBody>
      </p:sp>
      <p:sp>
        <p:nvSpPr>
          <p:cNvPr id="21" name="页脚占位符 20">
            <a:extLst>
              <a:ext uri="{FF2B5EF4-FFF2-40B4-BE49-F238E27FC236}">
                <a16:creationId xmlns:a16="http://schemas.microsoft.com/office/drawing/2014/main" id="{2ED99354-3E34-7945-D0D5-8B9DBE6E8B8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2" name="箭头: 右弧形 2">
            <a:extLst>
              <a:ext uri="{FF2B5EF4-FFF2-40B4-BE49-F238E27FC236}">
                <a16:creationId xmlns:a16="http://schemas.microsoft.com/office/drawing/2014/main" id="{31A98AAB-29E9-256B-1287-02317C3523ED}"/>
              </a:ext>
            </a:extLst>
          </p:cNvPr>
          <p:cNvSpPr/>
          <p:nvPr/>
        </p:nvSpPr>
        <p:spPr bwMode="auto">
          <a:xfrm rot="10800000" flipH="1">
            <a:off x="11034965" y="2840461"/>
            <a:ext cx="434010" cy="3121615"/>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395DE7DA-1C01-34D3-8E3F-50F7AAC2FFC1}"/>
              </a:ext>
            </a:extLst>
          </p:cNvPr>
          <p:cNvSpPr txBox="1"/>
          <p:nvPr/>
        </p:nvSpPr>
        <p:spPr>
          <a:xfrm>
            <a:off x="11468975" y="3624636"/>
            <a:ext cx="177714" cy="1815882"/>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返回一批的元组</a:t>
            </a:r>
          </a:p>
        </p:txBody>
      </p:sp>
    </p:spTree>
    <p:extLst>
      <p:ext uri="{BB962C8B-B14F-4D97-AF65-F5344CB8AC3E}">
        <p14:creationId xmlns:p14="http://schemas.microsoft.com/office/powerpoint/2010/main" val="37683576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向量化执行模型执行流程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342060" y="4276745"/>
            <a:ext cx="1292888"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283573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283573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26951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26951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31759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31759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291995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2888496" y="2541972"/>
            <a:ext cx="1920719"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1820098" y="3650973"/>
            <a:ext cx="727426"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284321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298707" y="4544157"/>
            <a:ext cx="203084"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68725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7" idx="1"/>
          </p:cNvCxnSpPr>
          <p:nvPr/>
        </p:nvCxnSpPr>
        <p:spPr>
          <a:xfrm flipV="1">
            <a:off x="4809215" y="1402428"/>
            <a:ext cx="1697989" cy="130882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8" idx="1"/>
          </p:cNvCxnSpPr>
          <p:nvPr/>
        </p:nvCxnSpPr>
        <p:spPr>
          <a:xfrm flipV="1">
            <a:off x="5251938" y="2662341"/>
            <a:ext cx="1255266" cy="84281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9" idx="1"/>
          </p:cNvCxnSpPr>
          <p:nvPr/>
        </p:nvCxnSpPr>
        <p:spPr>
          <a:xfrm flipV="1">
            <a:off x="4634948" y="3916583"/>
            <a:ext cx="1872256" cy="52943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30" idx="1"/>
          </p:cNvCxnSpPr>
          <p:nvPr/>
        </p:nvCxnSpPr>
        <p:spPr>
          <a:xfrm flipV="1">
            <a:off x="4074113" y="4949631"/>
            <a:ext cx="2433091" cy="52465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31" idx="1"/>
          </p:cNvCxnSpPr>
          <p:nvPr/>
        </p:nvCxnSpPr>
        <p:spPr>
          <a:xfrm rot="16200000" flipH="1">
            <a:off x="4026960" y="3512372"/>
            <a:ext cx="273383" cy="4687106"/>
          </a:xfrm>
          <a:prstGeom prst="bentConnector2">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2929469" y="5229329"/>
            <a:ext cx="1144644"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247776" y="5229329"/>
            <a:ext cx="1144644"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1247776" y="1152925"/>
            <a:ext cx="3505934"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E3DEF92-0C55-4AE9-A1EC-BBA4D58AE547}"/>
                  </a:ext>
                </a:extLst>
              </p:cNvPr>
              <p:cNvSpPr txBox="1"/>
              <p:nvPr/>
            </p:nvSpPr>
            <p:spPr>
              <a:xfrm>
                <a:off x="6507204" y="925374"/>
                <a:ext cx="4429154" cy="954107"/>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7" name="文本框 26">
                <a:extLst>
                  <a:ext uri="{FF2B5EF4-FFF2-40B4-BE49-F238E27FC236}">
                    <a16:creationId xmlns:a16="http://schemas.microsoft.com/office/drawing/2014/main" xmlns:a14="http://schemas.microsoft.com/office/drawing/2010/main" xmlns="" id="{3E3DEF92-0C55-4AE9-A1EC-BBA4D58AE547}"/>
                  </a:ext>
                </a:extLst>
              </p:cNvPr>
              <p:cNvSpPr txBox="1">
                <a:spLocks noRot="1" noChangeAspect="1" noMove="1" noResize="1" noEditPoints="1" noAdjustHandles="1" noChangeArrowheads="1" noChangeShapeType="1" noTextEdit="1"/>
              </p:cNvSpPr>
              <p:nvPr/>
            </p:nvSpPr>
            <p:spPr>
              <a:xfrm>
                <a:off x="6507204" y="925374"/>
                <a:ext cx="4429154" cy="954107"/>
              </a:xfrm>
              <a:prstGeom prst="rect">
                <a:avLst/>
              </a:prstGeom>
              <a:blipFill rotWithShape="0">
                <a:blip r:embed="rId6"/>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11740FB-6F06-431D-A208-829ABB11DCF5}"/>
                  </a:ext>
                </a:extLst>
              </p:cNvPr>
              <p:cNvSpPr txBox="1"/>
              <p:nvPr/>
            </p:nvSpPr>
            <p:spPr>
              <a:xfrm>
                <a:off x="6507204" y="1969843"/>
                <a:ext cx="4429153" cy="1384995"/>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8" name="文本框 27">
                <a:extLst>
                  <a:ext uri="{FF2B5EF4-FFF2-40B4-BE49-F238E27FC236}">
                    <a16:creationId xmlns:a16="http://schemas.microsoft.com/office/drawing/2014/main" xmlns:a14="http://schemas.microsoft.com/office/drawing/2010/main" xmlns="" id="{511740FB-6F06-431D-A208-829ABB11DCF5}"/>
                  </a:ext>
                </a:extLst>
              </p:cNvPr>
              <p:cNvSpPr txBox="1">
                <a:spLocks noRot="1" noChangeAspect="1" noMove="1" noResize="1" noEditPoints="1" noAdjustHandles="1" noChangeArrowheads="1" noChangeShapeType="1" noTextEdit="1"/>
              </p:cNvSpPr>
              <p:nvPr/>
            </p:nvSpPr>
            <p:spPr>
              <a:xfrm>
                <a:off x="6507204" y="1969843"/>
                <a:ext cx="4429153" cy="1384995"/>
              </a:xfrm>
              <a:prstGeom prst="rect">
                <a:avLst/>
              </a:prstGeom>
              <a:blipFill rotWithShape="0">
                <a:blip r:embed="rId7"/>
                <a:stretch>
                  <a:fillRect l="-413" t="-881" b="-39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0D91D38-EBF9-4C8D-A833-F275C0DBFFAE}"/>
                  </a:ext>
                </a:extLst>
              </p:cNvPr>
              <p:cNvSpPr txBox="1"/>
              <p:nvPr/>
            </p:nvSpPr>
            <p:spPr>
              <a:xfrm>
                <a:off x="6507204" y="3439529"/>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9" name="文本框 28">
                <a:extLst>
                  <a:ext uri="{FF2B5EF4-FFF2-40B4-BE49-F238E27FC236}">
                    <a16:creationId xmlns:a16="http://schemas.microsoft.com/office/drawing/2014/main" id="{70D91D38-EBF9-4C8D-A833-F275C0DBFFAE}"/>
                  </a:ext>
                </a:extLst>
              </p:cNvPr>
              <p:cNvSpPr txBox="1">
                <a:spLocks noRot="1" noChangeAspect="1" noMove="1" noResize="1" noEditPoints="1" noAdjustHandles="1" noChangeArrowheads="1" noChangeShapeType="1" noTextEdit="1"/>
              </p:cNvSpPr>
              <p:nvPr/>
            </p:nvSpPr>
            <p:spPr>
              <a:xfrm>
                <a:off x="6507204" y="3439529"/>
                <a:ext cx="4429153" cy="954107"/>
              </a:xfrm>
              <a:prstGeom prst="rect">
                <a:avLst/>
              </a:prstGeom>
              <a:blipFill>
                <a:blip r:embed="rId8"/>
                <a:stretch>
                  <a:fillRect l="-413" t="-1274"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96AE562B-AE10-4C21-AC5A-A384F38C96F0}"/>
                  </a:ext>
                </a:extLst>
              </p:cNvPr>
              <p:cNvSpPr txBox="1"/>
              <p:nvPr/>
            </p:nvSpPr>
            <p:spPr>
              <a:xfrm>
                <a:off x="6507204" y="4472577"/>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0" name="文本框 29">
                <a:extLst>
                  <a:ext uri="{FF2B5EF4-FFF2-40B4-BE49-F238E27FC236}">
                    <a16:creationId xmlns:a16="http://schemas.microsoft.com/office/drawing/2014/main" id="{96AE562B-AE10-4C21-AC5A-A384F38C96F0}"/>
                  </a:ext>
                </a:extLst>
              </p:cNvPr>
              <p:cNvSpPr txBox="1">
                <a:spLocks noRot="1" noChangeAspect="1" noMove="1" noResize="1" noEditPoints="1" noAdjustHandles="1" noChangeArrowheads="1" noChangeShapeType="1" noTextEdit="1"/>
              </p:cNvSpPr>
              <p:nvPr/>
            </p:nvSpPr>
            <p:spPr>
              <a:xfrm>
                <a:off x="6507204" y="4472577"/>
                <a:ext cx="4429153" cy="954107"/>
              </a:xfrm>
              <a:prstGeom prst="rect">
                <a:avLst/>
              </a:prstGeom>
              <a:blipFill>
                <a:blip r:embed="rId9"/>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CB4AEBE-C512-4417-B123-4B57F736AA40}"/>
                  </a:ext>
                </a:extLst>
              </p:cNvPr>
              <p:cNvSpPr txBox="1"/>
              <p:nvPr/>
            </p:nvSpPr>
            <p:spPr>
              <a:xfrm>
                <a:off x="6507204" y="5515563"/>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1" name="文本框 30">
                <a:extLst>
                  <a:ext uri="{FF2B5EF4-FFF2-40B4-BE49-F238E27FC236}">
                    <a16:creationId xmlns:a16="http://schemas.microsoft.com/office/drawing/2014/main" xmlns:a14="http://schemas.microsoft.com/office/drawing/2010/main" xmlns="" id="{DCB4AEBE-C512-4417-B123-4B57F736AA40}"/>
                  </a:ext>
                </a:extLst>
              </p:cNvPr>
              <p:cNvSpPr txBox="1">
                <a:spLocks noRot="1" noChangeAspect="1" noMove="1" noResize="1" noEditPoints="1" noAdjustHandles="1" noChangeArrowheads="1" noChangeShapeType="1" noTextEdit="1"/>
              </p:cNvSpPr>
              <p:nvPr/>
            </p:nvSpPr>
            <p:spPr>
              <a:xfrm>
                <a:off x="6507204" y="5515563"/>
                <a:ext cx="4429153" cy="954107"/>
              </a:xfrm>
              <a:prstGeom prst="rect">
                <a:avLst/>
              </a:prstGeom>
              <a:blipFill rotWithShape="0">
                <a:blip r:embed="rId10"/>
                <a:stretch>
                  <a:fillRect l="-413" t="-1282" b="-5769"/>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8ADE1904-8771-46CA-B024-6A2FDE077C27}"/>
              </a:ext>
            </a:extLst>
          </p:cNvPr>
          <p:cNvSpPr>
            <a:spLocks noGrp="1"/>
          </p:cNvSpPr>
          <p:nvPr>
            <p:ph type="sldNum" sz="quarter" idx="12"/>
          </p:nvPr>
        </p:nvSpPr>
        <p:spPr/>
        <p:txBody>
          <a:bodyPr/>
          <a:lstStyle/>
          <a:p>
            <a:fld id="{4B0D34C0-35A8-654C-9FBA-7B4E017BD630}" type="slidenum">
              <a:rPr lang="en-US" altLang="zh-CN" smtClean="0"/>
              <a:t>41</a:t>
            </a:fld>
            <a:endParaRPr kumimoji="1" lang="zh-CN" altLang="en-US"/>
          </a:p>
        </p:txBody>
      </p:sp>
      <p:sp>
        <p:nvSpPr>
          <p:cNvPr id="21" name="页脚占位符 20">
            <a:extLst>
              <a:ext uri="{FF2B5EF4-FFF2-40B4-BE49-F238E27FC236}">
                <a16:creationId xmlns:a16="http://schemas.microsoft.com/office/drawing/2014/main" id="{2ED99354-3E34-7945-D0D5-8B9DBE6E8B8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2" name="箭头: 右弧形 2">
            <a:extLst>
              <a:ext uri="{FF2B5EF4-FFF2-40B4-BE49-F238E27FC236}">
                <a16:creationId xmlns:a16="http://schemas.microsoft.com/office/drawing/2014/main" id="{31A98AAB-29E9-256B-1287-02317C3523ED}"/>
              </a:ext>
            </a:extLst>
          </p:cNvPr>
          <p:cNvSpPr/>
          <p:nvPr/>
        </p:nvSpPr>
        <p:spPr bwMode="auto">
          <a:xfrm>
            <a:off x="10943797" y="2866918"/>
            <a:ext cx="456386" cy="1049665"/>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9636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向量化执行模型执行流程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468150" y="4276745"/>
            <a:ext cx="1292888"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296182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296182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39560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39560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44368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44368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304604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3014586" y="2541972"/>
            <a:ext cx="1920719"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1950950" y="3650973"/>
            <a:ext cx="722664"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296930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424797" y="4544157"/>
            <a:ext cx="207846"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81334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7" idx="1"/>
          </p:cNvCxnSpPr>
          <p:nvPr/>
        </p:nvCxnSpPr>
        <p:spPr>
          <a:xfrm flipV="1">
            <a:off x="4935305" y="1373853"/>
            <a:ext cx="1697989" cy="133739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8" idx="1"/>
          </p:cNvCxnSpPr>
          <p:nvPr/>
        </p:nvCxnSpPr>
        <p:spPr>
          <a:xfrm flipV="1">
            <a:off x="5378028" y="2633766"/>
            <a:ext cx="1255266" cy="871387"/>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9" idx="1"/>
          </p:cNvCxnSpPr>
          <p:nvPr/>
        </p:nvCxnSpPr>
        <p:spPr>
          <a:xfrm flipV="1">
            <a:off x="4761038" y="3897533"/>
            <a:ext cx="1872256" cy="54848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30" idx="1"/>
          </p:cNvCxnSpPr>
          <p:nvPr/>
        </p:nvCxnSpPr>
        <p:spPr>
          <a:xfrm flipV="1">
            <a:off x="4200202" y="4930581"/>
            <a:ext cx="2433092" cy="54370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31" idx="1"/>
          </p:cNvCxnSpPr>
          <p:nvPr/>
        </p:nvCxnSpPr>
        <p:spPr>
          <a:xfrm rot="16200000" flipH="1">
            <a:off x="4165524" y="3504660"/>
            <a:ext cx="253197" cy="4682344"/>
          </a:xfrm>
          <a:prstGeom prst="bentConnector2">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065083" y="5229329"/>
            <a:ext cx="1135119"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383390" y="5229329"/>
            <a:ext cx="1135119"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1216337" y="1152925"/>
            <a:ext cx="3505934"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E3DEF92-0C55-4AE9-A1EC-BBA4D58AE547}"/>
                  </a:ext>
                </a:extLst>
              </p:cNvPr>
              <p:cNvSpPr txBox="1"/>
              <p:nvPr/>
            </p:nvSpPr>
            <p:spPr>
              <a:xfrm>
                <a:off x="6633294" y="896799"/>
                <a:ext cx="4429154" cy="954107"/>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7" name="文本框 26">
                <a:extLst>
                  <a:ext uri="{FF2B5EF4-FFF2-40B4-BE49-F238E27FC236}">
                    <a16:creationId xmlns:a16="http://schemas.microsoft.com/office/drawing/2014/main" xmlns:a14="http://schemas.microsoft.com/office/drawing/2010/main" xmlns="" id="{3E3DEF92-0C55-4AE9-A1EC-BBA4D58AE547}"/>
                  </a:ext>
                </a:extLst>
              </p:cNvPr>
              <p:cNvSpPr txBox="1">
                <a:spLocks noRot="1" noChangeAspect="1" noMove="1" noResize="1" noEditPoints="1" noAdjustHandles="1" noChangeArrowheads="1" noChangeShapeType="1" noTextEdit="1"/>
              </p:cNvSpPr>
              <p:nvPr/>
            </p:nvSpPr>
            <p:spPr>
              <a:xfrm>
                <a:off x="6633294" y="896799"/>
                <a:ext cx="4429154" cy="954107"/>
              </a:xfrm>
              <a:prstGeom prst="rect">
                <a:avLst/>
              </a:prstGeom>
              <a:blipFill rotWithShape="0">
                <a:blip r:embed="rId6"/>
                <a:stretch>
                  <a:fillRect l="-413" t="-1274"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11740FB-6F06-431D-A208-829ABB11DCF5}"/>
                  </a:ext>
                </a:extLst>
              </p:cNvPr>
              <p:cNvSpPr txBox="1"/>
              <p:nvPr/>
            </p:nvSpPr>
            <p:spPr>
              <a:xfrm>
                <a:off x="6633294" y="1941268"/>
                <a:ext cx="4429153" cy="1384995"/>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8" name="文本框 27">
                <a:extLst>
                  <a:ext uri="{FF2B5EF4-FFF2-40B4-BE49-F238E27FC236}">
                    <a16:creationId xmlns:a16="http://schemas.microsoft.com/office/drawing/2014/main" xmlns:a14="http://schemas.microsoft.com/office/drawing/2010/main" xmlns="" id="{511740FB-6F06-431D-A208-829ABB11DCF5}"/>
                  </a:ext>
                </a:extLst>
              </p:cNvPr>
              <p:cNvSpPr txBox="1">
                <a:spLocks noRot="1" noChangeAspect="1" noMove="1" noResize="1" noEditPoints="1" noAdjustHandles="1" noChangeArrowheads="1" noChangeShapeType="1" noTextEdit="1"/>
              </p:cNvSpPr>
              <p:nvPr/>
            </p:nvSpPr>
            <p:spPr>
              <a:xfrm>
                <a:off x="6633294" y="1941268"/>
                <a:ext cx="4429153" cy="1384995"/>
              </a:xfrm>
              <a:prstGeom prst="rect">
                <a:avLst/>
              </a:prstGeom>
              <a:blipFill rotWithShape="0">
                <a:blip r:embed="rId7"/>
                <a:stretch>
                  <a:fillRect l="-413" t="-439" b="-35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0D91D38-EBF9-4C8D-A833-F275C0DBFFAE}"/>
                  </a:ext>
                </a:extLst>
              </p:cNvPr>
              <p:cNvSpPr txBox="1"/>
              <p:nvPr/>
            </p:nvSpPr>
            <p:spPr>
              <a:xfrm>
                <a:off x="6633294" y="3420479"/>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9" name="文本框 28">
                <a:extLst>
                  <a:ext uri="{FF2B5EF4-FFF2-40B4-BE49-F238E27FC236}">
                    <a16:creationId xmlns:a16="http://schemas.microsoft.com/office/drawing/2014/main" xmlns:a14="http://schemas.microsoft.com/office/drawing/2010/main" xmlns="" id="{70D91D38-EBF9-4C8D-A833-F275C0DBFFAE}"/>
                  </a:ext>
                </a:extLst>
              </p:cNvPr>
              <p:cNvSpPr txBox="1">
                <a:spLocks noRot="1" noChangeAspect="1" noMove="1" noResize="1" noEditPoints="1" noAdjustHandles="1" noChangeArrowheads="1" noChangeShapeType="1" noTextEdit="1"/>
              </p:cNvSpPr>
              <p:nvPr/>
            </p:nvSpPr>
            <p:spPr>
              <a:xfrm>
                <a:off x="6633294" y="3420479"/>
                <a:ext cx="4429153" cy="954107"/>
              </a:xfrm>
              <a:prstGeom prst="rect">
                <a:avLst/>
              </a:prstGeom>
              <a:blipFill rotWithShape="0">
                <a:blip r:embed="rId8"/>
                <a:stretch>
                  <a:fillRect l="-413" t="-1274"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96AE562B-AE10-4C21-AC5A-A384F38C96F0}"/>
                  </a:ext>
                </a:extLst>
              </p:cNvPr>
              <p:cNvSpPr txBox="1"/>
              <p:nvPr/>
            </p:nvSpPr>
            <p:spPr>
              <a:xfrm>
                <a:off x="6633294" y="4453527"/>
                <a:ext cx="4429153" cy="954107"/>
              </a:xfrm>
              <a:prstGeom prst="rect">
                <a:avLst/>
              </a:prstGeom>
              <a:solidFill>
                <a:schemeClr val="bg1">
                  <a:lumMod val="95000"/>
                </a:scheme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0" name="文本框 29">
                <a:extLst>
                  <a:ext uri="{FF2B5EF4-FFF2-40B4-BE49-F238E27FC236}">
                    <a16:creationId xmlns:a16="http://schemas.microsoft.com/office/drawing/2014/main" id="{96AE562B-AE10-4C21-AC5A-A384F38C96F0}"/>
                  </a:ext>
                </a:extLst>
              </p:cNvPr>
              <p:cNvSpPr txBox="1">
                <a:spLocks noRot="1" noChangeAspect="1" noMove="1" noResize="1" noEditPoints="1" noAdjustHandles="1" noChangeArrowheads="1" noChangeShapeType="1" noTextEdit="1"/>
              </p:cNvSpPr>
              <p:nvPr/>
            </p:nvSpPr>
            <p:spPr>
              <a:xfrm>
                <a:off x="6633294" y="4453527"/>
                <a:ext cx="4429153" cy="954107"/>
              </a:xfrm>
              <a:prstGeom prst="rect">
                <a:avLst/>
              </a:prstGeom>
              <a:blipFill>
                <a:blip r:embed="rId9"/>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CB4AEBE-C512-4417-B123-4B57F736AA40}"/>
                  </a:ext>
                </a:extLst>
              </p:cNvPr>
              <p:cNvSpPr txBox="1"/>
              <p:nvPr/>
            </p:nvSpPr>
            <p:spPr>
              <a:xfrm>
                <a:off x="6633294" y="5495377"/>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1" name="文本框 30">
                <a:extLst>
                  <a:ext uri="{FF2B5EF4-FFF2-40B4-BE49-F238E27FC236}">
                    <a16:creationId xmlns:a16="http://schemas.microsoft.com/office/drawing/2014/main" xmlns:a14="http://schemas.microsoft.com/office/drawing/2010/main" xmlns="" id="{DCB4AEBE-C512-4417-B123-4B57F736AA40}"/>
                  </a:ext>
                </a:extLst>
              </p:cNvPr>
              <p:cNvSpPr txBox="1">
                <a:spLocks noRot="1" noChangeAspect="1" noMove="1" noResize="1" noEditPoints="1" noAdjustHandles="1" noChangeArrowheads="1" noChangeShapeType="1" noTextEdit="1"/>
              </p:cNvSpPr>
              <p:nvPr/>
            </p:nvSpPr>
            <p:spPr>
              <a:xfrm>
                <a:off x="6633294" y="5495377"/>
                <a:ext cx="4429153" cy="954107"/>
              </a:xfrm>
              <a:prstGeom prst="rect">
                <a:avLst/>
              </a:prstGeom>
              <a:blipFill rotWithShape="0">
                <a:blip r:embed="rId10"/>
                <a:stretch>
                  <a:fillRect l="-413" t="-637" b="-5732"/>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8ADE1904-8771-46CA-B024-6A2FDE077C27}"/>
              </a:ext>
            </a:extLst>
          </p:cNvPr>
          <p:cNvSpPr>
            <a:spLocks noGrp="1"/>
          </p:cNvSpPr>
          <p:nvPr>
            <p:ph type="sldNum" sz="quarter" idx="12"/>
          </p:nvPr>
        </p:nvSpPr>
        <p:spPr/>
        <p:txBody>
          <a:bodyPr/>
          <a:lstStyle/>
          <a:p>
            <a:fld id="{4B0D34C0-35A8-654C-9FBA-7B4E017BD630}" type="slidenum">
              <a:rPr lang="en-US" altLang="zh-CN" smtClean="0"/>
              <a:t>42</a:t>
            </a:fld>
            <a:endParaRPr kumimoji="1" lang="zh-CN" altLang="en-US"/>
          </a:p>
        </p:txBody>
      </p:sp>
      <p:sp>
        <p:nvSpPr>
          <p:cNvPr id="21" name="页脚占位符 20">
            <a:extLst>
              <a:ext uri="{FF2B5EF4-FFF2-40B4-BE49-F238E27FC236}">
                <a16:creationId xmlns:a16="http://schemas.microsoft.com/office/drawing/2014/main" id="{2ED99354-3E34-7945-D0D5-8B9DBE6E8B8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2" name="箭头: 右弧形 2">
            <a:extLst>
              <a:ext uri="{FF2B5EF4-FFF2-40B4-BE49-F238E27FC236}">
                <a16:creationId xmlns:a16="http://schemas.microsoft.com/office/drawing/2014/main" id="{31A98AAB-29E9-256B-1287-02317C3523ED}"/>
              </a:ext>
            </a:extLst>
          </p:cNvPr>
          <p:cNvSpPr/>
          <p:nvPr/>
        </p:nvSpPr>
        <p:spPr bwMode="auto">
          <a:xfrm>
            <a:off x="11062447" y="4014439"/>
            <a:ext cx="508641" cy="992656"/>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987739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向量化执行模型执行流程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189660" y="4276745"/>
            <a:ext cx="1292888"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268333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268333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11711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11711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16519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16519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276755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2736096" y="2541972"/>
            <a:ext cx="1920719"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1651665" y="3650973"/>
            <a:ext cx="743459"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269081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146308" y="4544157"/>
            <a:ext cx="228736"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53485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7" idx="1"/>
          </p:cNvCxnSpPr>
          <p:nvPr/>
        </p:nvCxnSpPr>
        <p:spPr>
          <a:xfrm flipV="1">
            <a:off x="4656815" y="1335753"/>
            <a:ext cx="1697989" cy="137549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8" idx="1"/>
          </p:cNvCxnSpPr>
          <p:nvPr/>
        </p:nvCxnSpPr>
        <p:spPr>
          <a:xfrm flipV="1">
            <a:off x="5099538" y="2595666"/>
            <a:ext cx="1255266" cy="909487"/>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9" idx="1"/>
          </p:cNvCxnSpPr>
          <p:nvPr/>
        </p:nvCxnSpPr>
        <p:spPr>
          <a:xfrm flipV="1">
            <a:off x="4482548" y="3859433"/>
            <a:ext cx="1872256" cy="58658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30" idx="1"/>
          </p:cNvCxnSpPr>
          <p:nvPr/>
        </p:nvCxnSpPr>
        <p:spPr>
          <a:xfrm flipV="1">
            <a:off x="3921713" y="4911531"/>
            <a:ext cx="2433091" cy="56275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31" idx="1"/>
          </p:cNvCxnSpPr>
          <p:nvPr/>
        </p:nvCxnSpPr>
        <p:spPr>
          <a:xfrm rot="16200000" flipH="1">
            <a:off x="3880830" y="3490068"/>
            <a:ext cx="244808" cy="4703139"/>
          </a:xfrm>
          <a:prstGeom prst="bentConnector2">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2828375" y="5229329"/>
            <a:ext cx="1093338"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063310" y="5229329"/>
            <a:ext cx="1176710"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1063309" y="1152925"/>
            <a:ext cx="3505934"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E3DEF92-0C55-4AE9-A1EC-BBA4D58AE547}"/>
                  </a:ext>
                </a:extLst>
              </p:cNvPr>
              <p:cNvSpPr txBox="1"/>
              <p:nvPr/>
            </p:nvSpPr>
            <p:spPr>
              <a:xfrm>
                <a:off x="6354804" y="858699"/>
                <a:ext cx="4429154" cy="954107"/>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7" name="文本框 26">
                <a:extLst>
                  <a:ext uri="{FF2B5EF4-FFF2-40B4-BE49-F238E27FC236}">
                    <a16:creationId xmlns:a16="http://schemas.microsoft.com/office/drawing/2014/main" xmlns:a14="http://schemas.microsoft.com/office/drawing/2010/main" xmlns="" id="{3E3DEF92-0C55-4AE9-A1EC-BBA4D58AE547}"/>
                  </a:ext>
                </a:extLst>
              </p:cNvPr>
              <p:cNvSpPr txBox="1">
                <a:spLocks noRot="1" noChangeAspect="1" noMove="1" noResize="1" noEditPoints="1" noAdjustHandles="1" noChangeArrowheads="1" noChangeShapeType="1" noTextEdit="1"/>
              </p:cNvSpPr>
              <p:nvPr/>
            </p:nvSpPr>
            <p:spPr>
              <a:xfrm>
                <a:off x="6354804" y="858699"/>
                <a:ext cx="4429154" cy="954107"/>
              </a:xfrm>
              <a:prstGeom prst="rect">
                <a:avLst/>
              </a:prstGeom>
              <a:blipFill rotWithShape="0">
                <a:blip r:embed="rId6"/>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11740FB-6F06-431D-A208-829ABB11DCF5}"/>
                  </a:ext>
                </a:extLst>
              </p:cNvPr>
              <p:cNvSpPr txBox="1"/>
              <p:nvPr/>
            </p:nvSpPr>
            <p:spPr>
              <a:xfrm>
                <a:off x="6354804" y="1903168"/>
                <a:ext cx="4429153" cy="1384995"/>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8" name="文本框 27">
                <a:extLst>
                  <a:ext uri="{FF2B5EF4-FFF2-40B4-BE49-F238E27FC236}">
                    <a16:creationId xmlns:a16="http://schemas.microsoft.com/office/drawing/2014/main" xmlns:a14="http://schemas.microsoft.com/office/drawing/2010/main" xmlns="" id="{511740FB-6F06-431D-A208-829ABB11DCF5}"/>
                  </a:ext>
                </a:extLst>
              </p:cNvPr>
              <p:cNvSpPr txBox="1">
                <a:spLocks noRot="1" noChangeAspect="1" noMove="1" noResize="1" noEditPoints="1" noAdjustHandles="1" noChangeArrowheads="1" noChangeShapeType="1" noTextEdit="1"/>
              </p:cNvSpPr>
              <p:nvPr/>
            </p:nvSpPr>
            <p:spPr>
              <a:xfrm>
                <a:off x="6354804" y="1903168"/>
                <a:ext cx="4429153" cy="1384995"/>
              </a:xfrm>
              <a:prstGeom prst="rect">
                <a:avLst/>
              </a:prstGeom>
              <a:blipFill rotWithShape="0">
                <a:blip r:embed="rId7"/>
                <a:stretch>
                  <a:fillRect l="-413" t="-881" b="-39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0D91D38-EBF9-4C8D-A833-F275C0DBFFAE}"/>
                  </a:ext>
                </a:extLst>
              </p:cNvPr>
              <p:cNvSpPr txBox="1"/>
              <p:nvPr/>
            </p:nvSpPr>
            <p:spPr>
              <a:xfrm>
                <a:off x="6354804" y="3382379"/>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9" name="文本框 28">
                <a:extLst>
                  <a:ext uri="{FF2B5EF4-FFF2-40B4-BE49-F238E27FC236}">
                    <a16:creationId xmlns:a16="http://schemas.microsoft.com/office/drawing/2014/main" xmlns:a14="http://schemas.microsoft.com/office/drawing/2010/main" xmlns="" id="{70D91D38-EBF9-4C8D-A833-F275C0DBFFAE}"/>
                  </a:ext>
                </a:extLst>
              </p:cNvPr>
              <p:cNvSpPr txBox="1">
                <a:spLocks noRot="1" noChangeAspect="1" noMove="1" noResize="1" noEditPoints="1" noAdjustHandles="1" noChangeArrowheads="1" noChangeShapeType="1" noTextEdit="1"/>
              </p:cNvSpPr>
              <p:nvPr/>
            </p:nvSpPr>
            <p:spPr>
              <a:xfrm>
                <a:off x="6354804" y="3382379"/>
                <a:ext cx="4429153" cy="954107"/>
              </a:xfrm>
              <a:prstGeom prst="rect">
                <a:avLst/>
              </a:prstGeom>
              <a:blipFill rotWithShape="0">
                <a:blip r:embed="rId8"/>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96AE562B-AE10-4C21-AC5A-A384F38C96F0}"/>
                  </a:ext>
                </a:extLst>
              </p:cNvPr>
              <p:cNvSpPr txBox="1"/>
              <p:nvPr/>
            </p:nvSpPr>
            <p:spPr>
              <a:xfrm>
                <a:off x="6354804" y="4434477"/>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0" name="文本框 29">
                <a:extLst>
                  <a:ext uri="{FF2B5EF4-FFF2-40B4-BE49-F238E27FC236}">
                    <a16:creationId xmlns:a16="http://schemas.microsoft.com/office/drawing/2014/main" xmlns:a14="http://schemas.microsoft.com/office/drawing/2010/main" xmlns="" id="{96AE562B-AE10-4C21-AC5A-A384F38C96F0}"/>
                  </a:ext>
                </a:extLst>
              </p:cNvPr>
              <p:cNvSpPr txBox="1">
                <a:spLocks noRot="1" noChangeAspect="1" noMove="1" noResize="1" noEditPoints="1" noAdjustHandles="1" noChangeArrowheads="1" noChangeShapeType="1" noTextEdit="1"/>
              </p:cNvSpPr>
              <p:nvPr/>
            </p:nvSpPr>
            <p:spPr>
              <a:xfrm>
                <a:off x="6354804" y="4434477"/>
                <a:ext cx="4429153" cy="954107"/>
              </a:xfrm>
              <a:prstGeom prst="rect">
                <a:avLst/>
              </a:prstGeom>
              <a:blipFill rotWithShape="0">
                <a:blip r:embed="rId9"/>
                <a:stretch>
                  <a:fillRect l="-413" t="-637"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CB4AEBE-C512-4417-B123-4B57F736AA40}"/>
                  </a:ext>
                </a:extLst>
              </p:cNvPr>
              <p:cNvSpPr txBox="1"/>
              <p:nvPr/>
            </p:nvSpPr>
            <p:spPr>
              <a:xfrm>
                <a:off x="6354804" y="5486988"/>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1" name="文本框 30">
                <a:extLst>
                  <a:ext uri="{FF2B5EF4-FFF2-40B4-BE49-F238E27FC236}">
                    <a16:creationId xmlns:a16="http://schemas.microsoft.com/office/drawing/2014/main" xmlns:a14="http://schemas.microsoft.com/office/drawing/2010/main" xmlns="" id="{DCB4AEBE-C512-4417-B123-4B57F736AA40}"/>
                  </a:ext>
                </a:extLst>
              </p:cNvPr>
              <p:cNvSpPr txBox="1">
                <a:spLocks noRot="1" noChangeAspect="1" noMove="1" noResize="1" noEditPoints="1" noAdjustHandles="1" noChangeArrowheads="1" noChangeShapeType="1" noTextEdit="1"/>
              </p:cNvSpPr>
              <p:nvPr/>
            </p:nvSpPr>
            <p:spPr>
              <a:xfrm>
                <a:off x="6354804" y="5486988"/>
                <a:ext cx="4429153" cy="954107"/>
              </a:xfrm>
              <a:prstGeom prst="rect">
                <a:avLst/>
              </a:prstGeom>
              <a:blipFill rotWithShape="0">
                <a:blip r:embed="rId10"/>
                <a:stretch>
                  <a:fillRect l="-413" t="-1274" b="-5732"/>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8ADE1904-8771-46CA-B024-6A2FDE077C27}"/>
              </a:ext>
            </a:extLst>
          </p:cNvPr>
          <p:cNvSpPr>
            <a:spLocks noGrp="1"/>
          </p:cNvSpPr>
          <p:nvPr>
            <p:ph type="sldNum" sz="quarter" idx="12"/>
          </p:nvPr>
        </p:nvSpPr>
        <p:spPr/>
        <p:txBody>
          <a:bodyPr/>
          <a:lstStyle/>
          <a:p>
            <a:fld id="{4B0D34C0-35A8-654C-9FBA-7B4E017BD630}" type="slidenum">
              <a:rPr lang="en-US" altLang="zh-CN" smtClean="0"/>
              <a:t>43</a:t>
            </a:fld>
            <a:endParaRPr kumimoji="1" lang="zh-CN" altLang="en-US"/>
          </a:p>
        </p:txBody>
      </p:sp>
      <p:sp>
        <p:nvSpPr>
          <p:cNvPr id="21" name="页脚占位符 20">
            <a:extLst>
              <a:ext uri="{FF2B5EF4-FFF2-40B4-BE49-F238E27FC236}">
                <a16:creationId xmlns:a16="http://schemas.microsoft.com/office/drawing/2014/main" id="{2ED99354-3E34-7945-D0D5-8B9DBE6E8B8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3" name="箭头: 右弧形 2">
            <a:extLst>
              <a:ext uri="{FF2B5EF4-FFF2-40B4-BE49-F238E27FC236}">
                <a16:creationId xmlns:a16="http://schemas.microsoft.com/office/drawing/2014/main" id="{98391123-6C8F-F496-D1CD-6F926D24F6ED}"/>
              </a:ext>
            </a:extLst>
          </p:cNvPr>
          <p:cNvSpPr/>
          <p:nvPr/>
        </p:nvSpPr>
        <p:spPr bwMode="auto">
          <a:xfrm rot="10800000" flipH="1">
            <a:off x="10774486" y="3829917"/>
            <a:ext cx="397097" cy="1240165"/>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4" name="文本框 23">
            <a:extLst>
              <a:ext uri="{FF2B5EF4-FFF2-40B4-BE49-F238E27FC236}">
                <a16:creationId xmlns:a16="http://schemas.microsoft.com/office/drawing/2014/main" id="{BBB7CA91-125D-D672-6E90-E2F8A5860639}"/>
              </a:ext>
            </a:extLst>
          </p:cNvPr>
          <p:cNvSpPr txBox="1"/>
          <p:nvPr/>
        </p:nvSpPr>
        <p:spPr>
          <a:xfrm>
            <a:off x="11316446" y="3793973"/>
            <a:ext cx="177714" cy="1815882"/>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返回一批的元组</a:t>
            </a:r>
          </a:p>
        </p:txBody>
      </p:sp>
    </p:spTree>
    <p:extLst>
      <p:ext uri="{BB962C8B-B14F-4D97-AF65-F5344CB8AC3E}">
        <p14:creationId xmlns:p14="http://schemas.microsoft.com/office/powerpoint/2010/main" val="42490514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向量化执行模型执行流程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289924" y="4276745"/>
            <a:ext cx="1292888"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2783601"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2783601"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217374"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217374"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265463"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265463"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2867817"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2836360" y="2541972"/>
            <a:ext cx="1920719"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1839399" y="3650973"/>
            <a:ext cx="655989"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2791078"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246571" y="4544157"/>
            <a:ext cx="262554"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635116"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7" idx="1"/>
          </p:cNvCxnSpPr>
          <p:nvPr/>
        </p:nvCxnSpPr>
        <p:spPr>
          <a:xfrm flipV="1">
            <a:off x="4757079" y="1373853"/>
            <a:ext cx="1697989" cy="133739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8" idx="1"/>
          </p:cNvCxnSpPr>
          <p:nvPr/>
        </p:nvCxnSpPr>
        <p:spPr>
          <a:xfrm flipV="1">
            <a:off x="5199802" y="2643291"/>
            <a:ext cx="1255266" cy="86186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9" idx="1"/>
          </p:cNvCxnSpPr>
          <p:nvPr/>
        </p:nvCxnSpPr>
        <p:spPr>
          <a:xfrm flipV="1">
            <a:off x="4582812" y="3926108"/>
            <a:ext cx="1872256" cy="519914"/>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30" idx="1"/>
          </p:cNvCxnSpPr>
          <p:nvPr/>
        </p:nvCxnSpPr>
        <p:spPr>
          <a:xfrm flipV="1">
            <a:off x="4021977" y="4987731"/>
            <a:ext cx="2433091" cy="48655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31" idx="1"/>
          </p:cNvCxnSpPr>
          <p:nvPr/>
        </p:nvCxnSpPr>
        <p:spPr>
          <a:xfrm rot="16200000" flipH="1">
            <a:off x="3977204" y="3581428"/>
            <a:ext cx="340058" cy="4615669"/>
          </a:xfrm>
          <a:prstGeom prst="bentConnector2">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2996273" y="5229329"/>
            <a:ext cx="1025704"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338514" y="5229329"/>
            <a:ext cx="1001769"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1159966" y="1152925"/>
            <a:ext cx="3597113"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E3DEF92-0C55-4AE9-A1EC-BBA4D58AE547}"/>
                  </a:ext>
                </a:extLst>
              </p:cNvPr>
              <p:cNvSpPr txBox="1"/>
              <p:nvPr/>
            </p:nvSpPr>
            <p:spPr>
              <a:xfrm>
                <a:off x="6455068" y="896799"/>
                <a:ext cx="4429154" cy="954107"/>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7" name="文本框 26">
                <a:extLst>
                  <a:ext uri="{FF2B5EF4-FFF2-40B4-BE49-F238E27FC236}">
                    <a16:creationId xmlns:a16="http://schemas.microsoft.com/office/drawing/2014/main" xmlns:a14="http://schemas.microsoft.com/office/drawing/2010/main" xmlns="" id="{3E3DEF92-0C55-4AE9-A1EC-BBA4D58AE547}"/>
                  </a:ext>
                </a:extLst>
              </p:cNvPr>
              <p:cNvSpPr txBox="1">
                <a:spLocks noRot="1" noChangeAspect="1" noMove="1" noResize="1" noEditPoints="1" noAdjustHandles="1" noChangeArrowheads="1" noChangeShapeType="1" noTextEdit="1"/>
              </p:cNvSpPr>
              <p:nvPr/>
            </p:nvSpPr>
            <p:spPr>
              <a:xfrm>
                <a:off x="6455068" y="896799"/>
                <a:ext cx="4429154" cy="954107"/>
              </a:xfrm>
              <a:prstGeom prst="rect">
                <a:avLst/>
              </a:prstGeom>
              <a:blipFill rotWithShape="0">
                <a:blip r:embed="rId6"/>
                <a:stretch>
                  <a:fillRect l="-413" t="-1274"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11740FB-6F06-431D-A208-829ABB11DCF5}"/>
                  </a:ext>
                </a:extLst>
              </p:cNvPr>
              <p:cNvSpPr txBox="1"/>
              <p:nvPr/>
            </p:nvSpPr>
            <p:spPr>
              <a:xfrm>
                <a:off x="6455068" y="1950793"/>
                <a:ext cx="4429153" cy="1384995"/>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8" name="文本框 27">
                <a:extLst>
                  <a:ext uri="{FF2B5EF4-FFF2-40B4-BE49-F238E27FC236}">
                    <a16:creationId xmlns:a16="http://schemas.microsoft.com/office/drawing/2014/main" xmlns:a14="http://schemas.microsoft.com/office/drawing/2010/main" xmlns="" id="{511740FB-6F06-431D-A208-829ABB11DCF5}"/>
                  </a:ext>
                </a:extLst>
              </p:cNvPr>
              <p:cNvSpPr txBox="1">
                <a:spLocks noRot="1" noChangeAspect="1" noMove="1" noResize="1" noEditPoints="1" noAdjustHandles="1" noChangeArrowheads="1" noChangeShapeType="1" noTextEdit="1"/>
              </p:cNvSpPr>
              <p:nvPr/>
            </p:nvSpPr>
            <p:spPr>
              <a:xfrm>
                <a:off x="6455068" y="1950793"/>
                <a:ext cx="4429153" cy="1384995"/>
              </a:xfrm>
              <a:prstGeom prst="rect">
                <a:avLst/>
              </a:prstGeom>
              <a:blipFill rotWithShape="0">
                <a:blip r:embed="rId7"/>
                <a:stretch>
                  <a:fillRect l="-413" t="-881" b="-39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0D91D38-EBF9-4C8D-A833-F275C0DBFFAE}"/>
                  </a:ext>
                </a:extLst>
              </p:cNvPr>
              <p:cNvSpPr txBox="1"/>
              <p:nvPr/>
            </p:nvSpPr>
            <p:spPr>
              <a:xfrm>
                <a:off x="6455068" y="3449054"/>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9" name="文本框 28">
                <a:extLst>
                  <a:ext uri="{FF2B5EF4-FFF2-40B4-BE49-F238E27FC236}">
                    <a16:creationId xmlns:a16="http://schemas.microsoft.com/office/drawing/2014/main" xmlns:a14="http://schemas.microsoft.com/office/drawing/2010/main" xmlns="" id="{70D91D38-EBF9-4C8D-A833-F275C0DBFFAE}"/>
                  </a:ext>
                </a:extLst>
              </p:cNvPr>
              <p:cNvSpPr txBox="1">
                <a:spLocks noRot="1" noChangeAspect="1" noMove="1" noResize="1" noEditPoints="1" noAdjustHandles="1" noChangeArrowheads="1" noChangeShapeType="1" noTextEdit="1"/>
              </p:cNvSpPr>
              <p:nvPr/>
            </p:nvSpPr>
            <p:spPr>
              <a:xfrm>
                <a:off x="6455068" y="3449054"/>
                <a:ext cx="4429153" cy="954107"/>
              </a:xfrm>
              <a:prstGeom prst="rect">
                <a:avLst/>
              </a:prstGeom>
              <a:blipFill rotWithShape="0">
                <a:blip r:embed="rId8"/>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96AE562B-AE10-4C21-AC5A-A384F38C96F0}"/>
                  </a:ext>
                </a:extLst>
              </p:cNvPr>
              <p:cNvSpPr txBox="1"/>
              <p:nvPr/>
            </p:nvSpPr>
            <p:spPr>
              <a:xfrm>
                <a:off x="6455068" y="4510677"/>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0" name="文本框 29">
                <a:extLst>
                  <a:ext uri="{FF2B5EF4-FFF2-40B4-BE49-F238E27FC236}">
                    <a16:creationId xmlns:a16="http://schemas.microsoft.com/office/drawing/2014/main" xmlns:a14="http://schemas.microsoft.com/office/drawing/2010/main" xmlns="" id="{96AE562B-AE10-4C21-AC5A-A384F38C96F0}"/>
                  </a:ext>
                </a:extLst>
              </p:cNvPr>
              <p:cNvSpPr txBox="1">
                <a:spLocks noRot="1" noChangeAspect="1" noMove="1" noResize="1" noEditPoints="1" noAdjustHandles="1" noChangeArrowheads="1" noChangeShapeType="1" noTextEdit="1"/>
              </p:cNvSpPr>
              <p:nvPr/>
            </p:nvSpPr>
            <p:spPr>
              <a:xfrm>
                <a:off x="6455068" y="4510677"/>
                <a:ext cx="4429153" cy="954107"/>
              </a:xfrm>
              <a:prstGeom prst="rect">
                <a:avLst/>
              </a:prstGeom>
              <a:blipFill rotWithShape="0">
                <a:blip r:embed="rId9"/>
                <a:stretch>
                  <a:fillRect l="-413"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CB4AEBE-C512-4417-B123-4B57F736AA40}"/>
                  </a:ext>
                </a:extLst>
              </p:cNvPr>
              <p:cNvSpPr txBox="1"/>
              <p:nvPr/>
            </p:nvSpPr>
            <p:spPr>
              <a:xfrm>
                <a:off x="6455068" y="5582238"/>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1" name="文本框 30">
                <a:extLst>
                  <a:ext uri="{FF2B5EF4-FFF2-40B4-BE49-F238E27FC236}">
                    <a16:creationId xmlns:a16="http://schemas.microsoft.com/office/drawing/2014/main" xmlns:a14="http://schemas.microsoft.com/office/drawing/2010/main" xmlns="" id="{DCB4AEBE-C512-4417-B123-4B57F736AA40}"/>
                  </a:ext>
                </a:extLst>
              </p:cNvPr>
              <p:cNvSpPr txBox="1">
                <a:spLocks noRot="1" noChangeAspect="1" noMove="1" noResize="1" noEditPoints="1" noAdjustHandles="1" noChangeArrowheads="1" noChangeShapeType="1" noTextEdit="1"/>
              </p:cNvSpPr>
              <p:nvPr/>
            </p:nvSpPr>
            <p:spPr>
              <a:xfrm>
                <a:off x="6455068" y="5582238"/>
                <a:ext cx="4429153" cy="954107"/>
              </a:xfrm>
              <a:prstGeom prst="rect">
                <a:avLst/>
              </a:prstGeom>
              <a:blipFill rotWithShape="0">
                <a:blip r:embed="rId10"/>
                <a:stretch>
                  <a:fillRect l="-413" t="-1282" b="-5769"/>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8ADE1904-8771-46CA-B024-6A2FDE077C27}"/>
              </a:ext>
            </a:extLst>
          </p:cNvPr>
          <p:cNvSpPr>
            <a:spLocks noGrp="1"/>
          </p:cNvSpPr>
          <p:nvPr>
            <p:ph type="sldNum" sz="quarter" idx="12"/>
          </p:nvPr>
        </p:nvSpPr>
        <p:spPr/>
        <p:txBody>
          <a:bodyPr/>
          <a:lstStyle/>
          <a:p>
            <a:fld id="{4B0D34C0-35A8-654C-9FBA-7B4E017BD630}" type="slidenum">
              <a:rPr lang="en-US" altLang="zh-CN" smtClean="0"/>
              <a:t>44</a:t>
            </a:fld>
            <a:endParaRPr kumimoji="1" lang="zh-CN" altLang="en-US"/>
          </a:p>
        </p:txBody>
      </p:sp>
      <p:sp>
        <p:nvSpPr>
          <p:cNvPr id="21" name="页脚占位符 20">
            <a:extLst>
              <a:ext uri="{FF2B5EF4-FFF2-40B4-BE49-F238E27FC236}">
                <a16:creationId xmlns:a16="http://schemas.microsoft.com/office/drawing/2014/main" id="{2ED99354-3E34-7945-D0D5-8B9DBE6E8B8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3" name="箭头: 右弧形 2">
            <a:extLst>
              <a:ext uri="{FF2B5EF4-FFF2-40B4-BE49-F238E27FC236}">
                <a16:creationId xmlns:a16="http://schemas.microsoft.com/office/drawing/2014/main" id="{98391123-6C8F-F496-D1CD-6F926D24F6ED}"/>
              </a:ext>
            </a:extLst>
          </p:cNvPr>
          <p:cNvSpPr/>
          <p:nvPr/>
        </p:nvSpPr>
        <p:spPr bwMode="auto">
          <a:xfrm rot="10800000" flipH="1">
            <a:off x="10866283" y="2529358"/>
            <a:ext cx="527091" cy="1778869"/>
          </a:xfrm>
          <a:prstGeom prst="curvedLeftArrow">
            <a:avLst>
              <a:gd name="adj1" fmla="val 0"/>
              <a:gd name="adj2" fmla="val 5000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4" name="文本框 23">
            <a:extLst>
              <a:ext uri="{FF2B5EF4-FFF2-40B4-BE49-F238E27FC236}">
                <a16:creationId xmlns:a16="http://schemas.microsoft.com/office/drawing/2014/main" id="{BBB7CA91-125D-D672-6E90-E2F8A5860639}"/>
              </a:ext>
            </a:extLst>
          </p:cNvPr>
          <p:cNvSpPr txBox="1"/>
          <p:nvPr/>
        </p:nvSpPr>
        <p:spPr>
          <a:xfrm>
            <a:off x="11393374" y="2556363"/>
            <a:ext cx="177714" cy="1815882"/>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返回一批的元组</a:t>
            </a:r>
          </a:p>
        </p:txBody>
      </p:sp>
    </p:spTree>
    <p:extLst>
      <p:ext uri="{BB962C8B-B14F-4D97-AF65-F5344CB8AC3E}">
        <p14:creationId xmlns:p14="http://schemas.microsoft.com/office/powerpoint/2010/main" val="37315779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向量化执行模型执行流程</a:t>
            </a:r>
          </a:p>
        </p:txBody>
      </p:sp>
      <p:sp>
        <p:nvSpPr>
          <p:cNvPr id="4" name="文本框 3">
            <a:extLst>
              <a:ext uri="{FF2B5EF4-FFF2-40B4-BE49-F238E27FC236}">
                <a16:creationId xmlns:a16="http://schemas.microsoft.com/office/drawing/2014/main" id="{65C433AD-C1B5-4582-9A8A-CD1378FA9546}"/>
              </a:ext>
            </a:extLst>
          </p:cNvPr>
          <p:cNvSpPr txBox="1"/>
          <p:nvPr/>
        </p:nvSpPr>
        <p:spPr>
          <a:xfrm>
            <a:off x="3413720" y="4276745"/>
            <a:ext cx="1292888" cy="338554"/>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500C541-32A1-40BD-9CD0-FA87F28094D2}"/>
                  </a:ext>
                </a:extLst>
              </p:cNvPr>
              <p:cNvSpPr txBox="1"/>
              <p:nvPr/>
            </p:nvSpPr>
            <p:spPr>
              <a:xfrm>
                <a:off x="2907397" y="388835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𝜎</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0500C541-32A1-40BD-9CD0-FA87F28094D2}"/>
                  </a:ext>
                </a:extLst>
              </p:cNvPr>
              <p:cNvSpPr txBox="1">
                <a:spLocks noRot="1" noChangeAspect="1" noMove="1" noResize="1" noEditPoints="1" noAdjustHandles="1" noChangeArrowheads="1" noChangeShapeType="1" noTextEdit="1"/>
              </p:cNvSpPr>
              <p:nvPr/>
            </p:nvSpPr>
            <p:spPr>
              <a:xfrm>
                <a:off x="2907397" y="3888356"/>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27B9D2F-E422-44DA-B602-D3A134AB037F}"/>
                  </a:ext>
                </a:extLst>
              </p:cNvPr>
              <p:cNvSpPr txBox="1"/>
              <p:nvPr/>
            </p:nvSpPr>
            <p:spPr>
              <a:xfrm>
                <a:off x="2341170" y="298295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432FF"/>
                          </a:solidFill>
                          <a:latin typeface="Cambria Math" panose="02040503050406030204" pitchFamily="18" charset="0"/>
                        </a:rPr>
                        <m:t>⋈</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27B9D2F-E422-44DA-B602-D3A134AB037F}"/>
                  </a:ext>
                </a:extLst>
              </p:cNvPr>
              <p:cNvSpPr txBox="1">
                <a:spLocks noRot="1" noChangeAspect="1" noMove="1" noResize="1" noEditPoints="1" noAdjustHandles="1" noChangeArrowheads="1" noChangeShapeType="1" noTextEdit="1"/>
              </p:cNvSpPr>
              <p:nvPr/>
            </p:nvSpPr>
            <p:spPr>
              <a:xfrm>
                <a:off x="2341170" y="2982954"/>
                <a:ext cx="878767" cy="830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2298830-B0AA-4945-860A-F9B4AB81D27B}"/>
                  </a:ext>
                </a:extLst>
              </p:cNvPr>
              <p:cNvSpPr txBox="1"/>
              <p:nvPr/>
            </p:nvSpPr>
            <p:spPr>
              <a:xfrm>
                <a:off x="2389259" y="2179733"/>
                <a:ext cx="78258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4800" b="0" i="0" smtClean="0">
                          <a:solidFill>
                            <a:srgbClr val="0432FF"/>
                          </a:solidFill>
                          <a:latin typeface="Cambria Math" panose="02040503050406030204" pitchFamily="18" charset="0"/>
                        </a:rPr>
                        <m:t>Π</m:t>
                      </m:r>
                    </m:oMath>
                  </m:oMathPara>
                </a14:m>
                <a:endParaRPr lang="en-US" sz="4800" dirty="0">
                  <a:solidFill>
                    <a:srgbClr val="0432FF"/>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F2298830-B0AA-4945-860A-F9B4AB81D27B}"/>
                  </a:ext>
                </a:extLst>
              </p:cNvPr>
              <p:cNvSpPr txBox="1">
                <a:spLocks noRot="1" noChangeAspect="1" noMove="1" noResize="1" noEditPoints="1" noAdjustHandles="1" noChangeArrowheads="1" noChangeShapeType="1" noTextEdit="1"/>
              </p:cNvSpPr>
              <p:nvPr/>
            </p:nvSpPr>
            <p:spPr>
              <a:xfrm>
                <a:off x="2389259" y="2179733"/>
                <a:ext cx="782587" cy="830997"/>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F922F17-129F-4F58-A069-32BCF93E6267}"/>
              </a:ext>
            </a:extLst>
          </p:cNvPr>
          <p:cNvSpPr txBox="1"/>
          <p:nvPr/>
        </p:nvSpPr>
        <p:spPr>
          <a:xfrm>
            <a:off x="2991613" y="3335876"/>
            <a:ext cx="2331985"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9" name="文本框 8">
            <a:extLst>
              <a:ext uri="{FF2B5EF4-FFF2-40B4-BE49-F238E27FC236}">
                <a16:creationId xmlns:a16="http://schemas.microsoft.com/office/drawing/2014/main" id="{12865C26-A8A7-4A79-A58D-9E8210A2DE0A}"/>
              </a:ext>
            </a:extLst>
          </p:cNvPr>
          <p:cNvSpPr txBox="1"/>
          <p:nvPr/>
        </p:nvSpPr>
        <p:spPr>
          <a:xfrm>
            <a:off x="2960156" y="2541972"/>
            <a:ext cx="1920719" cy="338554"/>
          </a:xfrm>
          <a:prstGeom prst="rect">
            <a:avLst/>
          </a:prstGeom>
          <a:solidFill>
            <a:schemeClr val="bg1">
              <a:lumMod val="95000"/>
            </a:schemeClr>
          </a:solidFill>
        </p:spPr>
        <p:txBody>
          <a:bodyPr wrap="non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Sno,Sname,Grade</a:t>
            </a:r>
            <a:endPar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0" name="直接箭头连接符 9">
            <a:extLst>
              <a:ext uri="{FF2B5EF4-FFF2-40B4-BE49-F238E27FC236}">
                <a16:creationId xmlns:a16="http://schemas.microsoft.com/office/drawing/2014/main" id="{C21FB726-63AD-431A-8CCF-118FED3E8F9D}"/>
              </a:ext>
            </a:extLst>
          </p:cNvPr>
          <p:cNvCxnSpPr>
            <a:cxnSpLocks/>
            <a:stCxn id="20" idx="1"/>
          </p:cNvCxnSpPr>
          <p:nvPr/>
        </p:nvCxnSpPr>
        <p:spPr>
          <a:xfrm flipV="1">
            <a:off x="1891758" y="3650973"/>
            <a:ext cx="727426" cy="15783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96638221-5A58-4D32-AA09-522B2EE4618E}"/>
              </a:ext>
            </a:extLst>
          </p:cNvPr>
          <p:cNvCxnSpPr>
            <a:cxnSpLocks/>
          </p:cNvCxnSpPr>
          <p:nvPr/>
        </p:nvCxnSpPr>
        <p:spPr>
          <a:xfrm flipH="1" flipV="1">
            <a:off x="2914874" y="3650972"/>
            <a:ext cx="250924" cy="51419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81F270D5-1FC2-437A-BE58-A99B35056CAF}"/>
              </a:ext>
            </a:extLst>
          </p:cNvPr>
          <p:cNvCxnSpPr>
            <a:cxnSpLocks/>
            <a:stCxn id="19" idx="1"/>
          </p:cNvCxnSpPr>
          <p:nvPr/>
        </p:nvCxnSpPr>
        <p:spPr>
          <a:xfrm flipH="1" flipV="1">
            <a:off x="3370368" y="4544157"/>
            <a:ext cx="285418" cy="6851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47804564-A4F2-4713-8E4A-712015DC003D}"/>
              </a:ext>
            </a:extLst>
          </p:cNvPr>
          <p:cNvCxnSpPr>
            <a:cxnSpLocks/>
          </p:cNvCxnSpPr>
          <p:nvPr/>
        </p:nvCxnSpPr>
        <p:spPr>
          <a:xfrm flipV="1">
            <a:off x="2758912" y="2840183"/>
            <a:ext cx="0" cy="4018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4" name="直接箭头连接符 13">
            <a:extLst>
              <a:ext uri="{FF2B5EF4-FFF2-40B4-BE49-F238E27FC236}">
                <a16:creationId xmlns:a16="http://schemas.microsoft.com/office/drawing/2014/main" id="{F174CA69-3C00-46CA-A7DE-7B3393FECF4A}"/>
              </a:ext>
            </a:extLst>
          </p:cNvPr>
          <p:cNvCxnSpPr>
            <a:cxnSpLocks/>
            <a:stCxn id="9" idx="3"/>
            <a:endCxn id="27" idx="1"/>
          </p:cNvCxnSpPr>
          <p:nvPr/>
        </p:nvCxnSpPr>
        <p:spPr>
          <a:xfrm flipV="1">
            <a:off x="4880875" y="1411953"/>
            <a:ext cx="1697989" cy="129929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7B4B5518-82EA-4424-9965-9176E5FF74AF}"/>
              </a:ext>
            </a:extLst>
          </p:cNvPr>
          <p:cNvCxnSpPr>
            <a:cxnSpLocks/>
            <a:stCxn id="8" idx="3"/>
            <a:endCxn id="28" idx="1"/>
          </p:cNvCxnSpPr>
          <p:nvPr/>
        </p:nvCxnSpPr>
        <p:spPr>
          <a:xfrm flipV="1">
            <a:off x="5323598" y="2690916"/>
            <a:ext cx="1255266" cy="814237"/>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箭头连接符 15">
            <a:extLst>
              <a:ext uri="{FF2B5EF4-FFF2-40B4-BE49-F238E27FC236}">
                <a16:creationId xmlns:a16="http://schemas.microsoft.com/office/drawing/2014/main" id="{D0DAA5BE-C029-4811-9EC0-5BB86384C1F6}"/>
              </a:ext>
            </a:extLst>
          </p:cNvPr>
          <p:cNvCxnSpPr>
            <a:cxnSpLocks/>
            <a:stCxn id="4" idx="3"/>
            <a:endCxn id="29" idx="1"/>
          </p:cNvCxnSpPr>
          <p:nvPr/>
        </p:nvCxnSpPr>
        <p:spPr>
          <a:xfrm flipV="1">
            <a:off x="4706608" y="3964208"/>
            <a:ext cx="1872256" cy="481814"/>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箭头连接符 16">
            <a:extLst>
              <a:ext uri="{FF2B5EF4-FFF2-40B4-BE49-F238E27FC236}">
                <a16:creationId xmlns:a16="http://schemas.microsoft.com/office/drawing/2014/main" id="{0C01CBA9-E3D3-40E1-9C49-D1C664D95ACF}"/>
              </a:ext>
            </a:extLst>
          </p:cNvPr>
          <p:cNvCxnSpPr>
            <a:cxnSpLocks/>
            <a:stCxn id="19" idx="4"/>
            <a:endCxn id="30" idx="1"/>
          </p:cNvCxnSpPr>
          <p:nvPr/>
        </p:nvCxnSpPr>
        <p:spPr>
          <a:xfrm flipV="1">
            <a:off x="4145773" y="5006781"/>
            <a:ext cx="2433091" cy="46750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448A1FA9-6D1F-4D16-BC2F-26D02A8CB65E}"/>
              </a:ext>
            </a:extLst>
          </p:cNvPr>
          <p:cNvCxnSpPr>
            <a:cxnSpLocks/>
            <a:stCxn id="20" idx="3"/>
            <a:endCxn id="31" idx="1"/>
          </p:cNvCxnSpPr>
          <p:nvPr/>
        </p:nvCxnSpPr>
        <p:spPr>
          <a:xfrm rot="16200000" flipH="1">
            <a:off x="4070045" y="3540947"/>
            <a:ext cx="330533" cy="4687106"/>
          </a:xfrm>
          <a:prstGeom prst="bentConnector2">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圆柱形 18">
            <a:extLst>
              <a:ext uri="{FF2B5EF4-FFF2-40B4-BE49-F238E27FC236}">
                <a16:creationId xmlns:a16="http://schemas.microsoft.com/office/drawing/2014/main" id="{B639147A-A5C1-4549-9DAD-0A88A77D3F60}"/>
              </a:ext>
            </a:extLst>
          </p:cNvPr>
          <p:cNvSpPr/>
          <p:nvPr/>
        </p:nvSpPr>
        <p:spPr>
          <a:xfrm>
            <a:off x="3165799" y="5229329"/>
            <a:ext cx="979974"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0" name="圆柱形 19">
            <a:extLst>
              <a:ext uri="{FF2B5EF4-FFF2-40B4-BE49-F238E27FC236}">
                <a16:creationId xmlns:a16="http://schemas.microsoft.com/office/drawing/2014/main" id="{BAF6EB91-52DB-49C5-ACE3-6079F618D819}"/>
              </a:ext>
            </a:extLst>
          </p:cNvPr>
          <p:cNvSpPr/>
          <p:nvPr/>
        </p:nvSpPr>
        <p:spPr>
          <a:xfrm>
            <a:off x="1319436" y="5229329"/>
            <a:ext cx="1144644" cy="489905"/>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26" name="文本框 25">
            <a:extLst>
              <a:ext uri="{FF2B5EF4-FFF2-40B4-BE49-F238E27FC236}">
                <a16:creationId xmlns:a16="http://schemas.microsoft.com/office/drawing/2014/main" id="{828983D5-01D0-45C0-A0DE-3B7FFA24743A}"/>
              </a:ext>
            </a:extLst>
          </p:cNvPr>
          <p:cNvSpPr txBox="1"/>
          <p:nvPr/>
        </p:nvSpPr>
        <p:spPr>
          <a:xfrm>
            <a:off x="1296167" y="1152925"/>
            <a:ext cx="3584708"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E3DEF92-0C55-4AE9-A1EC-BBA4D58AE547}"/>
                  </a:ext>
                </a:extLst>
              </p:cNvPr>
              <p:cNvSpPr txBox="1"/>
              <p:nvPr/>
            </p:nvSpPr>
            <p:spPr>
              <a:xfrm>
                <a:off x="6578864" y="934899"/>
                <a:ext cx="4429154" cy="954107"/>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(projection(</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7" name="文本框 26">
                <a:extLst>
                  <a:ext uri="{FF2B5EF4-FFF2-40B4-BE49-F238E27FC236}">
                    <a16:creationId xmlns:a16="http://schemas.microsoft.com/office/drawing/2014/main" xmlns:a14="http://schemas.microsoft.com/office/drawing/2010/main" xmlns="" id="{3E3DEF92-0C55-4AE9-A1EC-BBA4D58AE547}"/>
                  </a:ext>
                </a:extLst>
              </p:cNvPr>
              <p:cNvSpPr txBox="1">
                <a:spLocks noRot="1" noChangeAspect="1" noMove="1" noResize="1" noEditPoints="1" noAdjustHandles="1" noChangeArrowheads="1" noChangeShapeType="1" noTextEdit="1"/>
              </p:cNvSpPr>
              <p:nvPr/>
            </p:nvSpPr>
            <p:spPr>
              <a:xfrm>
                <a:off x="6578864" y="934899"/>
                <a:ext cx="4429154" cy="954107"/>
              </a:xfrm>
              <a:prstGeom prst="rect">
                <a:avLst/>
              </a:prstGeom>
              <a:blipFill rotWithShape="0">
                <a:blip r:embed="rId6"/>
                <a:stretch>
                  <a:fillRect l="-413" t="-637"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11740FB-6F06-431D-A208-829ABB11DCF5}"/>
                  </a:ext>
                </a:extLst>
              </p:cNvPr>
              <p:cNvSpPr txBox="1"/>
              <p:nvPr/>
            </p:nvSpPr>
            <p:spPr>
              <a:xfrm>
                <a:off x="6578864" y="1998418"/>
                <a:ext cx="4429153" cy="1384995"/>
              </a:xfrm>
              <a:prstGeom prst="rect">
                <a:avLst/>
              </a:prstGeom>
              <a:solidFill>
                <a:srgbClr val="701988">
                  <a:alpha val="20000"/>
                </a:srgbClr>
              </a:solidFill>
            </p:spPr>
            <p:txBody>
              <a:bodyPr wrap="square" rtlCol="0">
                <a:spAutoFit/>
              </a:bodyPr>
              <a:lstStyle/>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left.next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BuildHashTable</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right.next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probe(</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1</m:t>
                        </m:r>
                      </m:sub>
                    </m:s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m:t>
                    </m:r>
                    <m:sSub>
                      <m:sSubPr>
                        <m:ctrlP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ctrlPr>
                      </m:sSubPr>
                      <m:e>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e>
                      <m:sub>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2</m:t>
                        </m:r>
                      </m:sub>
                    </m:sSub>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8" name="文本框 27">
                <a:extLst>
                  <a:ext uri="{FF2B5EF4-FFF2-40B4-BE49-F238E27FC236}">
                    <a16:creationId xmlns:a16="http://schemas.microsoft.com/office/drawing/2014/main" xmlns:a14="http://schemas.microsoft.com/office/drawing/2010/main" xmlns="" id="{511740FB-6F06-431D-A208-829ABB11DCF5}"/>
                  </a:ext>
                </a:extLst>
              </p:cNvPr>
              <p:cNvSpPr txBox="1">
                <a:spLocks noRot="1" noChangeAspect="1" noMove="1" noResize="1" noEditPoints="1" noAdjustHandles="1" noChangeArrowheads="1" noChangeShapeType="1" noTextEdit="1"/>
              </p:cNvSpPr>
              <p:nvPr/>
            </p:nvSpPr>
            <p:spPr>
              <a:xfrm>
                <a:off x="6578864" y="1998418"/>
                <a:ext cx="4429153" cy="1384995"/>
              </a:xfrm>
              <a:prstGeom prst="rect">
                <a:avLst/>
              </a:prstGeom>
              <a:blipFill rotWithShape="0">
                <a:blip r:embed="rId7"/>
                <a:stretch>
                  <a:fillRect l="-413" t="-881" b="-35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0D91D38-EBF9-4C8D-A833-F275C0DBFFAE}"/>
                  </a:ext>
                </a:extLst>
              </p:cNvPr>
              <p:cNvSpPr txBox="1"/>
              <p:nvPr/>
            </p:nvSpPr>
            <p:spPr>
              <a:xfrm>
                <a:off x="6578864" y="3487154"/>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child.next</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evalPred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29" name="文本框 28">
                <a:extLst>
                  <a:ext uri="{FF2B5EF4-FFF2-40B4-BE49-F238E27FC236}">
                    <a16:creationId xmlns:a16="http://schemas.microsoft.com/office/drawing/2014/main" xmlns:a14="http://schemas.microsoft.com/office/drawing/2010/main" xmlns="" id="{70D91D38-EBF9-4C8D-A833-F275C0DBFFAE}"/>
                  </a:ext>
                </a:extLst>
              </p:cNvPr>
              <p:cNvSpPr txBox="1">
                <a:spLocks noRot="1" noChangeAspect="1" noMove="1" noResize="1" noEditPoints="1" noAdjustHandles="1" noChangeArrowheads="1" noChangeShapeType="1" noTextEdit="1"/>
              </p:cNvSpPr>
              <p:nvPr/>
            </p:nvSpPr>
            <p:spPr>
              <a:xfrm>
                <a:off x="6578864" y="3487154"/>
                <a:ext cx="4429153" cy="954107"/>
              </a:xfrm>
              <a:prstGeom prst="rect">
                <a:avLst/>
              </a:prstGeom>
              <a:blipFill rotWithShape="0">
                <a:blip r:embed="rId8"/>
                <a:stretch>
                  <a:fillRect l="-413" t="-1274"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96AE562B-AE10-4C21-AC5A-A384F38C96F0}"/>
                  </a:ext>
                </a:extLst>
              </p:cNvPr>
              <p:cNvSpPr txBox="1"/>
              <p:nvPr/>
            </p:nvSpPr>
            <p:spPr>
              <a:xfrm>
                <a:off x="6578864" y="4529727"/>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SC:</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0" name="文本框 29">
                <a:extLst>
                  <a:ext uri="{FF2B5EF4-FFF2-40B4-BE49-F238E27FC236}">
                    <a16:creationId xmlns:a16="http://schemas.microsoft.com/office/drawing/2014/main" xmlns:a14="http://schemas.microsoft.com/office/drawing/2010/main" xmlns="" id="{96AE562B-AE10-4C21-AC5A-A384F38C96F0}"/>
                  </a:ext>
                </a:extLst>
              </p:cNvPr>
              <p:cNvSpPr txBox="1">
                <a:spLocks noRot="1" noChangeAspect="1" noMove="1" noResize="1" noEditPoints="1" noAdjustHandles="1" noChangeArrowheads="1" noChangeShapeType="1" noTextEdit="1"/>
              </p:cNvSpPr>
              <p:nvPr/>
            </p:nvSpPr>
            <p:spPr>
              <a:xfrm>
                <a:off x="6578864" y="4529727"/>
                <a:ext cx="4429153" cy="954107"/>
              </a:xfrm>
              <a:prstGeom prst="rect">
                <a:avLst/>
              </a:prstGeom>
              <a:blipFill rotWithShape="0">
                <a:blip r:embed="rId9"/>
                <a:stretch>
                  <a:fillRect l="-413" t="-1274"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CB4AEBE-C512-4417-B123-4B57F736AA40}"/>
                  </a:ext>
                </a:extLst>
              </p:cNvPr>
              <p:cNvSpPr txBox="1"/>
              <p:nvPr/>
            </p:nvSpPr>
            <p:spPr>
              <a:xfrm>
                <a:off x="6578864" y="5572713"/>
                <a:ext cx="4429153" cy="954107"/>
              </a:xfrm>
              <a:prstGeom prst="rect">
                <a:avLst/>
              </a:prstGeom>
              <a:solidFill>
                <a:srgbClr val="701988">
                  <a:alpha val="20000"/>
                </a:srgbClr>
              </a:solidFill>
            </p:spPr>
            <p:txBody>
              <a:bodyPr wrap="square" rtlCol="0">
                <a:spAutoFit/>
              </a:bodyPr>
              <a:lstStyle/>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 = [ ]</a:t>
                </a:r>
                <a:endPar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for </a:t>
                </a:r>
                <a14:m>
                  <m:oMath xmlns:m="http://schemas.openxmlformats.org/officeDocument/2006/math">
                    <m:r>
                      <a:rPr lang="en-US" sz="1400" i="1" dirty="0"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in Student:</a:t>
                </a:r>
              </a:p>
              <a:p>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a:t>
                </a:r>
                <a:r>
                  <a:rPr lang="en-US" sz="14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out.add</a:t>
                </a:r>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r>
                      <a:rPr lang="en-US" sz="1400" b="0" i="1" smtClean="0">
                        <a:solidFill>
                          <a:srgbClr val="0432FF"/>
                        </a:solidFill>
                        <a:latin typeface="Cambria Math" panose="02040503050406030204" pitchFamily="18" charset="0"/>
                        <a:ea typeface="宋体" panose="02010600030101010101" pitchFamily="2" charset="-122"/>
                        <a:cs typeface="Courier New" panose="02070309020205020404" pitchFamily="49" charset="0"/>
                      </a:rPr>
                      <m:t>𝑡</m:t>
                    </m:r>
                  </m:oMath>
                </a14:m>
                <a:r>
                  <a:rPr lang="en-US"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if |out|&gt;n: emit(out)</a:t>
                </a:r>
              </a:p>
            </p:txBody>
          </p:sp>
        </mc:Choice>
        <mc:Fallback xmlns="">
          <p:sp>
            <p:nvSpPr>
              <p:cNvPr id="31" name="文本框 30">
                <a:extLst>
                  <a:ext uri="{FF2B5EF4-FFF2-40B4-BE49-F238E27FC236}">
                    <a16:creationId xmlns:a16="http://schemas.microsoft.com/office/drawing/2014/main" xmlns:a14="http://schemas.microsoft.com/office/drawing/2010/main" xmlns="" id="{DCB4AEBE-C512-4417-B123-4B57F736AA40}"/>
                  </a:ext>
                </a:extLst>
              </p:cNvPr>
              <p:cNvSpPr txBox="1">
                <a:spLocks noRot="1" noChangeAspect="1" noMove="1" noResize="1" noEditPoints="1" noAdjustHandles="1" noChangeArrowheads="1" noChangeShapeType="1" noTextEdit="1"/>
              </p:cNvSpPr>
              <p:nvPr/>
            </p:nvSpPr>
            <p:spPr>
              <a:xfrm>
                <a:off x="6578864" y="5572713"/>
                <a:ext cx="4429153" cy="954107"/>
              </a:xfrm>
              <a:prstGeom prst="rect">
                <a:avLst/>
              </a:prstGeom>
              <a:blipFill rotWithShape="0">
                <a:blip r:embed="rId10"/>
                <a:stretch>
                  <a:fillRect l="-413" t="-1274" b="-5732"/>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8ADE1904-8771-46CA-B024-6A2FDE077C27}"/>
              </a:ext>
            </a:extLst>
          </p:cNvPr>
          <p:cNvSpPr>
            <a:spLocks noGrp="1"/>
          </p:cNvSpPr>
          <p:nvPr>
            <p:ph type="sldNum" sz="quarter" idx="12"/>
          </p:nvPr>
        </p:nvSpPr>
        <p:spPr/>
        <p:txBody>
          <a:bodyPr/>
          <a:lstStyle/>
          <a:p>
            <a:fld id="{4B0D34C0-35A8-654C-9FBA-7B4E017BD630}" type="slidenum">
              <a:rPr lang="en-US" altLang="zh-CN" smtClean="0"/>
              <a:t>45</a:t>
            </a:fld>
            <a:endParaRPr kumimoji="1" lang="zh-CN" altLang="en-US"/>
          </a:p>
        </p:txBody>
      </p:sp>
      <p:sp>
        <p:nvSpPr>
          <p:cNvPr id="21" name="页脚占位符 20">
            <a:extLst>
              <a:ext uri="{FF2B5EF4-FFF2-40B4-BE49-F238E27FC236}">
                <a16:creationId xmlns:a16="http://schemas.microsoft.com/office/drawing/2014/main" id="{2ED99354-3E34-7945-D0D5-8B9DBE6E8B8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3" name="箭头: 右弧形 2">
            <a:extLst>
              <a:ext uri="{FF2B5EF4-FFF2-40B4-BE49-F238E27FC236}">
                <a16:creationId xmlns:a16="http://schemas.microsoft.com/office/drawing/2014/main" id="{98391123-6C8F-F496-D1CD-6F926D24F6ED}"/>
              </a:ext>
            </a:extLst>
          </p:cNvPr>
          <p:cNvSpPr/>
          <p:nvPr/>
        </p:nvSpPr>
        <p:spPr bwMode="auto">
          <a:xfrm rot="10800000" flipH="1">
            <a:off x="11062448" y="1411953"/>
            <a:ext cx="403866" cy="1130018"/>
          </a:xfrm>
          <a:prstGeom prst="curvedLeftArrow">
            <a:avLst>
              <a:gd name="adj1" fmla="val 0"/>
              <a:gd name="adj2" fmla="val 55760"/>
              <a:gd name="adj3" fmla="val 25000"/>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BBB7CA91-125D-D672-6E90-E2F8A5860639}"/>
              </a:ext>
            </a:extLst>
          </p:cNvPr>
          <p:cNvSpPr txBox="1"/>
          <p:nvPr/>
        </p:nvSpPr>
        <p:spPr>
          <a:xfrm>
            <a:off x="11466313" y="1399145"/>
            <a:ext cx="177714" cy="1815882"/>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返回一批的元组</a:t>
            </a:r>
          </a:p>
        </p:txBody>
      </p:sp>
    </p:spTree>
    <p:extLst>
      <p:ext uri="{BB962C8B-B14F-4D97-AF65-F5344CB8AC3E}">
        <p14:creationId xmlns:p14="http://schemas.microsoft.com/office/powerpoint/2010/main" val="17048346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D31D34E-EE5E-3BC0-79F5-41DB1FDC5FC8}"/>
              </a:ext>
            </a:extLst>
          </p:cNvPr>
          <p:cNvSpPr>
            <a:spLocks noGrp="1"/>
          </p:cNvSpPr>
          <p:nvPr>
            <p:ph type="sldNum" sz="quarter" idx="10"/>
          </p:nvPr>
        </p:nvSpPr>
        <p:spPr/>
        <p:txBody>
          <a:bodyPr/>
          <a:lstStyle/>
          <a:p>
            <a:fld id="{87BBDC00-B9E2-4EFD-9306-2934E87247C6}" type="slidenum">
              <a:rPr lang="zh-CN" altLang="en-US" smtClean="0"/>
              <a:pPr/>
              <a:t>46</a:t>
            </a:fld>
            <a:endParaRPr lang="zh-CN" altLang="en-US"/>
          </a:p>
        </p:txBody>
      </p:sp>
      <p:sp>
        <p:nvSpPr>
          <p:cNvPr id="3" name="标题 2">
            <a:extLst>
              <a:ext uri="{FF2B5EF4-FFF2-40B4-BE49-F238E27FC236}">
                <a16:creationId xmlns:a16="http://schemas.microsoft.com/office/drawing/2014/main" id="{A2359BF0-3F6F-F22C-F7C6-9ACE85CC531E}"/>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火山 </a:t>
            </a:r>
            <a:r>
              <a:rPr lang="en-US" altLang="zh-CN" sz="3600" dirty="0">
                <a:latin typeface="微软雅黑" panose="020B0503020204020204" pitchFamily="82" charset="2"/>
                <a:ea typeface="微软雅黑" panose="020B0503020204020204" pitchFamily="82" charset="2"/>
              </a:rPr>
              <a:t>vs</a:t>
            </a:r>
            <a:r>
              <a:rPr lang="zh-CN" altLang="en-US" sz="3600" dirty="0">
                <a:latin typeface="微软雅黑" panose="020B0503020204020204" pitchFamily="82" charset="2"/>
                <a:ea typeface="微软雅黑" panose="020B0503020204020204" pitchFamily="82" charset="2"/>
              </a:rPr>
              <a:t> 向量化 </a:t>
            </a:r>
            <a:r>
              <a:rPr lang="en-US" altLang="zh-CN" sz="3600" dirty="0">
                <a:latin typeface="微软雅黑" panose="020B0503020204020204" pitchFamily="82" charset="2"/>
                <a:ea typeface="微软雅黑" panose="020B0503020204020204" pitchFamily="82" charset="2"/>
              </a:rPr>
              <a:t>vs</a:t>
            </a:r>
            <a:r>
              <a:rPr lang="zh-CN" altLang="en-US" sz="3600" dirty="0">
                <a:latin typeface="微软雅黑" panose="020B0503020204020204" pitchFamily="82" charset="2"/>
                <a:ea typeface="微软雅黑" panose="020B0503020204020204" pitchFamily="82" charset="2"/>
              </a:rPr>
              <a:t> 物化</a:t>
            </a:r>
          </a:p>
        </p:txBody>
      </p:sp>
      <p:sp>
        <p:nvSpPr>
          <p:cNvPr id="5" name="页脚占位符 4">
            <a:extLst>
              <a:ext uri="{FF2B5EF4-FFF2-40B4-BE49-F238E27FC236}">
                <a16:creationId xmlns:a16="http://schemas.microsoft.com/office/drawing/2014/main" id="{8FBF6619-E1E4-A54F-0CD9-BB7CD9BF92C2}"/>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graphicFrame>
        <p:nvGraphicFramePr>
          <p:cNvPr id="6" name="表格 4">
            <a:extLst>
              <a:ext uri="{FF2B5EF4-FFF2-40B4-BE49-F238E27FC236}">
                <a16:creationId xmlns:a16="http://schemas.microsoft.com/office/drawing/2014/main" id="{ED051A46-9626-190F-C62F-69733D4C2382}"/>
              </a:ext>
            </a:extLst>
          </p:cNvPr>
          <p:cNvGraphicFramePr>
            <a:graphicFrameLocks noGrp="1"/>
          </p:cNvGraphicFramePr>
          <p:nvPr>
            <p:extLst>
              <p:ext uri="{D42A27DB-BD31-4B8C-83A1-F6EECF244321}">
                <p14:modId xmlns:p14="http://schemas.microsoft.com/office/powerpoint/2010/main" val="3494973459"/>
              </p:ext>
            </p:extLst>
          </p:nvPr>
        </p:nvGraphicFramePr>
        <p:xfrm>
          <a:off x="1050551" y="1205024"/>
          <a:ext cx="10160787" cy="4447952"/>
        </p:xfrm>
        <a:graphic>
          <a:graphicData uri="http://schemas.openxmlformats.org/drawingml/2006/table">
            <a:tbl>
              <a:tblPr firstRow="1" bandRow="1">
                <a:tableStyleId>{21E4AEA4-8DFA-4A89-87EB-49C32662AFE0}</a:tableStyleId>
              </a:tblPr>
              <a:tblGrid>
                <a:gridCol w="2771124">
                  <a:extLst>
                    <a:ext uri="{9D8B030D-6E8A-4147-A177-3AD203B41FA5}">
                      <a16:colId xmlns:a16="http://schemas.microsoft.com/office/drawing/2014/main" val="20000"/>
                    </a:ext>
                  </a:extLst>
                </a:gridCol>
                <a:gridCol w="2309269">
                  <a:extLst>
                    <a:ext uri="{9D8B030D-6E8A-4147-A177-3AD203B41FA5}">
                      <a16:colId xmlns:a16="http://schemas.microsoft.com/office/drawing/2014/main" val="20001"/>
                    </a:ext>
                  </a:extLst>
                </a:gridCol>
                <a:gridCol w="2540197">
                  <a:extLst>
                    <a:ext uri="{9D8B030D-6E8A-4147-A177-3AD203B41FA5}">
                      <a16:colId xmlns:a16="http://schemas.microsoft.com/office/drawing/2014/main" val="20002"/>
                    </a:ext>
                  </a:extLst>
                </a:gridCol>
                <a:gridCol w="2540197">
                  <a:extLst>
                    <a:ext uri="{9D8B030D-6E8A-4147-A177-3AD203B41FA5}">
                      <a16:colId xmlns:a16="http://schemas.microsoft.com/office/drawing/2014/main" val="20003"/>
                    </a:ext>
                  </a:extLst>
                </a:gridCol>
              </a:tblGrid>
              <a:tr h="555994">
                <a:tc>
                  <a:txBody>
                    <a:bodyPr/>
                    <a:lstStyle/>
                    <a:p>
                      <a:pPr algn="ctr"/>
                      <a:endParaRPr lang="zh-CN" altLang="en-US" sz="2400" dirty="0">
                        <a:latin typeface="微软雅黑" panose="020B0503020204020204" pitchFamily="34" charset="-122"/>
                        <a:ea typeface="微软雅黑" panose="020B0503020204020204" pitchFamily="34" charset="-122"/>
                      </a:endParaRP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火山</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物化</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向量化</a:t>
                      </a:r>
                    </a:p>
                  </a:txBody>
                  <a:tcPr marL="91432" marR="91432" marT="45702" marB="45702"/>
                </a:tc>
                <a:extLst>
                  <a:ext uri="{0D108BD9-81ED-4DB2-BD59-A6C34878D82A}">
                    <a16:rowId xmlns:a16="http://schemas.microsoft.com/office/drawing/2014/main" val="10000"/>
                  </a:ext>
                </a:extLst>
              </a:tr>
              <a:tr h="555994">
                <a:tc>
                  <a:txBody>
                    <a:bodyPr/>
                    <a:lstStyle/>
                    <a:p>
                      <a:pPr algn="ctr"/>
                      <a:r>
                        <a:rPr lang="zh-CN" altLang="en-US" sz="2400" dirty="0">
                          <a:latin typeface="微软雅黑" panose="020B0503020204020204" pitchFamily="34" charset="-122"/>
                          <a:ea typeface="微软雅黑" panose="020B0503020204020204" pitchFamily="34" charset="-122"/>
                        </a:rPr>
                        <a:t>函数调用</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多 </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少</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中</a:t>
                      </a:r>
                    </a:p>
                  </a:txBody>
                  <a:tcPr marL="91432" marR="91432" marT="45702" marB="45702"/>
                </a:tc>
                <a:extLst>
                  <a:ext uri="{0D108BD9-81ED-4DB2-BD59-A6C34878D82A}">
                    <a16:rowId xmlns:a16="http://schemas.microsoft.com/office/drawing/2014/main" val="10001"/>
                  </a:ext>
                </a:extLst>
              </a:tr>
              <a:tr h="555994">
                <a:tc>
                  <a:txBody>
                    <a:bodyPr/>
                    <a:lstStyle/>
                    <a:p>
                      <a:pPr algn="ctr"/>
                      <a:r>
                        <a:rPr lang="zh-CN" altLang="en-US" sz="2400" dirty="0">
                          <a:latin typeface="微软雅黑" panose="020B0503020204020204" pitchFamily="34" charset="-122"/>
                          <a:ea typeface="微软雅黑" panose="020B0503020204020204" pitchFamily="34" charset="-122"/>
                        </a:rPr>
                        <a:t>流水线</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好</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无</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中</a:t>
                      </a:r>
                    </a:p>
                  </a:txBody>
                  <a:tcPr marL="91432" marR="91432" marT="45702" marB="45702"/>
                </a:tc>
                <a:extLst>
                  <a:ext uri="{0D108BD9-81ED-4DB2-BD59-A6C34878D82A}">
                    <a16:rowId xmlns:a16="http://schemas.microsoft.com/office/drawing/2014/main" val="10002"/>
                  </a:ext>
                </a:extLst>
              </a:tr>
              <a:tr h="555994">
                <a:tc>
                  <a:txBody>
                    <a:bodyPr/>
                    <a:lstStyle/>
                    <a:p>
                      <a:pPr algn="ctr"/>
                      <a:r>
                        <a:rPr lang="zh-CN" altLang="en-US" sz="2400" dirty="0">
                          <a:latin typeface="微软雅黑" panose="020B0503020204020204" pitchFamily="34" charset="-122"/>
                          <a:ea typeface="微软雅黑" panose="020B0503020204020204" pitchFamily="34" charset="-122"/>
                        </a:rPr>
                        <a:t>内存</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小</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大</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中 </a:t>
                      </a:r>
                    </a:p>
                  </a:txBody>
                  <a:tcPr marL="91432" marR="91432" marT="45702" marB="45702"/>
                </a:tc>
                <a:extLst>
                  <a:ext uri="{0D108BD9-81ED-4DB2-BD59-A6C34878D82A}">
                    <a16:rowId xmlns:a16="http://schemas.microsoft.com/office/drawing/2014/main" val="10003"/>
                  </a:ext>
                </a:extLst>
              </a:tr>
              <a:tr h="555994">
                <a:tc>
                  <a:txBody>
                    <a:bodyPr/>
                    <a:lstStyle/>
                    <a:p>
                      <a:pPr algn="ctr"/>
                      <a:r>
                        <a:rPr lang="zh-CN" altLang="en-US" sz="2400" dirty="0">
                          <a:latin typeface="微软雅黑" panose="020B0503020204020204" pitchFamily="34" charset="-122"/>
                          <a:ea typeface="微软雅黑" panose="020B0503020204020204" pitchFamily="34" charset="-122"/>
                        </a:rPr>
                        <a:t>适用场景 </a:t>
                      </a:r>
                    </a:p>
                  </a:txBody>
                  <a:tcPr marL="91432" marR="91432" marT="45702" marB="45702"/>
                </a:tc>
                <a:tc>
                  <a:txBody>
                    <a:bodyPr/>
                    <a:lstStyle/>
                    <a:p>
                      <a:pPr algn="ctr"/>
                      <a:r>
                        <a:rPr lang="en-US" altLang="zh-CN" sz="2400" dirty="0">
                          <a:latin typeface="微软雅黑" panose="020B0503020204020204" pitchFamily="34" charset="-122"/>
                          <a:ea typeface="微软雅黑" panose="020B0503020204020204" pitchFamily="34" charset="-122"/>
                        </a:rPr>
                        <a:t>OLTP</a:t>
                      </a:r>
                      <a:endParaRPr lang="zh-CN" altLang="en-US" sz="2400" dirty="0">
                        <a:latin typeface="微软雅黑" panose="020B0503020204020204" pitchFamily="34" charset="-122"/>
                        <a:ea typeface="微软雅黑" panose="020B0503020204020204" pitchFamily="34" charset="-122"/>
                      </a:endParaRPr>
                    </a:p>
                  </a:txBody>
                  <a:tcPr marL="91432" marR="91432" marT="45702" marB="45702"/>
                </a:tc>
                <a:tc>
                  <a:txBody>
                    <a:bodyPr/>
                    <a:lstStyle/>
                    <a:p>
                      <a:pPr algn="ctr"/>
                      <a:r>
                        <a:rPr lang="en-US" altLang="zh-CN" sz="2400" dirty="0">
                          <a:latin typeface="微软雅黑" panose="020B0503020204020204" pitchFamily="34" charset="-122"/>
                          <a:ea typeface="微软雅黑" panose="020B0503020204020204" pitchFamily="34" charset="-122"/>
                        </a:rPr>
                        <a:t>OLTP</a:t>
                      </a:r>
                      <a:endParaRPr lang="zh-CN" altLang="en-US" sz="2400" dirty="0">
                        <a:latin typeface="微软雅黑" panose="020B0503020204020204" pitchFamily="34" charset="-122"/>
                        <a:ea typeface="微软雅黑" panose="020B0503020204020204" pitchFamily="34" charset="-122"/>
                      </a:endParaRPr>
                    </a:p>
                  </a:txBody>
                  <a:tcPr marL="91432" marR="91432" marT="45702" marB="45702"/>
                </a:tc>
                <a:tc>
                  <a:txBody>
                    <a:bodyPr/>
                    <a:lstStyle/>
                    <a:p>
                      <a:pPr algn="ctr"/>
                      <a:r>
                        <a:rPr lang="en-US" altLang="zh-CN" sz="2400" dirty="0">
                          <a:latin typeface="微软雅黑" panose="020B0503020204020204" pitchFamily="34" charset="-122"/>
                          <a:ea typeface="微软雅黑" panose="020B0503020204020204" pitchFamily="34" charset="-122"/>
                        </a:rPr>
                        <a:t>OLAP</a:t>
                      </a:r>
                      <a:endParaRPr lang="zh-CN" altLang="en-US" sz="2400" dirty="0">
                        <a:latin typeface="微软雅黑" panose="020B0503020204020204" pitchFamily="34" charset="-122"/>
                        <a:ea typeface="微软雅黑" panose="020B0503020204020204" pitchFamily="34" charset="-122"/>
                      </a:endParaRPr>
                    </a:p>
                  </a:txBody>
                  <a:tcPr marL="91432" marR="91432" marT="45702" marB="45702"/>
                </a:tc>
                <a:extLst>
                  <a:ext uri="{0D108BD9-81ED-4DB2-BD59-A6C34878D82A}">
                    <a16:rowId xmlns:a16="http://schemas.microsoft.com/office/drawing/2014/main" val="10004"/>
                  </a:ext>
                </a:extLst>
              </a:tr>
              <a:tr h="555994">
                <a:tc>
                  <a:txBody>
                    <a:bodyPr/>
                    <a:lstStyle/>
                    <a:p>
                      <a:pPr algn="ctr"/>
                      <a:r>
                        <a:rPr lang="zh-CN" altLang="en-US" sz="2400" dirty="0">
                          <a:latin typeface="微软雅黑" panose="020B0503020204020204" pitchFamily="34" charset="-122"/>
                          <a:ea typeface="微软雅黑" panose="020B0503020204020204" pitchFamily="34" charset="-122"/>
                        </a:rPr>
                        <a:t>代码局部性</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差</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好</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中</a:t>
                      </a:r>
                    </a:p>
                  </a:txBody>
                  <a:tcPr marL="91432" marR="91432" marT="45702" marB="45702"/>
                </a:tc>
                <a:extLst>
                  <a:ext uri="{0D108BD9-81ED-4DB2-BD59-A6C34878D82A}">
                    <a16:rowId xmlns:a16="http://schemas.microsoft.com/office/drawing/2014/main" val="10005"/>
                  </a:ext>
                </a:extLst>
              </a:tr>
              <a:tr h="555994">
                <a:tc>
                  <a:txBody>
                    <a:bodyPr/>
                    <a:lstStyle/>
                    <a:p>
                      <a:pPr algn="ctr"/>
                      <a:r>
                        <a:rPr lang="zh-CN" altLang="en-US" sz="2400" dirty="0">
                          <a:latin typeface="微软雅黑" panose="020B0503020204020204" pitchFamily="34" charset="-122"/>
                          <a:ea typeface="微软雅黑" panose="020B0503020204020204" pitchFamily="34" charset="-122"/>
                        </a:rPr>
                        <a:t>数据局部性</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中</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好</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好</a:t>
                      </a:r>
                    </a:p>
                  </a:txBody>
                  <a:tcPr marL="91432" marR="91432" marT="45702" marB="45702"/>
                </a:tc>
                <a:extLst>
                  <a:ext uri="{0D108BD9-81ED-4DB2-BD59-A6C34878D82A}">
                    <a16:rowId xmlns:a16="http://schemas.microsoft.com/office/drawing/2014/main" val="10006"/>
                  </a:ext>
                </a:extLst>
              </a:tr>
              <a:tr h="555994">
                <a:tc>
                  <a:txBody>
                    <a:bodyPr/>
                    <a:lstStyle/>
                    <a:p>
                      <a:pPr algn="ctr"/>
                      <a:r>
                        <a:rPr lang="zh-CN" altLang="en-US" sz="2400" dirty="0">
                          <a:latin typeface="微软雅黑" panose="020B0503020204020204" pitchFamily="34" charset="-122"/>
                          <a:ea typeface="微软雅黑" panose="020B0503020204020204" pitchFamily="34" charset="-122"/>
                        </a:rPr>
                        <a:t>实现难度 </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简单 </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中</a:t>
                      </a:r>
                    </a:p>
                  </a:txBody>
                  <a:tcPr marL="91432" marR="91432" marT="45702" marB="45702"/>
                </a:tc>
                <a:tc>
                  <a:txBody>
                    <a:bodyPr/>
                    <a:lstStyle/>
                    <a:p>
                      <a:pPr algn="ctr"/>
                      <a:r>
                        <a:rPr lang="zh-CN" altLang="en-US" sz="2400" dirty="0">
                          <a:latin typeface="微软雅黑" panose="020B0503020204020204" pitchFamily="34" charset="-122"/>
                          <a:ea typeface="微软雅黑" panose="020B0503020204020204" pitchFamily="34" charset="-122"/>
                        </a:rPr>
                        <a:t>难</a:t>
                      </a:r>
                    </a:p>
                  </a:txBody>
                  <a:tcPr marL="91432" marR="91432" marT="45702" marB="45702"/>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6072701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a:xfrm>
            <a:off x="971550" y="128441"/>
            <a:ext cx="10090897" cy="678470"/>
          </a:xfrm>
        </p:spPr>
        <p:txBody>
          <a:bodyPr/>
          <a:lstStyle/>
          <a:p>
            <a:r>
              <a:rPr lang="zh-CN" altLang="en-US" sz="3600" dirty="0">
                <a:latin typeface="微软雅黑" panose="020B0503020204020204" pitchFamily="82" charset="2"/>
                <a:ea typeface="微软雅黑" panose="020B0503020204020204" pitchFamily="82" charset="2"/>
              </a:rPr>
              <a:t>目录</a:t>
            </a:r>
          </a:p>
        </p:txBody>
      </p:sp>
      <p:sp>
        <p:nvSpPr>
          <p:cNvPr id="4" name="页脚占位符 3">
            <a:extLst>
              <a:ext uri="{FF2B5EF4-FFF2-40B4-BE49-F238E27FC236}">
                <a16:creationId xmlns:a16="http://schemas.microsoft.com/office/drawing/2014/main" id="{BB4E260B-AA0A-3CBF-B9C0-0FB2B9CE693E}"/>
              </a:ext>
            </a:extLst>
          </p:cNvPr>
          <p:cNvSpPr>
            <a:spLocks noGrp="1"/>
          </p:cNvSpPr>
          <p:nvPr>
            <p:ph type="ftr" sz="quarter" idx="3"/>
          </p:nvPr>
        </p:nvSpPr>
        <p:spPr>
          <a:xfrm>
            <a:off x="4368800" y="6593840"/>
            <a:ext cx="3784600" cy="264160"/>
          </a:xfrm>
          <a:prstGeom prst="rect">
            <a:avLst/>
          </a:prstGeom>
        </p:spPr>
        <p:txBody>
          <a:bodyPr vert="horz" lIns="91440" tIns="45720" rIns="91440" bIns="45720" rtlCol="0" anchor="ctr"/>
          <a:lstStyle>
            <a:defPPr>
              <a:defRPr lang="zh-CN"/>
            </a:defPPr>
            <a:lvl1pPr marL="0" algn="ctr" defTabSz="914400" rtl="0" eaLnBrk="1" latinLnBrk="0" hangingPunct="1">
              <a:defRPr sz="1600" kern="1200">
                <a:solidFill>
                  <a:schemeClr val="tx1">
                    <a:tint val="75000"/>
                  </a:schemeClr>
                </a:solidFill>
                <a:latin typeface="SimHei" panose="02010609060101010101" pitchFamily="49" charset="-122"/>
                <a:ea typeface="SimHei"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a:t>数据库 </a:t>
            </a:r>
            <a:r>
              <a:rPr kumimoji="1" lang="en-US" altLang="zh-CN"/>
              <a:t>- </a:t>
            </a:r>
            <a:r>
              <a:rPr kumimoji="1" lang="zh-CN" altLang="en-US"/>
              <a:t>概述</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EF3277EB-9B57-874C-5CC3-E2905549047A}"/>
              </a:ext>
            </a:extLst>
          </p:cNvPr>
          <p:cNvSpPr>
            <a:spLocks noGrp="1"/>
          </p:cNvSpPr>
          <p:nvPr>
            <p:ph type="sldNum" sz="quarter" idx="12"/>
          </p:nvPr>
        </p:nvSpPr>
        <p:spPr/>
        <p:txBody>
          <a:bodyPr/>
          <a:lstStyle/>
          <a:p>
            <a:fld id="{4B0D34C0-35A8-654C-9FBA-7B4E017BD630}" type="slidenum">
              <a:rPr lang="en-US" altLang="zh-CN" smtClean="0"/>
              <a:t>47</a:t>
            </a:fld>
            <a:endParaRPr kumimoji="1" lang="zh-CN" altLang="en-US"/>
          </a:p>
        </p:txBody>
      </p:sp>
      <p:sp>
        <p:nvSpPr>
          <p:cNvPr id="3" name="Shape9">
            <a:extLst>
              <a:ext uri="{FF2B5EF4-FFF2-40B4-BE49-F238E27FC236}">
                <a16:creationId xmlns:a16="http://schemas.microsoft.com/office/drawing/2014/main" id="{220E0B96-46D9-74AF-7A8E-266C382B1A26}"/>
              </a:ext>
            </a:extLst>
          </p:cNvPr>
          <p:cNvSpPr/>
          <p:nvPr/>
        </p:nvSpPr>
        <p:spPr>
          <a:xfrm rot="10800000">
            <a:off x="4125551" y="3127362"/>
            <a:ext cx="6316353" cy="66501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0">
                <a:srgbClr val="6F1787">
                  <a:alpha val="62000"/>
                </a:srgbClr>
              </a:gs>
              <a:gs pos="100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grpSp>
        <p:nvGrpSpPr>
          <p:cNvPr id="9" name="组合 8">
            <a:extLst>
              <a:ext uri="{FF2B5EF4-FFF2-40B4-BE49-F238E27FC236}">
                <a16:creationId xmlns:a16="http://schemas.microsoft.com/office/drawing/2014/main" id="{2364DFCC-9730-CB24-3A70-F94E448238F5}"/>
              </a:ext>
            </a:extLst>
          </p:cNvPr>
          <p:cNvGrpSpPr/>
          <p:nvPr/>
        </p:nvGrpSpPr>
        <p:grpSpPr>
          <a:xfrm>
            <a:off x="4020047" y="1349051"/>
            <a:ext cx="4634349" cy="665018"/>
            <a:chOff x="4135652" y="1885567"/>
            <a:chExt cx="4634349" cy="665018"/>
          </a:xfrm>
        </p:grpSpPr>
        <p:sp>
          <p:nvSpPr>
            <p:cNvPr id="19" name="Shape7">
              <a:extLst>
                <a:ext uri="{FF2B5EF4-FFF2-40B4-BE49-F238E27FC236}">
                  <a16:creationId xmlns:a16="http://schemas.microsoft.com/office/drawing/2014/main" id="{918ACDF6-7A09-24A3-C5CE-C101BEF0CEA5}"/>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pitchFamily="82" charset="2"/>
                  <a:ea typeface="微软雅黑" panose="020B0503020204020204" pitchFamily="82" charset="2"/>
                  <a:cs typeface="Arial" panose="020B0604020202020204" pitchFamily="34" charset="0"/>
                </a:rPr>
                <a:t>01</a:t>
              </a:r>
              <a:endParaRPr kumimoji="1" lang="zh-CN" altLang="en-US" sz="2400" b="1" dirty="0">
                <a:latin typeface="微软雅黑" panose="020B0503020204020204" pitchFamily="82" charset="2"/>
                <a:ea typeface="微软雅黑" panose="020B0503020204020204" pitchFamily="82" charset="2"/>
              </a:endParaRPr>
            </a:p>
          </p:txBody>
        </p:sp>
        <p:sp>
          <p:nvSpPr>
            <p:cNvPr id="20" name="Shape11">
              <a:extLst>
                <a:ext uri="{FF2B5EF4-FFF2-40B4-BE49-F238E27FC236}">
                  <a16:creationId xmlns:a16="http://schemas.microsoft.com/office/drawing/2014/main" id="{44755C16-F1B4-E1AB-5289-6F012B371737}"/>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执行器概述</a:t>
              </a:r>
              <a:endParaRPr lang="en-US" altLang="zh-CN" sz="2800" b="1" dirty="0">
                <a:latin typeface="微软雅黑" panose="020B0503020204020204" pitchFamily="82" charset="2"/>
                <a:ea typeface="微软雅黑" panose="020B0503020204020204" pitchFamily="82" charset="2"/>
              </a:endParaRPr>
            </a:p>
          </p:txBody>
        </p:sp>
      </p:grpSp>
      <p:grpSp>
        <p:nvGrpSpPr>
          <p:cNvPr id="22" name="组合 21">
            <a:extLst>
              <a:ext uri="{FF2B5EF4-FFF2-40B4-BE49-F238E27FC236}">
                <a16:creationId xmlns:a16="http://schemas.microsoft.com/office/drawing/2014/main" id="{847C29BC-94B2-67B6-F4AF-A4A95C6441F8}"/>
              </a:ext>
            </a:extLst>
          </p:cNvPr>
          <p:cNvGrpSpPr/>
          <p:nvPr/>
        </p:nvGrpSpPr>
        <p:grpSpPr>
          <a:xfrm>
            <a:off x="4020047" y="2233212"/>
            <a:ext cx="4634349" cy="665018"/>
            <a:chOff x="4135652" y="1885567"/>
            <a:chExt cx="4634349" cy="665018"/>
          </a:xfrm>
        </p:grpSpPr>
        <p:sp>
          <p:nvSpPr>
            <p:cNvPr id="23" name="Shape7">
              <a:extLst>
                <a:ext uri="{FF2B5EF4-FFF2-40B4-BE49-F238E27FC236}">
                  <a16:creationId xmlns:a16="http://schemas.microsoft.com/office/drawing/2014/main" id="{9B8F24DA-EB6B-51AC-97A7-3457E7DFADD2}"/>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02</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24" name="Shape11">
              <a:extLst>
                <a:ext uri="{FF2B5EF4-FFF2-40B4-BE49-F238E27FC236}">
                  <a16:creationId xmlns:a16="http://schemas.microsoft.com/office/drawing/2014/main" id="{BFDC873E-2994-35C8-0BAC-7F98B904862C}"/>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拉取式模型</a:t>
              </a:r>
              <a:endParaRPr lang="en-US" altLang="zh-CN" sz="2800" b="1" dirty="0">
                <a:latin typeface="微软雅黑" panose="020B0503020204020204" pitchFamily="82" charset="2"/>
                <a:ea typeface="微软雅黑" panose="020B0503020204020204" pitchFamily="82" charset="2"/>
              </a:endParaRPr>
            </a:p>
          </p:txBody>
        </p:sp>
      </p:grpSp>
      <p:grpSp>
        <p:nvGrpSpPr>
          <p:cNvPr id="25" name="组合 24">
            <a:extLst>
              <a:ext uri="{FF2B5EF4-FFF2-40B4-BE49-F238E27FC236}">
                <a16:creationId xmlns:a16="http://schemas.microsoft.com/office/drawing/2014/main" id="{54F1B3C7-75C3-D346-E3C4-0A91162AD1CE}"/>
              </a:ext>
            </a:extLst>
          </p:cNvPr>
          <p:cNvGrpSpPr/>
          <p:nvPr/>
        </p:nvGrpSpPr>
        <p:grpSpPr>
          <a:xfrm>
            <a:off x="4020047" y="3117373"/>
            <a:ext cx="4634349" cy="665018"/>
            <a:chOff x="4135652" y="1885567"/>
            <a:chExt cx="4634349" cy="665018"/>
          </a:xfrm>
        </p:grpSpPr>
        <p:sp>
          <p:nvSpPr>
            <p:cNvPr id="26" name="Shape7">
              <a:extLst>
                <a:ext uri="{FF2B5EF4-FFF2-40B4-BE49-F238E27FC236}">
                  <a16:creationId xmlns:a16="http://schemas.microsoft.com/office/drawing/2014/main" id="{9C863429-80DD-DF40-7BCF-AEEB37B16B61}"/>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03</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27" name="Shape11">
              <a:extLst>
                <a:ext uri="{FF2B5EF4-FFF2-40B4-BE49-F238E27FC236}">
                  <a16:creationId xmlns:a16="http://schemas.microsoft.com/office/drawing/2014/main" id="{E6208981-A1A0-3B4A-C981-714E4143FF88}"/>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推送式模型</a:t>
              </a:r>
              <a:endParaRPr lang="en-US" altLang="zh-CN" sz="2800" b="1" dirty="0">
                <a:latin typeface="微软雅黑" panose="020B0503020204020204" pitchFamily="82" charset="2"/>
                <a:ea typeface="微软雅黑" panose="020B0503020204020204" pitchFamily="82" charset="2"/>
              </a:endParaRPr>
            </a:p>
          </p:txBody>
        </p:sp>
      </p:grpSp>
      <p:grpSp>
        <p:nvGrpSpPr>
          <p:cNvPr id="28" name="组合 27">
            <a:extLst>
              <a:ext uri="{FF2B5EF4-FFF2-40B4-BE49-F238E27FC236}">
                <a16:creationId xmlns:a16="http://schemas.microsoft.com/office/drawing/2014/main" id="{C6396296-0BDA-8946-7D9E-D136CE71318E}"/>
              </a:ext>
            </a:extLst>
          </p:cNvPr>
          <p:cNvGrpSpPr/>
          <p:nvPr/>
        </p:nvGrpSpPr>
        <p:grpSpPr>
          <a:xfrm>
            <a:off x="4020047" y="4001534"/>
            <a:ext cx="4634349" cy="665018"/>
            <a:chOff x="4135652" y="1885567"/>
            <a:chExt cx="4634349" cy="665018"/>
          </a:xfrm>
        </p:grpSpPr>
        <p:sp>
          <p:nvSpPr>
            <p:cNvPr id="29" name="Shape7">
              <a:extLst>
                <a:ext uri="{FF2B5EF4-FFF2-40B4-BE49-F238E27FC236}">
                  <a16:creationId xmlns:a16="http://schemas.microsoft.com/office/drawing/2014/main" id="{89068428-0D96-3738-F132-4AD7D620D9BD}"/>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04</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30" name="Shape11">
              <a:extLst>
                <a:ext uri="{FF2B5EF4-FFF2-40B4-BE49-F238E27FC236}">
                  <a16:creationId xmlns:a16="http://schemas.microsoft.com/office/drawing/2014/main" id="{0C73EB16-5360-7445-AA12-B82F4A01A727}"/>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并行执行</a:t>
              </a:r>
            </a:p>
          </p:txBody>
        </p:sp>
      </p:grpSp>
      <p:grpSp>
        <p:nvGrpSpPr>
          <p:cNvPr id="31" name="组合 30">
            <a:extLst>
              <a:ext uri="{FF2B5EF4-FFF2-40B4-BE49-F238E27FC236}">
                <a16:creationId xmlns:a16="http://schemas.microsoft.com/office/drawing/2014/main" id="{6A1D5BD6-1021-A8AA-1A4D-CE341DB0DC3C}"/>
              </a:ext>
            </a:extLst>
          </p:cNvPr>
          <p:cNvGrpSpPr/>
          <p:nvPr/>
        </p:nvGrpSpPr>
        <p:grpSpPr>
          <a:xfrm>
            <a:off x="4020047" y="4956594"/>
            <a:ext cx="4634349" cy="665018"/>
            <a:chOff x="4135652" y="1885567"/>
            <a:chExt cx="4634349" cy="665018"/>
          </a:xfrm>
        </p:grpSpPr>
        <p:sp>
          <p:nvSpPr>
            <p:cNvPr id="32" name="Shape7">
              <a:extLst>
                <a:ext uri="{FF2B5EF4-FFF2-40B4-BE49-F238E27FC236}">
                  <a16:creationId xmlns:a16="http://schemas.microsoft.com/office/drawing/2014/main" id="{27C6CEB8-94E9-D82E-7E79-58ADED617D7A}"/>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05</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33" name="Shape11">
              <a:extLst>
                <a:ext uri="{FF2B5EF4-FFF2-40B4-BE49-F238E27FC236}">
                  <a16:creationId xmlns:a16="http://schemas.microsoft.com/office/drawing/2014/main" id="{180DA6E5-550A-E32E-4113-5025322A55F6}"/>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编译执行</a:t>
              </a:r>
            </a:p>
          </p:txBody>
        </p:sp>
      </p:grpSp>
    </p:spTree>
    <p:extLst>
      <p:ext uri="{BB962C8B-B14F-4D97-AF65-F5344CB8AC3E}">
        <p14:creationId xmlns:p14="http://schemas.microsoft.com/office/powerpoint/2010/main" val="33571572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文本框 41">
            <a:extLst>
              <a:ext uri="{FF2B5EF4-FFF2-40B4-BE49-F238E27FC236}">
                <a16:creationId xmlns:a16="http://schemas.microsoft.com/office/drawing/2014/main" id="{7DF58C2C-B368-9BE1-D106-11CF4549201E}"/>
              </a:ext>
            </a:extLst>
          </p:cNvPr>
          <p:cNvSpPr txBox="1"/>
          <p:nvPr/>
        </p:nvSpPr>
        <p:spPr>
          <a:xfrm>
            <a:off x="985164" y="2513662"/>
            <a:ext cx="3527356"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Grade</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SC,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Cno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"1"</a:t>
            </a:r>
          </a:p>
        </p:txBody>
      </p:sp>
      <p:sp>
        <p:nvSpPr>
          <p:cNvPr id="43" name="任意多边形: 形状 6">
            <a:extLst>
              <a:ext uri="{FF2B5EF4-FFF2-40B4-BE49-F238E27FC236}">
                <a16:creationId xmlns:a16="http://schemas.microsoft.com/office/drawing/2014/main" id="{5B5B3980-5736-4AA0-9A1E-D872FDDF3997}"/>
              </a:ext>
            </a:extLst>
          </p:cNvPr>
          <p:cNvSpPr/>
          <p:nvPr/>
        </p:nvSpPr>
        <p:spPr bwMode="auto">
          <a:xfrm>
            <a:off x="390526" y="1375874"/>
            <a:ext cx="11412942" cy="5033473"/>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灯片编号占位符 1">
            <a:extLst>
              <a:ext uri="{FF2B5EF4-FFF2-40B4-BE49-F238E27FC236}">
                <a16:creationId xmlns:a16="http://schemas.microsoft.com/office/drawing/2014/main" id="{092605BC-0597-0F20-CB33-3E06F4CA78AA}"/>
              </a:ext>
            </a:extLst>
          </p:cNvPr>
          <p:cNvSpPr>
            <a:spLocks noGrp="1"/>
          </p:cNvSpPr>
          <p:nvPr>
            <p:ph type="sldNum" sz="quarter" idx="10"/>
          </p:nvPr>
        </p:nvSpPr>
        <p:spPr/>
        <p:txBody>
          <a:bodyPr/>
          <a:lstStyle/>
          <a:p>
            <a:fld id="{87BBDC00-B9E2-4EFD-9306-2934E87247C6}" type="slidenum">
              <a:rPr lang="zh-CN" altLang="en-US" smtClean="0"/>
              <a:pPr/>
              <a:t>48</a:t>
            </a:fld>
            <a:endParaRPr lang="zh-CN" altLang="en-US"/>
          </a:p>
        </p:txBody>
      </p:sp>
      <p:sp>
        <p:nvSpPr>
          <p:cNvPr id="3" name="标题 2">
            <a:extLst>
              <a:ext uri="{FF2B5EF4-FFF2-40B4-BE49-F238E27FC236}">
                <a16:creationId xmlns:a16="http://schemas.microsoft.com/office/drawing/2014/main" id="{FA9B7D1E-C6EE-7987-EBF7-A8A1CE25CAEF}"/>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推送式模型 </a:t>
            </a:r>
            <a:r>
              <a:rPr lang="en-US" altLang="zh-CN" sz="3600" dirty="0">
                <a:latin typeface="微软雅黑" panose="020B0503020204020204" pitchFamily="82" charset="2"/>
                <a:ea typeface="微软雅黑" panose="020B0503020204020204" pitchFamily="82" charset="2"/>
              </a:rPr>
              <a:t>Push-based</a:t>
            </a:r>
            <a:endParaRPr lang="zh-CN" altLang="en-US" sz="3600" dirty="0">
              <a:latin typeface="微软雅黑" panose="020B0503020204020204" pitchFamily="82" charset="2"/>
              <a:ea typeface="微软雅黑" panose="020B0503020204020204" pitchFamily="82" charset="2"/>
            </a:endParaRPr>
          </a:p>
        </p:txBody>
      </p:sp>
      <p:sp>
        <p:nvSpPr>
          <p:cNvPr id="5" name="页脚占位符 4">
            <a:extLst>
              <a:ext uri="{FF2B5EF4-FFF2-40B4-BE49-F238E27FC236}">
                <a16:creationId xmlns:a16="http://schemas.microsoft.com/office/drawing/2014/main" id="{EB5F1F5A-4E97-E01A-DAB3-8A0D197AF61A}"/>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grpSp>
        <p:nvGrpSpPr>
          <p:cNvPr id="4" name="组合 3">
            <a:extLst>
              <a:ext uri="{FF2B5EF4-FFF2-40B4-BE49-F238E27FC236}">
                <a16:creationId xmlns:a16="http://schemas.microsoft.com/office/drawing/2014/main" id="{800D7376-61D2-4979-81E9-630EDF8A7087}"/>
              </a:ext>
            </a:extLst>
          </p:cNvPr>
          <p:cNvGrpSpPr/>
          <p:nvPr/>
        </p:nvGrpSpPr>
        <p:grpSpPr>
          <a:xfrm>
            <a:off x="4086746" y="1448855"/>
            <a:ext cx="7054702" cy="4107219"/>
            <a:chOff x="4086746" y="1245831"/>
            <a:chExt cx="7054702" cy="5079093"/>
          </a:xfrm>
        </p:grpSpPr>
        <p:grpSp>
          <p:nvGrpSpPr>
            <p:cNvPr id="24" name="组合 23">
              <a:extLst>
                <a:ext uri="{FF2B5EF4-FFF2-40B4-BE49-F238E27FC236}">
                  <a16:creationId xmlns:a16="http://schemas.microsoft.com/office/drawing/2014/main" id="{AD3AFB91-C3F9-C751-D465-3FC0754E66FB}"/>
                </a:ext>
              </a:extLst>
            </p:cNvPr>
            <p:cNvGrpSpPr/>
            <p:nvPr/>
          </p:nvGrpSpPr>
          <p:grpSpPr>
            <a:xfrm>
              <a:off x="4086746" y="1605503"/>
              <a:ext cx="7054702" cy="4522819"/>
              <a:chOff x="2674050" y="634795"/>
              <a:chExt cx="7054702" cy="4522819"/>
            </a:xfrm>
          </p:grpSpPr>
          <p:sp>
            <p:nvSpPr>
              <p:cNvPr id="25" name="文本框 24">
                <a:extLst>
                  <a:ext uri="{FF2B5EF4-FFF2-40B4-BE49-F238E27FC236}">
                    <a16:creationId xmlns:a16="http://schemas.microsoft.com/office/drawing/2014/main" id="{EDD809BE-8F2D-FC0B-D207-8E664A9DE4F6}"/>
                  </a:ext>
                </a:extLst>
              </p:cNvPr>
              <p:cNvSpPr txBox="1"/>
              <p:nvPr/>
            </p:nvSpPr>
            <p:spPr>
              <a:xfrm>
                <a:off x="4828018" y="3446025"/>
                <a:ext cx="1518546" cy="338554"/>
              </a:xfrm>
              <a:prstGeom prst="rect">
                <a:avLst/>
              </a:prstGeom>
              <a:solidFill>
                <a:sysClr val="window" lastClr="FFFFFF">
                  <a:lumMod val="95000"/>
                </a:sys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Cno</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4491EFD2-CE57-EF5F-B33C-1E9AC71D9BB0}"/>
                      </a:ext>
                    </a:extLst>
                  </p:cNvPr>
                  <p:cNvSpPr txBox="1"/>
                  <p:nvPr/>
                </p:nvSpPr>
                <p:spPr>
                  <a:xfrm>
                    <a:off x="4310932" y="3053961"/>
                    <a:ext cx="743088"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800" b="0" i="1" u="none" strike="noStrike" kern="0" cap="none" spc="0" normalizeH="0" baseline="0" noProof="0" smtClean="0">
                              <a:ln>
                                <a:noFill/>
                              </a:ln>
                              <a:solidFill>
                                <a:prstClr val="black"/>
                              </a:solidFill>
                              <a:effectLst/>
                              <a:uLnTx/>
                              <a:uFillTx/>
                              <a:latin typeface="Cambria Math" panose="02040503050406030204" pitchFamily="18" charset="0"/>
                            </a:rPr>
                            <m:t>𝜎</m:t>
                          </m:r>
                        </m:oMath>
                      </m:oMathPara>
                    </a14:m>
                    <a:endParaRPr kumimoji="0" 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xmlns="">
              <p:sp>
                <p:nvSpPr>
                  <p:cNvPr id="26" name="文本框 25">
                    <a:extLst>
                      <a:ext uri="{FF2B5EF4-FFF2-40B4-BE49-F238E27FC236}">
                        <a16:creationId xmlns:a16="http://schemas.microsoft.com/office/drawing/2014/main" id="{4491EFD2-CE57-EF5F-B33C-1E9AC71D9BB0}"/>
                      </a:ext>
                    </a:extLst>
                  </p:cNvPr>
                  <p:cNvSpPr txBox="1">
                    <a:spLocks noRot="1" noChangeAspect="1" noMove="1" noResize="1" noEditPoints="1" noAdjustHandles="1" noChangeArrowheads="1" noChangeShapeType="1" noTextEdit="1"/>
                  </p:cNvSpPr>
                  <p:nvPr/>
                </p:nvSpPr>
                <p:spPr>
                  <a:xfrm>
                    <a:off x="4310932" y="3053961"/>
                    <a:ext cx="743088" cy="83099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C04EA427-0501-5205-45EB-D782AAED2EE6}"/>
                      </a:ext>
                    </a:extLst>
                  </p:cNvPr>
                  <p:cNvSpPr txBox="1"/>
                  <p:nvPr/>
                </p:nvSpPr>
                <p:spPr>
                  <a:xfrm>
                    <a:off x="3486594" y="1778663"/>
                    <a:ext cx="878767"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800" b="0" i="1" u="none" strike="noStrike" kern="0" cap="none" spc="0" normalizeH="0" baseline="0" noProof="0" smtClean="0">
                              <a:ln>
                                <a:noFill/>
                              </a:ln>
                              <a:solidFill>
                                <a:prstClr val="black"/>
                              </a:solidFill>
                              <a:effectLst/>
                              <a:uLnTx/>
                              <a:uFillTx/>
                              <a:latin typeface="Cambria Math" panose="02040503050406030204" pitchFamily="18" charset="0"/>
                            </a:rPr>
                            <m:t>⋈</m:t>
                          </m:r>
                        </m:oMath>
                      </m:oMathPara>
                    </a14:m>
                    <a:endParaRPr kumimoji="0" 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xmlns="">
              <p:sp>
                <p:nvSpPr>
                  <p:cNvPr id="27" name="文本框 26">
                    <a:extLst>
                      <a:ext uri="{FF2B5EF4-FFF2-40B4-BE49-F238E27FC236}">
                        <a16:creationId xmlns:a16="http://schemas.microsoft.com/office/drawing/2014/main" id="{C04EA427-0501-5205-45EB-D782AAED2EE6}"/>
                      </a:ext>
                    </a:extLst>
                  </p:cNvPr>
                  <p:cNvSpPr txBox="1">
                    <a:spLocks noRot="1" noChangeAspect="1" noMove="1" noResize="1" noEditPoints="1" noAdjustHandles="1" noChangeArrowheads="1" noChangeShapeType="1" noTextEdit="1"/>
                  </p:cNvSpPr>
                  <p:nvPr/>
                </p:nvSpPr>
                <p:spPr>
                  <a:xfrm>
                    <a:off x="3486594" y="1778663"/>
                    <a:ext cx="878767"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E5F9AD0C-4CD2-B292-8704-CAFB373C47B4}"/>
                      </a:ext>
                    </a:extLst>
                  </p:cNvPr>
                  <p:cNvSpPr txBox="1"/>
                  <p:nvPr/>
                </p:nvSpPr>
                <p:spPr>
                  <a:xfrm>
                    <a:off x="3530746" y="634795"/>
                    <a:ext cx="782586"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4800" b="0" i="0" u="none" strike="noStrike" kern="0" cap="none" spc="0" normalizeH="0" baseline="0" noProof="0" smtClean="0">
                              <a:ln>
                                <a:noFill/>
                              </a:ln>
                              <a:solidFill>
                                <a:prstClr val="black"/>
                              </a:solidFill>
                              <a:effectLst/>
                              <a:uLnTx/>
                              <a:uFillTx/>
                              <a:latin typeface="Cambria Math" panose="02040503050406030204" pitchFamily="18" charset="0"/>
                            </a:rPr>
                            <m:t>Π</m:t>
                          </m:r>
                        </m:oMath>
                      </m:oMathPara>
                    </a14:m>
                    <a:endParaRPr kumimoji="0" 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xmlns="">
              <p:sp>
                <p:nvSpPr>
                  <p:cNvPr id="28" name="文本框 27">
                    <a:extLst>
                      <a:ext uri="{FF2B5EF4-FFF2-40B4-BE49-F238E27FC236}">
                        <a16:creationId xmlns:a16="http://schemas.microsoft.com/office/drawing/2014/main" id="{E5F9AD0C-4CD2-B292-8704-CAFB373C47B4}"/>
                      </a:ext>
                    </a:extLst>
                  </p:cNvPr>
                  <p:cNvSpPr txBox="1">
                    <a:spLocks noRot="1" noChangeAspect="1" noMove="1" noResize="1" noEditPoints="1" noAdjustHandles="1" noChangeArrowheads="1" noChangeShapeType="1" noTextEdit="1"/>
                  </p:cNvSpPr>
                  <p:nvPr/>
                </p:nvSpPr>
                <p:spPr>
                  <a:xfrm>
                    <a:off x="3530746" y="634795"/>
                    <a:ext cx="782586" cy="830997"/>
                  </a:xfrm>
                  <a:prstGeom prst="rect">
                    <a:avLst/>
                  </a:prstGeom>
                  <a:blipFill>
                    <a:blip r:embed="rId4"/>
                    <a:stretch>
                      <a:fillRect/>
                    </a:stretch>
                  </a:blipFill>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043A68BD-AB35-A82E-8140-DF9A53B898C7}"/>
                  </a:ext>
                </a:extLst>
              </p:cNvPr>
              <p:cNvSpPr txBox="1"/>
              <p:nvPr/>
            </p:nvSpPr>
            <p:spPr>
              <a:xfrm>
                <a:off x="4141619" y="2102120"/>
                <a:ext cx="2339102" cy="338554"/>
              </a:xfrm>
              <a:prstGeom prst="rect">
                <a:avLst/>
              </a:prstGeom>
              <a:solidFill>
                <a:sysClr val="window" lastClr="FFFFFF">
                  <a:lumMod val="95000"/>
                </a:sys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SC.Sno</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 </a:t>
                </a: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Student.Sno</a:t>
                </a:r>
                <a:endPar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30" name="文本框 29">
                <a:extLst>
                  <a:ext uri="{FF2B5EF4-FFF2-40B4-BE49-F238E27FC236}">
                    <a16:creationId xmlns:a16="http://schemas.microsoft.com/office/drawing/2014/main" id="{8FA6A0CF-D9EC-B0B5-A57C-4673886E6FB5}"/>
                  </a:ext>
                </a:extLst>
              </p:cNvPr>
              <p:cNvSpPr txBox="1"/>
              <p:nvPr/>
            </p:nvSpPr>
            <p:spPr>
              <a:xfrm>
                <a:off x="4086738" y="1001376"/>
                <a:ext cx="1920719" cy="338554"/>
              </a:xfrm>
              <a:prstGeom prst="rect">
                <a:avLst/>
              </a:prstGeom>
              <a:solidFill>
                <a:sysClr val="window" lastClr="FFFFFF">
                  <a:lumMod val="95000"/>
                </a:sys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Sno,Sname,Grade</a:t>
                </a:r>
                <a:endPar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31" name="直接箭头连接符 10">
                <a:extLst>
                  <a:ext uri="{FF2B5EF4-FFF2-40B4-BE49-F238E27FC236}">
                    <a16:creationId xmlns:a16="http://schemas.microsoft.com/office/drawing/2014/main" id="{A22CF69B-02C2-FD02-B472-234810993B5B}"/>
                  </a:ext>
                </a:extLst>
              </p:cNvPr>
              <p:cNvCxnSpPr>
                <a:cxnSpLocks/>
                <a:stCxn id="40" idx="1"/>
              </p:cNvCxnSpPr>
              <p:nvPr/>
            </p:nvCxnSpPr>
            <p:spPr>
              <a:xfrm flipV="1">
                <a:off x="3127154" y="2466191"/>
                <a:ext cx="619578" cy="2201518"/>
              </a:xfrm>
              <a:prstGeom prst="straightConnector1">
                <a:avLst/>
              </a:prstGeom>
              <a:noFill/>
              <a:ln w="38100" cap="flat" cmpd="sng" algn="ctr">
                <a:solidFill>
                  <a:srgbClr val="4472C4"/>
                </a:solidFill>
                <a:prstDash val="solid"/>
                <a:miter lim="800000"/>
                <a:tailEnd type="triangle"/>
              </a:ln>
              <a:effectLst/>
            </p:spPr>
          </p:cxnSp>
          <p:cxnSp>
            <p:nvCxnSpPr>
              <p:cNvPr id="32" name="直接箭头连接符 11">
                <a:extLst>
                  <a:ext uri="{FF2B5EF4-FFF2-40B4-BE49-F238E27FC236}">
                    <a16:creationId xmlns:a16="http://schemas.microsoft.com/office/drawing/2014/main" id="{A86565EA-05D0-017B-9539-A56DBD394B7F}"/>
                  </a:ext>
                </a:extLst>
              </p:cNvPr>
              <p:cNvCxnSpPr>
                <a:cxnSpLocks/>
              </p:cNvCxnSpPr>
              <p:nvPr/>
            </p:nvCxnSpPr>
            <p:spPr>
              <a:xfrm flipH="1" flipV="1">
                <a:off x="4061941" y="2466191"/>
                <a:ext cx="470341" cy="853759"/>
              </a:xfrm>
              <a:prstGeom prst="straightConnector1">
                <a:avLst/>
              </a:prstGeom>
              <a:noFill/>
              <a:ln w="38100" cap="flat" cmpd="sng" algn="ctr">
                <a:solidFill>
                  <a:srgbClr val="4472C4"/>
                </a:solidFill>
                <a:prstDash val="solid"/>
                <a:miter lim="800000"/>
                <a:tailEnd type="triangle"/>
              </a:ln>
              <a:effectLst/>
            </p:spPr>
          </p:cxnSp>
          <p:cxnSp>
            <p:nvCxnSpPr>
              <p:cNvPr id="33" name="直接箭头连接符 12">
                <a:extLst>
                  <a:ext uri="{FF2B5EF4-FFF2-40B4-BE49-F238E27FC236}">
                    <a16:creationId xmlns:a16="http://schemas.microsoft.com/office/drawing/2014/main" id="{61A321DC-DC14-E287-59E2-4492A67A5FBC}"/>
                  </a:ext>
                </a:extLst>
              </p:cNvPr>
              <p:cNvCxnSpPr>
                <a:cxnSpLocks/>
                <a:stCxn id="39" idx="1"/>
              </p:cNvCxnSpPr>
              <p:nvPr/>
            </p:nvCxnSpPr>
            <p:spPr>
              <a:xfrm flipH="1" flipV="1">
                <a:off x="4776874" y="3735451"/>
                <a:ext cx="539548" cy="932256"/>
              </a:xfrm>
              <a:prstGeom prst="straightConnector1">
                <a:avLst/>
              </a:prstGeom>
              <a:noFill/>
              <a:ln w="38100" cap="flat" cmpd="sng" algn="ctr">
                <a:solidFill>
                  <a:srgbClr val="4472C4"/>
                </a:solidFill>
                <a:prstDash val="solid"/>
                <a:miter lim="800000"/>
                <a:tailEnd type="triangle"/>
              </a:ln>
              <a:effectLst/>
            </p:spPr>
          </p:cxnSp>
          <p:cxnSp>
            <p:nvCxnSpPr>
              <p:cNvPr id="34" name="直接箭头连接符 13">
                <a:extLst>
                  <a:ext uri="{FF2B5EF4-FFF2-40B4-BE49-F238E27FC236}">
                    <a16:creationId xmlns:a16="http://schemas.microsoft.com/office/drawing/2014/main" id="{13148FE2-FBB0-655B-30FC-8F55A79D395A}"/>
                  </a:ext>
                </a:extLst>
              </p:cNvPr>
              <p:cNvCxnSpPr/>
              <p:nvPr/>
            </p:nvCxnSpPr>
            <p:spPr>
              <a:xfrm flipV="1">
                <a:off x="3900399" y="1276629"/>
                <a:ext cx="0" cy="705795"/>
              </a:xfrm>
              <a:prstGeom prst="straightConnector1">
                <a:avLst/>
              </a:prstGeom>
              <a:noFill/>
              <a:ln w="38100" cap="flat" cmpd="sng" algn="ctr">
                <a:solidFill>
                  <a:srgbClr val="4472C4"/>
                </a:solidFill>
                <a:prstDash val="solid"/>
                <a:miter lim="800000"/>
                <a:tailEnd type="triangle"/>
              </a:ln>
              <a:effectLst/>
            </p:spPr>
          </p:cxn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5FD364BD-D413-B3EA-AB26-B620C91DFA85}"/>
                      </a:ext>
                    </a:extLst>
                  </p:cNvPr>
                  <p:cNvSpPr txBox="1"/>
                  <p:nvPr/>
                </p:nvSpPr>
                <p:spPr>
                  <a:xfrm>
                    <a:off x="6836477" y="1504123"/>
                    <a:ext cx="2886501" cy="1636599"/>
                  </a:xfrm>
                  <a:prstGeom prst="rect">
                    <a:avLst/>
                  </a:prstGeom>
                  <a:solidFill>
                    <a:srgbClr val="701988">
                      <a:alpha val="20000"/>
                    </a:srgb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For</a:t>
                    </a: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2</m:t>
                            </m:r>
                          </m:sub>
                        </m:sSub>
                      </m:oMath>
                    </a14:m>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in SC:</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if </a:t>
                    </a: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evalPred</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2</m:t>
                            </m:r>
                          </m:sub>
                        </m:sSub>
                      </m:oMath>
                    </a14:m>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if probe(</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2</m:t>
                            </m:r>
                          </m:sub>
                        </m:sSub>
                      </m:oMath>
                    </a14:m>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)in</a:t>
                    </a: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HT: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1</m:t>
                            </m:r>
                          </m:sub>
                        </m:sSub>
                      </m:oMath>
                    </a14:m>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in</a:t>
                    </a: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HT[</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2</m:t>
                            </m:r>
                          </m:sub>
                        </m:sSub>
                      </m:oMath>
                    </a14:m>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emit(</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1</m:t>
                            </m:r>
                          </m:sub>
                        </m:s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m:t>
                        </m:r>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2</m:t>
                            </m:r>
                          </m:sub>
                        </m:sSub>
                      </m:oMath>
                    </a14:m>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35" name="文本框 34">
                    <a:extLst>
                      <a:ext uri="{FF2B5EF4-FFF2-40B4-BE49-F238E27FC236}">
                        <a16:creationId xmlns:a16="http://schemas.microsoft.com/office/drawing/2014/main" xmlns:a14="http://schemas.microsoft.com/office/drawing/2010/main" xmlns="" id="{5FD364BD-D413-B3EA-AB26-B620C91DFA85}"/>
                      </a:ext>
                    </a:extLst>
                  </p:cNvPr>
                  <p:cNvSpPr txBox="1">
                    <a:spLocks noRot="1" noChangeAspect="1" noMove="1" noResize="1" noEditPoints="1" noAdjustHandles="1" noChangeArrowheads="1" noChangeShapeType="1" noTextEdit="1"/>
                  </p:cNvSpPr>
                  <p:nvPr/>
                </p:nvSpPr>
                <p:spPr>
                  <a:xfrm>
                    <a:off x="6836477" y="1504123"/>
                    <a:ext cx="2886501" cy="1636599"/>
                  </a:xfrm>
                  <a:prstGeom prst="rect">
                    <a:avLst/>
                  </a:prstGeom>
                  <a:blipFill rotWithShape="0">
                    <a:blip r:embed="rId5"/>
                    <a:stretch>
                      <a:fillRect l="-1055" t="-1382" b="-50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86FF7F7C-CDFA-94FD-CAF2-9B6A15766E93}"/>
                      </a:ext>
                    </a:extLst>
                  </p:cNvPr>
                  <p:cNvSpPr txBox="1"/>
                  <p:nvPr/>
                </p:nvSpPr>
                <p:spPr>
                  <a:xfrm>
                    <a:off x="6871778" y="4109142"/>
                    <a:ext cx="2856974" cy="723148"/>
                  </a:xfrm>
                  <a:prstGeom prst="rect">
                    <a:avLst/>
                  </a:prstGeom>
                  <a:solidFill>
                    <a:srgbClr val="701988">
                      <a:alpha val="20000"/>
                    </a:srgb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for</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zh-CN" altLang="en-US"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  </m:t>
                            </m:r>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1</m:t>
                            </m:r>
                          </m:sub>
                        </m:sSub>
                      </m:oMath>
                    </a14:m>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a:t>
                    </a:r>
                    <a:r>
                      <a:rPr kumimoji="0" 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in Student: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HT</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a:t>
                    </a: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BuildHashTable</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a:t>
                    </a:r>
                    <a14:m>
                      <m:oMath xmlns:m="http://schemas.openxmlformats.org/officeDocument/2006/math">
                        <m:sSub>
                          <m:sSubPr>
                            <m:ctrlP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ctrlPr>
                          </m:sSubPr>
                          <m:e>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𝑡</m:t>
                            </m:r>
                          </m:e>
                          <m:sub>
                            <m:r>
                              <a:rPr kumimoji="0" lang="en-US" altLang="zh-CN" sz="1600" b="0" i="1" u="none" strike="noStrike" kern="0" cap="none" spc="0" normalizeH="0" baseline="0" noProof="0" smtClean="0">
                                <a:ln>
                                  <a:noFill/>
                                </a:ln>
                                <a:solidFill>
                                  <a:prstClr val="black"/>
                                </a:solidFill>
                                <a:effectLst/>
                                <a:uLnTx/>
                                <a:uFillTx/>
                                <a:latin typeface="Cambria Math" panose="02040503050406030204" pitchFamily="18" charset="0"/>
                                <a:ea typeface="宋体" panose="02010600030101010101" pitchFamily="2" charset="-122"/>
                                <a:cs typeface="Courier New" panose="02070309020205020404" pitchFamily="49" charset="0"/>
                              </a:rPr>
                              <m:t>1</m:t>
                            </m:r>
                          </m:sub>
                        </m:sSub>
                      </m:oMath>
                    </a14:m>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a:t>
                    </a:r>
                  </a:p>
                </p:txBody>
              </p:sp>
            </mc:Choice>
            <mc:Fallback xmlns="">
              <p:sp>
                <p:nvSpPr>
                  <p:cNvPr id="36" name="文本框 35">
                    <a:extLst>
                      <a:ext uri="{FF2B5EF4-FFF2-40B4-BE49-F238E27FC236}">
                        <a16:creationId xmlns:a16="http://schemas.microsoft.com/office/drawing/2014/main" xmlns:a14="http://schemas.microsoft.com/office/drawing/2010/main" xmlns="" id="{86FF7F7C-CDFA-94FD-CAF2-9B6A15766E93}"/>
                      </a:ext>
                    </a:extLst>
                  </p:cNvPr>
                  <p:cNvSpPr txBox="1">
                    <a:spLocks noRot="1" noChangeAspect="1" noMove="1" noResize="1" noEditPoints="1" noAdjustHandles="1" noChangeArrowheads="1" noChangeShapeType="1" noTextEdit="1"/>
                  </p:cNvSpPr>
                  <p:nvPr/>
                </p:nvSpPr>
                <p:spPr>
                  <a:xfrm>
                    <a:off x="6871778" y="4109142"/>
                    <a:ext cx="2856974" cy="723148"/>
                  </a:xfrm>
                  <a:prstGeom prst="rect">
                    <a:avLst/>
                  </a:prstGeom>
                  <a:blipFill rotWithShape="0">
                    <a:blip r:embed="rId6"/>
                    <a:stretch>
                      <a:fillRect l="-1066" t="-3125" b="-12500"/>
                    </a:stretch>
                  </a:blipFill>
                </p:spPr>
                <p:txBody>
                  <a:bodyPr/>
                  <a:lstStyle/>
                  <a:p>
                    <a:r>
                      <a:rPr lang="zh-CN" altLang="en-US">
                        <a:noFill/>
                      </a:rPr>
                      <a:t> </a:t>
                    </a:r>
                  </a:p>
                </p:txBody>
              </p:sp>
            </mc:Fallback>
          </mc:AlternateContent>
          <p:cxnSp>
            <p:nvCxnSpPr>
              <p:cNvPr id="37" name="直接箭头连接符 22">
                <a:extLst>
                  <a:ext uri="{FF2B5EF4-FFF2-40B4-BE49-F238E27FC236}">
                    <a16:creationId xmlns:a16="http://schemas.microsoft.com/office/drawing/2014/main" id="{41B17BD2-AD21-4D4E-6F45-21841E7B6B64}"/>
                  </a:ext>
                </a:extLst>
              </p:cNvPr>
              <p:cNvCxnSpPr>
                <a:cxnSpLocks/>
                <a:stCxn id="39" idx="4"/>
                <a:endCxn id="35" idx="1"/>
              </p:cNvCxnSpPr>
              <p:nvPr/>
            </p:nvCxnSpPr>
            <p:spPr>
              <a:xfrm flipV="1">
                <a:off x="5769525" y="2322423"/>
                <a:ext cx="1066952" cy="2590238"/>
              </a:xfrm>
              <a:prstGeom prst="straightConnector1">
                <a:avLst/>
              </a:prstGeom>
              <a:noFill/>
              <a:ln w="9525" cap="flat" cmpd="sng" algn="ctr">
                <a:solidFill>
                  <a:sysClr val="windowText" lastClr="000000"/>
                </a:solidFill>
                <a:prstDash val="dash"/>
                <a:round/>
                <a:headEnd type="none" w="med" len="med"/>
                <a:tailEnd type="none" w="med" len="med"/>
              </a:ln>
              <a:effectLst/>
            </p:spPr>
          </p:cxnSp>
          <p:cxnSp>
            <p:nvCxnSpPr>
              <p:cNvPr id="38" name="连接符: 肘形 23">
                <a:extLst>
                  <a:ext uri="{FF2B5EF4-FFF2-40B4-BE49-F238E27FC236}">
                    <a16:creationId xmlns:a16="http://schemas.microsoft.com/office/drawing/2014/main" id="{51CC5079-36DF-E7F8-35D4-C56751809CFC}"/>
                  </a:ext>
                </a:extLst>
              </p:cNvPr>
              <p:cNvCxnSpPr>
                <a:cxnSpLocks/>
                <a:stCxn id="40" idx="3"/>
                <a:endCxn id="36" idx="2"/>
              </p:cNvCxnSpPr>
              <p:nvPr/>
            </p:nvCxnSpPr>
            <p:spPr>
              <a:xfrm rot="5400000" flipH="1" flipV="1">
                <a:off x="5551047" y="2408396"/>
                <a:ext cx="325324" cy="5173111"/>
              </a:xfrm>
              <a:prstGeom prst="bentConnector3">
                <a:avLst>
                  <a:gd name="adj1" fmla="val -86896"/>
                </a:avLst>
              </a:prstGeom>
              <a:noFill/>
              <a:ln w="9525" cap="flat" cmpd="sng" algn="ctr">
                <a:solidFill>
                  <a:sysClr val="windowText" lastClr="000000"/>
                </a:solidFill>
                <a:prstDash val="dash"/>
                <a:round/>
                <a:headEnd type="none" w="med" len="med"/>
                <a:tailEnd type="none" w="med" len="med"/>
              </a:ln>
              <a:effectLst/>
            </p:spPr>
          </p:cxnSp>
          <p:sp>
            <p:nvSpPr>
              <p:cNvPr id="39" name="圆柱形 37">
                <a:extLst>
                  <a:ext uri="{FF2B5EF4-FFF2-40B4-BE49-F238E27FC236}">
                    <a16:creationId xmlns:a16="http://schemas.microsoft.com/office/drawing/2014/main" id="{72345BC9-B850-4EA1-D27B-B276BB515578}"/>
                  </a:ext>
                </a:extLst>
              </p:cNvPr>
              <p:cNvSpPr/>
              <p:nvPr/>
            </p:nvSpPr>
            <p:spPr>
              <a:xfrm>
                <a:off x="4863318" y="4667707"/>
                <a:ext cx="906207" cy="489905"/>
              </a:xfrm>
              <a:prstGeom prst="can">
                <a:avLst/>
              </a:prstGeom>
              <a:solidFill>
                <a:sysClr val="window" lastClr="FFFFFF"/>
              </a:solidFill>
              <a:ln w="12700" cap="flat" cmpd="sng" algn="ctr">
                <a:solidFill>
                  <a:srgbClr val="A5A5A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40" name="圆柱形 38">
                <a:extLst>
                  <a:ext uri="{FF2B5EF4-FFF2-40B4-BE49-F238E27FC236}">
                    <a16:creationId xmlns:a16="http://schemas.microsoft.com/office/drawing/2014/main" id="{DA3E7099-886D-9125-E9AE-8C4EB9207529}"/>
                  </a:ext>
                </a:extLst>
              </p:cNvPr>
              <p:cNvSpPr/>
              <p:nvPr/>
            </p:nvSpPr>
            <p:spPr>
              <a:xfrm>
                <a:off x="2674050" y="4667709"/>
                <a:ext cx="906207" cy="489905"/>
              </a:xfrm>
              <a:prstGeom prst="can">
                <a:avLst/>
              </a:prstGeom>
              <a:solidFill>
                <a:sysClr val="window" lastClr="FFFFFF"/>
              </a:solidFill>
              <a:ln w="12700" cap="flat" cmpd="sng" algn="ctr">
                <a:solidFill>
                  <a:srgbClr val="A5A5A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Student</a:t>
                </a:r>
              </a:p>
            </p:txBody>
          </p:sp>
        </p:grpSp>
        <p:sp>
          <p:nvSpPr>
            <p:cNvPr id="41" name="矩形 40">
              <a:extLst>
                <a:ext uri="{FF2B5EF4-FFF2-40B4-BE49-F238E27FC236}">
                  <a16:creationId xmlns:a16="http://schemas.microsoft.com/office/drawing/2014/main" id="{DEF4FEA1-9FF3-B645-03EB-24B7CF690EC0}"/>
                </a:ext>
              </a:extLst>
            </p:cNvPr>
            <p:cNvSpPr/>
            <p:nvPr/>
          </p:nvSpPr>
          <p:spPr>
            <a:xfrm rot="20342572">
              <a:off x="5261920" y="1245831"/>
              <a:ext cx="2323033" cy="5079093"/>
            </a:xfrm>
            <a:prstGeom prst="rect">
              <a:avLst/>
            </a:prstGeom>
            <a:noFill/>
            <a:ln w="127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grpSp>
    </p:spTree>
    <p:extLst>
      <p:ext uri="{BB962C8B-B14F-4D97-AF65-F5344CB8AC3E}">
        <p14:creationId xmlns:p14="http://schemas.microsoft.com/office/powerpoint/2010/main" val="21625668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hape9">
            <a:extLst>
              <a:ext uri="{FF2B5EF4-FFF2-40B4-BE49-F238E27FC236}">
                <a16:creationId xmlns:a16="http://schemas.microsoft.com/office/drawing/2014/main" id="{40ECA56C-FE9F-4E30-98A8-F35A430A8612}"/>
              </a:ext>
            </a:extLst>
          </p:cNvPr>
          <p:cNvSpPr/>
          <p:nvPr/>
        </p:nvSpPr>
        <p:spPr>
          <a:xfrm>
            <a:off x="710640" y="1191231"/>
            <a:ext cx="6150118" cy="494903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30" name="Shape6">
            <a:extLst>
              <a:ext uri="{FF2B5EF4-FFF2-40B4-BE49-F238E27FC236}">
                <a16:creationId xmlns:a16="http://schemas.microsoft.com/office/drawing/2014/main" id="{D245F349-ED59-4493-A302-D581BD5B84C8}"/>
              </a:ext>
            </a:extLst>
          </p:cNvPr>
          <p:cNvSpPr/>
          <p:nvPr/>
        </p:nvSpPr>
        <p:spPr>
          <a:xfrm>
            <a:off x="6662143" y="1332672"/>
            <a:ext cx="4829928" cy="4475170"/>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2" name="灯片编号占位符 1">
            <a:extLst>
              <a:ext uri="{FF2B5EF4-FFF2-40B4-BE49-F238E27FC236}">
                <a16:creationId xmlns:a16="http://schemas.microsoft.com/office/drawing/2014/main" id="{7D6AE712-10F8-97EF-6D83-A04E1E6F803B}"/>
              </a:ext>
            </a:extLst>
          </p:cNvPr>
          <p:cNvSpPr>
            <a:spLocks noGrp="1"/>
          </p:cNvSpPr>
          <p:nvPr>
            <p:ph type="sldNum" sz="quarter" idx="10"/>
          </p:nvPr>
        </p:nvSpPr>
        <p:spPr/>
        <p:txBody>
          <a:bodyPr/>
          <a:lstStyle/>
          <a:p>
            <a:fld id="{87BBDC00-B9E2-4EFD-9306-2934E87247C6}" type="slidenum">
              <a:rPr lang="zh-CN" altLang="en-US" smtClean="0"/>
              <a:pPr/>
              <a:t>49</a:t>
            </a:fld>
            <a:endParaRPr lang="zh-CN" altLang="en-US"/>
          </a:p>
        </p:txBody>
      </p:sp>
      <p:sp>
        <p:nvSpPr>
          <p:cNvPr id="3" name="标题 2">
            <a:extLst>
              <a:ext uri="{FF2B5EF4-FFF2-40B4-BE49-F238E27FC236}">
                <a16:creationId xmlns:a16="http://schemas.microsoft.com/office/drawing/2014/main" id="{125C27FA-FF13-4023-E43B-FB1A87842C56}"/>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推送式模型 </a:t>
            </a:r>
            <a:r>
              <a:rPr lang="en-US" altLang="zh-CN" sz="3600" dirty="0">
                <a:latin typeface="微软雅黑" panose="020B0503020204020204" pitchFamily="82" charset="2"/>
                <a:ea typeface="微软雅黑" panose="020B0503020204020204" pitchFamily="82" charset="2"/>
              </a:rPr>
              <a:t>Push-based</a:t>
            </a:r>
            <a:endParaRPr lang="zh-CN" altLang="en-US" sz="3600" dirty="0">
              <a:latin typeface="微软雅黑" panose="020B0503020204020204" pitchFamily="82" charset="2"/>
              <a:ea typeface="微软雅黑" panose="020B0503020204020204" pitchFamily="82" charset="2"/>
            </a:endParaRPr>
          </a:p>
        </p:txBody>
      </p:sp>
      <p:sp>
        <p:nvSpPr>
          <p:cNvPr id="4" name="内容占位符 3">
            <a:extLst>
              <a:ext uri="{FF2B5EF4-FFF2-40B4-BE49-F238E27FC236}">
                <a16:creationId xmlns:a16="http://schemas.microsoft.com/office/drawing/2014/main" id="{A5538BC4-1638-76A3-02CC-CE17095EF8BC}"/>
              </a:ext>
            </a:extLst>
          </p:cNvPr>
          <p:cNvSpPr>
            <a:spLocks noGrp="1"/>
          </p:cNvSpPr>
          <p:nvPr>
            <p:ph idx="1"/>
          </p:nvPr>
        </p:nvSpPr>
        <p:spPr>
          <a:xfrm>
            <a:off x="905817" y="1313861"/>
            <a:ext cx="5752030" cy="4475170"/>
          </a:xfrm>
        </p:spPr>
        <p:txBody>
          <a:bodyPr/>
          <a:lstStyle/>
          <a:p>
            <a:pPr>
              <a:lnSpc>
                <a:spcPct val="150000"/>
              </a:lnSpc>
              <a:buFont typeface="Wingdings" panose="05000000000000000000" pitchFamily="2" charset="2"/>
              <a:buChar char="Ø"/>
            </a:pPr>
            <a:r>
              <a:rPr lang="zh-CN" altLang="en-US" dirty="0">
                <a:solidFill>
                  <a:srgbClr val="6F1687"/>
                </a:solidFill>
              </a:rPr>
              <a:t>自底向上</a:t>
            </a:r>
            <a:endParaRPr lang="en-US" altLang="zh-CN" dirty="0">
              <a:solidFill>
                <a:srgbClr val="6F1687"/>
              </a:solidFill>
            </a:endParaRPr>
          </a:p>
          <a:p>
            <a:pPr>
              <a:lnSpc>
                <a:spcPct val="150000"/>
              </a:lnSpc>
              <a:buFont typeface="Wingdings" panose="05000000000000000000" pitchFamily="2" charset="2"/>
              <a:buChar char="Ø"/>
            </a:pPr>
            <a:r>
              <a:rPr lang="zh-CN" altLang="en-US" dirty="0">
                <a:solidFill>
                  <a:srgbClr val="6F1687"/>
                </a:solidFill>
              </a:rPr>
              <a:t>遇到汇聚节点需要需要分解为不同的</a:t>
            </a:r>
            <a:r>
              <a:rPr lang="en-US" altLang="zh-CN" dirty="0">
                <a:solidFill>
                  <a:srgbClr val="6F1687"/>
                </a:solidFill>
              </a:rPr>
              <a:t>pipeline</a:t>
            </a:r>
          </a:p>
          <a:p>
            <a:pPr lvl="1">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汇聚节点包括：</a:t>
            </a:r>
            <a:endParaRPr lang="en-US" altLang="zh-CN" sz="1800" dirty="0">
              <a:latin typeface="微软雅黑" panose="020B0503020204020204" pitchFamily="34" charset="-122"/>
              <a:ea typeface="微软雅黑" panose="020B0503020204020204" pitchFamily="34" charset="-122"/>
            </a:endParaRPr>
          </a:p>
          <a:p>
            <a:pPr lvl="2"/>
            <a:r>
              <a:rPr kumimoji="1" lang="zh-CN" altLang="en-US" sz="1800" dirty="0">
                <a:latin typeface="微软雅黑" panose="020B0503020204020204" pitchFamily="34" charset="-122"/>
                <a:ea typeface="微软雅黑" panose="020B0503020204020204" pitchFamily="34" charset="-122"/>
              </a:rPr>
              <a:t>连接</a:t>
            </a:r>
            <a:r>
              <a:rPr kumimoji="1" lang="en-US" altLang="zh-CN" sz="1800" dirty="0">
                <a:latin typeface="微软雅黑" panose="020B0503020204020204" pitchFamily="34" charset="-122"/>
                <a:ea typeface="微软雅黑" panose="020B0503020204020204" pitchFamily="34" charset="-122"/>
              </a:rPr>
              <a:t>Join</a:t>
            </a:r>
          </a:p>
          <a:p>
            <a:pPr lvl="2"/>
            <a:r>
              <a:rPr lang="zh-CN" altLang="en-US" sz="1800" dirty="0">
                <a:latin typeface="微软雅黑" panose="020B0503020204020204" pitchFamily="34" charset="-122"/>
                <a:ea typeface="微软雅黑" panose="020B0503020204020204" pitchFamily="34" charset="-122"/>
              </a:rPr>
              <a:t>哈希</a:t>
            </a:r>
            <a:r>
              <a:rPr lang="en-US" altLang="zh-CN" sz="1800" dirty="0">
                <a:latin typeface="微软雅黑" panose="020B0503020204020204" pitchFamily="34" charset="-122"/>
                <a:ea typeface="微软雅黑" panose="020B0503020204020204" pitchFamily="34" charset="-122"/>
              </a:rPr>
              <a:t>Hash</a:t>
            </a:r>
          </a:p>
          <a:p>
            <a:pPr lvl="2"/>
            <a:r>
              <a:rPr kumimoji="1" lang="zh-CN" altLang="en-US" sz="1800" dirty="0">
                <a:latin typeface="微软雅黑" panose="020B0503020204020204" pitchFamily="34" charset="-122"/>
                <a:ea typeface="微软雅黑" panose="020B0503020204020204" pitchFamily="34" charset="-122"/>
              </a:rPr>
              <a:t>排序</a:t>
            </a:r>
            <a:r>
              <a:rPr kumimoji="1" lang="en-US" altLang="zh-CN" sz="1800" dirty="0">
                <a:latin typeface="微软雅黑" panose="020B0503020204020204" pitchFamily="34" charset="-122"/>
                <a:ea typeface="微软雅黑" panose="020B0503020204020204" pitchFamily="34" charset="-122"/>
              </a:rPr>
              <a:t>Sorting</a:t>
            </a:r>
          </a:p>
          <a:p>
            <a:pPr lvl="2"/>
            <a:r>
              <a:rPr lang="zh-CN" altLang="en-US" sz="1800" dirty="0">
                <a:latin typeface="微软雅黑" panose="020B0503020204020204" pitchFamily="34" charset="-122"/>
                <a:ea typeface="微软雅黑" panose="020B0503020204020204" pitchFamily="34" charset="-122"/>
              </a:rPr>
              <a:t>分组</a:t>
            </a:r>
            <a:r>
              <a:rPr lang="en-US" altLang="zh-CN" sz="1800" dirty="0">
                <a:latin typeface="微软雅黑" panose="020B0503020204020204" pitchFamily="34" charset="-122"/>
                <a:ea typeface="微软雅黑" panose="020B0503020204020204" pitchFamily="34" charset="-122"/>
              </a:rPr>
              <a:t>Grouping</a:t>
            </a:r>
          </a:p>
          <a:p>
            <a:pPr>
              <a:lnSpc>
                <a:spcPct val="150000"/>
              </a:lnSpc>
              <a:buFont typeface="Wingdings" panose="05000000000000000000" pitchFamily="2" charset="2"/>
              <a:buChar char="Ø"/>
            </a:pPr>
            <a:r>
              <a:rPr lang="en-US" altLang="zh-CN" dirty="0">
                <a:solidFill>
                  <a:srgbClr val="6F1687"/>
                </a:solidFill>
              </a:rPr>
              <a:t>Pipeline</a:t>
            </a:r>
            <a:r>
              <a:rPr lang="zh-CN" altLang="en-US" dirty="0">
                <a:solidFill>
                  <a:srgbClr val="6F1687"/>
                </a:solidFill>
              </a:rPr>
              <a:t>之间需要调度：并行或者先后依赖</a:t>
            </a:r>
            <a:endParaRPr lang="en-US" altLang="zh-CN" dirty="0">
              <a:solidFill>
                <a:srgbClr val="6F1687"/>
              </a:solidFill>
            </a:endParaRPr>
          </a:p>
          <a:p>
            <a:pPr lvl="1">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祖先后代</a:t>
            </a:r>
            <a:r>
              <a:rPr lang="en-US" altLang="zh-CN" sz="1800" dirty="0">
                <a:latin typeface="微软雅黑" panose="020B0503020204020204" pitchFamily="34" charset="-122"/>
                <a:ea typeface="微软雅黑" panose="020B0503020204020204" pitchFamily="34" charset="-122"/>
              </a:rPr>
              <a:t>pipeline</a:t>
            </a:r>
            <a:r>
              <a:rPr lang="zh-CN" altLang="en-US" sz="1800" dirty="0">
                <a:latin typeface="微软雅黑" panose="020B0503020204020204" pitchFamily="34" charset="-122"/>
                <a:ea typeface="微软雅黑" panose="020B0503020204020204" pitchFamily="34" charset="-122"/>
              </a:rPr>
              <a:t>有先后依赖</a:t>
            </a:r>
            <a:endParaRPr lang="en-US" altLang="zh-CN" sz="1800" dirty="0">
              <a:latin typeface="微软雅黑" panose="020B0503020204020204" pitchFamily="34" charset="-122"/>
              <a:ea typeface="微软雅黑" panose="020B0503020204020204" pitchFamily="34" charset="-122"/>
            </a:endParaRPr>
          </a:p>
          <a:p>
            <a:pPr lvl="1">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无祖先后代</a:t>
            </a:r>
            <a:r>
              <a:rPr lang="en-US" altLang="zh-CN" sz="1800" dirty="0">
                <a:latin typeface="微软雅黑" panose="020B0503020204020204" pitchFamily="34" charset="-122"/>
                <a:ea typeface="微软雅黑" panose="020B0503020204020204" pitchFamily="34" charset="-122"/>
              </a:rPr>
              <a:t>pipeline</a:t>
            </a:r>
            <a:r>
              <a:rPr lang="zh-CN" altLang="en-US" sz="1800" dirty="0">
                <a:latin typeface="微软雅黑" panose="020B0503020204020204" pitchFamily="34" charset="-122"/>
                <a:ea typeface="微软雅黑" panose="020B0503020204020204" pitchFamily="34" charset="-122"/>
              </a:rPr>
              <a:t>可以并行</a:t>
            </a:r>
            <a:endParaRPr lang="en-US" altLang="zh-CN" sz="18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en-US" dirty="0">
                <a:solidFill>
                  <a:srgbClr val="6F1687"/>
                </a:solidFill>
              </a:rPr>
              <a:t>每个</a:t>
            </a:r>
            <a:r>
              <a:rPr lang="en-US" altLang="zh-CN" dirty="0">
                <a:solidFill>
                  <a:srgbClr val="6F1687"/>
                </a:solidFill>
              </a:rPr>
              <a:t>Pipeline</a:t>
            </a:r>
            <a:r>
              <a:rPr lang="zh-CN" altLang="en-US" dirty="0">
                <a:solidFill>
                  <a:srgbClr val="6F1687"/>
                </a:solidFill>
              </a:rPr>
              <a:t>自底向上执行</a:t>
            </a:r>
            <a:endParaRPr lang="en-US" altLang="zh-CN" dirty="0">
              <a:solidFill>
                <a:srgbClr val="6F1687"/>
              </a:solidFill>
            </a:endParaRPr>
          </a:p>
        </p:txBody>
      </p:sp>
      <p:sp>
        <p:nvSpPr>
          <p:cNvPr id="5" name="页脚占位符 4">
            <a:extLst>
              <a:ext uri="{FF2B5EF4-FFF2-40B4-BE49-F238E27FC236}">
                <a16:creationId xmlns:a16="http://schemas.microsoft.com/office/drawing/2014/main" id="{5EE922E0-D1F9-216E-DECD-47C4AEF4608A}"/>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grpSp>
        <p:nvGrpSpPr>
          <p:cNvPr id="17" name="组合 16">
            <a:extLst>
              <a:ext uri="{FF2B5EF4-FFF2-40B4-BE49-F238E27FC236}">
                <a16:creationId xmlns:a16="http://schemas.microsoft.com/office/drawing/2014/main" id="{06D38835-9FA1-486C-AB81-16F3564AC3BD}"/>
              </a:ext>
            </a:extLst>
          </p:cNvPr>
          <p:cNvGrpSpPr/>
          <p:nvPr/>
        </p:nvGrpSpPr>
        <p:grpSpPr>
          <a:xfrm>
            <a:off x="6757105" y="962183"/>
            <a:ext cx="6217559" cy="4665041"/>
            <a:chOff x="6500032" y="1280388"/>
            <a:chExt cx="7227539" cy="5422830"/>
          </a:xfrm>
        </p:grpSpPr>
        <p:grpSp>
          <p:nvGrpSpPr>
            <p:cNvPr id="6" name="组合 5">
              <a:extLst>
                <a:ext uri="{FF2B5EF4-FFF2-40B4-BE49-F238E27FC236}">
                  <a16:creationId xmlns:a16="http://schemas.microsoft.com/office/drawing/2014/main" id="{73062211-FBEF-21B5-E43F-FF80999BA6BB}"/>
                </a:ext>
              </a:extLst>
            </p:cNvPr>
            <p:cNvGrpSpPr/>
            <p:nvPr/>
          </p:nvGrpSpPr>
          <p:grpSpPr>
            <a:xfrm>
              <a:off x="7095006" y="2025794"/>
              <a:ext cx="4581806" cy="4677424"/>
              <a:chOff x="2467886" y="480190"/>
              <a:chExt cx="4581806" cy="4677424"/>
            </a:xfrm>
          </p:grpSpPr>
          <p:sp>
            <p:nvSpPr>
              <p:cNvPr id="7" name="文本框 6">
                <a:extLst>
                  <a:ext uri="{FF2B5EF4-FFF2-40B4-BE49-F238E27FC236}">
                    <a16:creationId xmlns:a16="http://schemas.microsoft.com/office/drawing/2014/main" id="{DA91D165-7619-B0BA-E557-48AA46489457}"/>
                  </a:ext>
                </a:extLst>
              </p:cNvPr>
              <p:cNvSpPr txBox="1"/>
              <p:nvPr/>
            </p:nvSpPr>
            <p:spPr>
              <a:xfrm>
                <a:off x="4828018" y="3446025"/>
                <a:ext cx="1518546" cy="393549"/>
              </a:xfrm>
              <a:prstGeom prst="rect">
                <a:avLst/>
              </a:prstGeom>
              <a:solidFill>
                <a:sysClr val="window" lastClr="FFFFFF">
                  <a:lumMod val="95000"/>
                </a:sys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Cno</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 "1"</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5DFB2F0-BFDE-A337-91D0-07D2976F3EE7}"/>
                      </a:ext>
                    </a:extLst>
                  </p:cNvPr>
                  <p:cNvSpPr txBox="1"/>
                  <p:nvPr/>
                </p:nvSpPr>
                <p:spPr>
                  <a:xfrm>
                    <a:off x="4310931" y="3053962"/>
                    <a:ext cx="863796" cy="96598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800" b="0" i="1" u="none" strike="noStrike" kern="0" cap="none" spc="0" normalizeH="0" baseline="0" noProof="0" smtClean="0">
                              <a:ln>
                                <a:noFill/>
                              </a:ln>
                              <a:solidFill>
                                <a:prstClr val="black"/>
                              </a:solidFill>
                              <a:effectLst/>
                              <a:uLnTx/>
                              <a:uFillTx/>
                              <a:latin typeface="Cambria Math" panose="02040503050406030204" pitchFamily="18" charset="0"/>
                            </a:rPr>
                            <m:t>𝜎</m:t>
                          </m:r>
                        </m:oMath>
                      </m:oMathPara>
                    </a14:m>
                    <a:endParaRPr kumimoji="0" 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05DFB2F0-BFDE-A337-91D0-07D2976F3EE7}"/>
                      </a:ext>
                    </a:extLst>
                  </p:cNvPr>
                  <p:cNvSpPr txBox="1">
                    <a:spLocks noRot="1" noChangeAspect="1" noMove="1" noResize="1" noEditPoints="1" noAdjustHandles="1" noChangeArrowheads="1" noChangeShapeType="1" noTextEdit="1"/>
                  </p:cNvSpPr>
                  <p:nvPr/>
                </p:nvSpPr>
                <p:spPr>
                  <a:xfrm>
                    <a:off x="4310931" y="3053962"/>
                    <a:ext cx="863796" cy="96598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386E9A2-A9DF-77F2-6391-4BBD367F5AD7}"/>
                      </a:ext>
                    </a:extLst>
                  </p:cNvPr>
                  <p:cNvSpPr txBox="1"/>
                  <p:nvPr/>
                </p:nvSpPr>
                <p:spPr>
                  <a:xfrm>
                    <a:off x="3486594" y="1778663"/>
                    <a:ext cx="1021513" cy="96598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800" b="0" i="1" u="none" strike="noStrike" kern="0" cap="none" spc="0" normalizeH="0" baseline="0" noProof="0" smtClean="0">
                              <a:ln>
                                <a:noFill/>
                              </a:ln>
                              <a:solidFill>
                                <a:prstClr val="black"/>
                              </a:solidFill>
                              <a:effectLst/>
                              <a:uLnTx/>
                              <a:uFillTx/>
                              <a:latin typeface="Cambria Math" panose="02040503050406030204" pitchFamily="18" charset="0"/>
                            </a:rPr>
                            <m:t>⋈</m:t>
                          </m:r>
                        </m:oMath>
                      </m:oMathPara>
                    </a14:m>
                    <a:endParaRPr kumimoji="0" 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0386E9A2-A9DF-77F2-6391-4BBD367F5AD7}"/>
                      </a:ext>
                    </a:extLst>
                  </p:cNvPr>
                  <p:cNvSpPr txBox="1">
                    <a:spLocks noRot="1" noChangeAspect="1" noMove="1" noResize="1" noEditPoints="1" noAdjustHandles="1" noChangeArrowheads="1" noChangeShapeType="1" noTextEdit="1"/>
                  </p:cNvSpPr>
                  <p:nvPr/>
                </p:nvSpPr>
                <p:spPr>
                  <a:xfrm>
                    <a:off x="3486594" y="1778663"/>
                    <a:ext cx="1021513" cy="96598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DC7F81D-1978-FA78-96A2-E636C2426144}"/>
                      </a:ext>
                    </a:extLst>
                  </p:cNvPr>
                  <p:cNvSpPr txBox="1"/>
                  <p:nvPr/>
                </p:nvSpPr>
                <p:spPr>
                  <a:xfrm>
                    <a:off x="3458151" y="480190"/>
                    <a:ext cx="909709" cy="96598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4800" b="0" i="0" u="none" strike="noStrike" kern="0" cap="none" spc="0" normalizeH="0" baseline="0" noProof="0" smtClean="0">
                              <a:ln>
                                <a:noFill/>
                              </a:ln>
                              <a:solidFill>
                                <a:prstClr val="black"/>
                              </a:solidFill>
                              <a:effectLst/>
                              <a:uLnTx/>
                              <a:uFillTx/>
                              <a:latin typeface="Cambria Math" panose="02040503050406030204" pitchFamily="18" charset="0"/>
                            </a:rPr>
                            <m:t>Π</m:t>
                          </m:r>
                        </m:oMath>
                      </m:oMathPara>
                    </a14:m>
                    <a:endParaRPr kumimoji="0" 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0DC7F81D-1978-FA78-96A2-E636C2426144}"/>
                      </a:ext>
                    </a:extLst>
                  </p:cNvPr>
                  <p:cNvSpPr txBox="1">
                    <a:spLocks noRot="1" noChangeAspect="1" noMove="1" noResize="1" noEditPoints="1" noAdjustHandles="1" noChangeArrowheads="1" noChangeShapeType="1" noTextEdit="1"/>
                  </p:cNvSpPr>
                  <p:nvPr/>
                </p:nvSpPr>
                <p:spPr>
                  <a:xfrm>
                    <a:off x="3458151" y="480190"/>
                    <a:ext cx="909709" cy="965984"/>
                  </a:xfrm>
                  <a:prstGeom prst="rect">
                    <a:avLst/>
                  </a:prstGeom>
                  <a:blipFill>
                    <a:blip r:embed="rId4"/>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4746061B-D4D0-5EBD-4BC8-AAE0519B29EF}"/>
                  </a:ext>
                </a:extLst>
              </p:cNvPr>
              <p:cNvSpPr txBox="1"/>
              <p:nvPr/>
            </p:nvSpPr>
            <p:spPr>
              <a:xfrm>
                <a:off x="4330627" y="2070482"/>
                <a:ext cx="2719065" cy="393549"/>
              </a:xfrm>
              <a:prstGeom prst="rect">
                <a:avLst/>
              </a:prstGeom>
              <a:solidFill>
                <a:sysClr val="window" lastClr="FFFFFF">
                  <a:lumMod val="95000"/>
                </a:sys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SC.Sno</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 = </a:t>
                </a: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Student.Sno</a:t>
                </a:r>
                <a:endPar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12" name="文本框 11">
                <a:extLst>
                  <a:ext uri="{FF2B5EF4-FFF2-40B4-BE49-F238E27FC236}">
                    <a16:creationId xmlns:a16="http://schemas.microsoft.com/office/drawing/2014/main" id="{DE115F99-FAB7-3851-300E-870D0B997990}"/>
                  </a:ext>
                </a:extLst>
              </p:cNvPr>
              <p:cNvSpPr txBox="1"/>
              <p:nvPr/>
            </p:nvSpPr>
            <p:spPr>
              <a:xfrm>
                <a:off x="4086738" y="1001376"/>
                <a:ext cx="2232721" cy="393549"/>
              </a:xfrm>
              <a:prstGeom prst="rect">
                <a:avLst/>
              </a:prstGeom>
              <a:solidFill>
                <a:sysClr val="window" lastClr="FFFFFF">
                  <a:lumMod val="95000"/>
                </a:sys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rPr>
                  <a:t>Sno,Sname,Grade</a:t>
                </a:r>
                <a:endPar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ourier New" panose="02070309020205020404" pitchFamily="49" charset="0"/>
                </a:endParaRPr>
              </a:p>
            </p:txBody>
          </p:sp>
          <p:cxnSp>
            <p:nvCxnSpPr>
              <p:cNvPr id="13" name="直接箭头连接符 10">
                <a:extLst>
                  <a:ext uri="{FF2B5EF4-FFF2-40B4-BE49-F238E27FC236}">
                    <a16:creationId xmlns:a16="http://schemas.microsoft.com/office/drawing/2014/main" id="{6F3DF373-B7C4-D4D1-72E7-CB9CDFB4DDE5}"/>
                  </a:ext>
                </a:extLst>
              </p:cNvPr>
              <p:cNvCxnSpPr>
                <a:cxnSpLocks/>
                <a:stCxn id="22" idx="1"/>
              </p:cNvCxnSpPr>
              <p:nvPr/>
            </p:nvCxnSpPr>
            <p:spPr>
              <a:xfrm flipV="1">
                <a:off x="3099004" y="2466192"/>
                <a:ext cx="647728" cy="2201517"/>
              </a:xfrm>
              <a:prstGeom prst="straightConnector1">
                <a:avLst/>
              </a:prstGeom>
              <a:noFill/>
              <a:ln w="38100" cap="flat" cmpd="sng" algn="ctr">
                <a:solidFill>
                  <a:srgbClr val="4472C4"/>
                </a:solidFill>
                <a:prstDash val="solid"/>
                <a:miter lim="800000"/>
                <a:tailEnd type="triangle"/>
              </a:ln>
              <a:effectLst/>
            </p:spPr>
          </p:cxnSp>
          <p:cxnSp>
            <p:nvCxnSpPr>
              <p:cNvPr id="14" name="直接箭头连接符 11">
                <a:extLst>
                  <a:ext uri="{FF2B5EF4-FFF2-40B4-BE49-F238E27FC236}">
                    <a16:creationId xmlns:a16="http://schemas.microsoft.com/office/drawing/2014/main" id="{F2D45FC3-168D-52C0-C9AE-F21A00E8984D}"/>
                  </a:ext>
                </a:extLst>
              </p:cNvPr>
              <p:cNvCxnSpPr>
                <a:cxnSpLocks/>
              </p:cNvCxnSpPr>
              <p:nvPr/>
            </p:nvCxnSpPr>
            <p:spPr>
              <a:xfrm flipH="1" flipV="1">
                <a:off x="4061941" y="2466191"/>
                <a:ext cx="470341" cy="853759"/>
              </a:xfrm>
              <a:prstGeom prst="straightConnector1">
                <a:avLst/>
              </a:prstGeom>
              <a:noFill/>
              <a:ln w="38100" cap="flat" cmpd="sng" algn="ctr">
                <a:solidFill>
                  <a:srgbClr val="4472C4"/>
                </a:solidFill>
                <a:prstDash val="solid"/>
                <a:miter lim="800000"/>
                <a:tailEnd type="triangle"/>
              </a:ln>
              <a:effectLst/>
            </p:spPr>
          </p:cxnSp>
          <p:cxnSp>
            <p:nvCxnSpPr>
              <p:cNvPr id="15" name="直接箭头连接符 12">
                <a:extLst>
                  <a:ext uri="{FF2B5EF4-FFF2-40B4-BE49-F238E27FC236}">
                    <a16:creationId xmlns:a16="http://schemas.microsoft.com/office/drawing/2014/main" id="{045DB47B-2780-9397-FC1B-4C56100C67E4}"/>
                  </a:ext>
                </a:extLst>
              </p:cNvPr>
              <p:cNvCxnSpPr>
                <a:cxnSpLocks/>
                <a:stCxn id="21" idx="1"/>
              </p:cNvCxnSpPr>
              <p:nvPr/>
            </p:nvCxnSpPr>
            <p:spPr>
              <a:xfrm flipH="1" flipV="1">
                <a:off x="4776876" y="3735451"/>
                <a:ext cx="511395" cy="932256"/>
              </a:xfrm>
              <a:prstGeom prst="straightConnector1">
                <a:avLst/>
              </a:prstGeom>
              <a:noFill/>
              <a:ln w="38100" cap="flat" cmpd="sng" algn="ctr">
                <a:solidFill>
                  <a:srgbClr val="4472C4"/>
                </a:solidFill>
                <a:prstDash val="solid"/>
                <a:miter lim="800000"/>
                <a:tailEnd type="triangle"/>
              </a:ln>
              <a:effectLst/>
            </p:spPr>
          </p:cxnSp>
          <p:cxnSp>
            <p:nvCxnSpPr>
              <p:cNvPr id="16" name="直接箭头连接符 13">
                <a:extLst>
                  <a:ext uri="{FF2B5EF4-FFF2-40B4-BE49-F238E27FC236}">
                    <a16:creationId xmlns:a16="http://schemas.microsoft.com/office/drawing/2014/main" id="{FFC31004-B8E5-98EF-C55D-7F6DCC6C9781}"/>
                  </a:ext>
                </a:extLst>
              </p:cNvPr>
              <p:cNvCxnSpPr/>
              <p:nvPr/>
            </p:nvCxnSpPr>
            <p:spPr>
              <a:xfrm flipV="1">
                <a:off x="3900399" y="1276629"/>
                <a:ext cx="0" cy="705795"/>
              </a:xfrm>
              <a:prstGeom prst="straightConnector1">
                <a:avLst/>
              </a:prstGeom>
              <a:noFill/>
              <a:ln w="38100" cap="flat" cmpd="sng" algn="ctr">
                <a:solidFill>
                  <a:srgbClr val="4472C4"/>
                </a:solidFill>
                <a:prstDash val="solid"/>
                <a:miter lim="800000"/>
                <a:tailEnd type="triangle"/>
              </a:ln>
              <a:effectLst/>
            </p:spPr>
          </p:cxnSp>
          <p:sp>
            <p:nvSpPr>
              <p:cNvPr id="21" name="圆柱形 37">
                <a:extLst>
                  <a:ext uri="{FF2B5EF4-FFF2-40B4-BE49-F238E27FC236}">
                    <a16:creationId xmlns:a16="http://schemas.microsoft.com/office/drawing/2014/main" id="{ED0FD7BB-4811-08D7-CE59-7A153209E5B1}"/>
                  </a:ext>
                </a:extLst>
              </p:cNvPr>
              <p:cNvSpPr/>
              <p:nvPr/>
            </p:nvSpPr>
            <p:spPr>
              <a:xfrm>
                <a:off x="4657153" y="4667707"/>
                <a:ext cx="1262234" cy="489905"/>
              </a:xfrm>
              <a:prstGeom prst="can">
                <a:avLst/>
              </a:prstGeom>
              <a:solidFill>
                <a:sysClr val="window" lastClr="FFFFFF"/>
              </a:solidFill>
              <a:ln w="12700" cap="flat" cmpd="sng" algn="ctr">
                <a:solidFill>
                  <a:srgbClr val="A5A5A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2" name="圆柱形 38">
                <a:extLst>
                  <a:ext uri="{FF2B5EF4-FFF2-40B4-BE49-F238E27FC236}">
                    <a16:creationId xmlns:a16="http://schemas.microsoft.com/office/drawing/2014/main" id="{3F3E4EA1-9C87-EF0D-6EEC-73B38033A007}"/>
                  </a:ext>
                </a:extLst>
              </p:cNvPr>
              <p:cNvSpPr/>
              <p:nvPr/>
            </p:nvSpPr>
            <p:spPr>
              <a:xfrm>
                <a:off x="2467886" y="4667709"/>
                <a:ext cx="1262234" cy="489905"/>
              </a:xfrm>
              <a:prstGeom prst="can">
                <a:avLst/>
              </a:prstGeom>
              <a:solidFill>
                <a:sysClr val="window" lastClr="FFFFFF"/>
              </a:solidFill>
              <a:ln w="12700" cap="flat" cmpd="sng" algn="ctr">
                <a:solidFill>
                  <a:srgbClr val="A5A5A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Student</a:t>
                </a:r>
              </a:p>
            </p:txBody>
          </p:sp>
        </p:grpSp>
        <p:sp>
          <p:nvSpPr>
            <p:cNvPr id="23" name="圆角矩形 22">
              <a:extLst>
                <a:ext uri="{FF2B5EF4-FFF2-40B4-BE49-F238E27FC236}">
                  <a16:creationId xmlns:a16="http://schemas.microsoft.com/office/drawing/2014/main" id="{E62055BD-27DD-F74A-D0A5-43E282023FE9}"/>
                </a:ext>
              </a:extLst>
            </p:cNvPr>
            <p:cNvSpPr/>
            <p:nvPr/>
          </p:nvSpPr>
          <p:spPr bwMode="auto">
            <a:xfrm>
              <a:off x="7274376" y="3550118"/>
              <a:ext cx="982662" cy="475000"/>
            </a:xfrm>
            <a:prstGeom prst="roundRect">
              <a:avLst/>
            </a:prstGeom>
            <a:solidFill>
              <a:srgbClr val="3B20FF"/>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sink</a:t>
              </a:r>
              <a:endParaRPr kumimoji="1" lang="zh-CN" altLang="en-US"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p:txBody>
        </p:sp>
        <p:sp>
          <p:nvSpPr>
            <p:cNvPr id="24" name="圆角矩形 23">
              <a:extLst>
                <a:ext uri="{FF2B5EF4-FFF2-40B4-BE49-F238E27FC236}">
                  <a16:creationId xmlns:a16="http://schemas.microsoft.com/office/drawing/2014/main" id="{8431C2A5-6B58-5EBF-E690-6F52AE367753}"/>
                </a:ext>
              </a:extLst>
            </p:cNvPr>
            <p:cNvSpPr/>
            <p:nvPr/>
          </p:nvSpPr>
          <p:spPr bwMode="auto">
            <a:xfrm>
              <a:off x="6500032" y="5664032"/>
              <a:ext cx="1234188" cy="475000"/>
            </a:xfrm>
            <a:prstGeom prst="roundRect">
              <a:avLst/>
            </a:prstGeom>
            <a:solidFill>
              <a:srgbClr val="3B20FF"/>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source</a:t>
              </a:r>
              <a:endParaRPr kumimoji="1" lang="zh-CN" altLang="en-US"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p:txBody>
        </p:sp>
        <p:sp>
          <p:nvSpPr>
            <p:cNvPr id="25" name="圆角矩形 24">
              <a:extLst>
                <a:ext uri="{FF2B5EF4-FFF2-40B4-BE49-F238E27FC236}">
                  <a16:creationId xmlns:a16="http://schemas.microsoft.com/office/drawing/2014/main" id="{7B6541B2-D33E-F118-7B76-D341F3091241}"/>
                </a:ext>
              </a:extLst>
            </p:cNvPr>
            <p:cNvSpPr/>
            <p:nvPr/>
          </p:nvSpPr>
          <p:spPr bwMode="auto">
            <a:xfrm>
              <a:off x="10132129" y="5729167"/>
              <a:ext cx="1262234" cy="475000"/>
            </a:xfrm>
            <a:prstGeom prst="roundRect">
              <a:avLst/>
            </a:prstGeom>
            <a:solidFill>
              <a:srgbClr val="FF8682"/>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source</a:t>
              </a:r>
              <a:endParaRPr kumimoji="1" lang="zh-CN" altLang="en-US"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p:txBody>
        </p:sp>
        <p:sp>
          <p:nvSpPr>
            <p:cNvPr id="26" name="圆角矩形 25">
              <a:extLst>
                <a:ext uri="{FF2B5EF4-FFF2-40B4-BE49-F238E27FC236}">
                  <a16:creationId xmlns:a16="http://schemas.microsoft.com/office/drawing/2014/main" id="{D4144651-4199-82D4-6C83-4393DAD64D05}"/>
                </a:ext>
              </a:extLst>
            </p:cNvPr>
            <p:cNvSpPr/>
            <p:nvPr/>
          </p:nvSpPr>
          <p:spPr bwMode="auto">
            <a:xfrm>
              <a:off x="8938052" y="1921016"/>
              <a:ext cx="981269" cy="475000"/>
            </a:xfrm>
            <a:prstGeom prst="roundRect">
              <a:avLst/>
            </a:prstGeom>
            <a:solidFill>
              <a:srgbClr val="FF8682"/>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sink</a:t>
              </a:r>
              <a:endParaRPr kumimoji="1" lang="zh-CN" altLang="en-US"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p:txBody>
        </p:sp>
        <p:sp>
          <p:nvSpPr>
            <p:cNvPr id="27" name="弧 26">
              <a:extLst>
                <a:ext uri="{FF2B5EF4-FFF2-40B4-BE49-F238E27FC236}">
                  <a16:creationId xmlns:a16="http://schemas.microsoft.com/office/drawing/2014/main" id="{8A7FAE58-7999-DF9C-6A13-E681B99966E8}"/>
                </a:ext>
              </a:extLst>
            </p:cNvPr>
            <p:cNvSpPr/>
            <p:nvPr/>
          </p:nvSpPr>
          <p:spPr bwMode="auto">
            <a:xfrm rot="11376021" flipH="1">
              <a:off x="7200971" y="3419619"/>
              <a:ext cx="704093" cy="1989674"/>
            </a:xfrm>
            <a:prstGeom prst="arc">
              <a:avLst>
                <a:gd name="adj1" fmla="val 16200000"/>
                <a:gd name="adj2" fmla="val 21449217"/>
              </a:avLst>
            </a:prstGeom>
            <a:noFill/>
            <a:ln w="38100" cap="flat" cmpd="sng" algn="ctr">
              <a:solidFill>
                <a:schemeClr val="accent2"/>
              </a:solidFill>
              <a:prstDash val="solid"/>
              <a:round/>
              <a:headEnd type="none" w="med" len="med"/>
              <a:tailEnd type="arrow"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28" name="弧 27">
              <a:extLst>
                <a:ext uri="{FF2B5EF4-FFF2-40B4-BE49-F238E27FC236}">
                  <a16:creationId xmlns:a16="http://schemas.microsoft.com/office/drawing/2014/main" id="{2681C5FE-5719-5649-904D-987E1BBEE093}"/>
                </a:ext>
              </a:extLst>
            </p:cNvPr>
            <p:cNvSpPr/>
            <p:nvPr/>
          </p:nvSpPr>
          <p:spPr bwMode="auto">
            <a:xfrm rot="11376021">
              <a:off x="9953390" y="1280388"/>
              <a:ext cx="3774181" cy="4298313"/>
            </a:xfrm>
            <a:prstGeom prst="arc">
              <a:avLst>
                <a:gd name="adj1" fmla="val 16200000"/>
                <a:gd name="adj2" fmla="val 21449217"/>
              </a:avLst>
            </a:prstGeom>
            <a:noFill/>
            <a:ln w="38100" cap="flat" cmpd="sng" algn="ctr">
              <a:solidFill>
                <a:srgbClr val="FF7E79"/>
              </a:solidFill>
              <a:prstDash val="solid"/>
              <a:round/>
              <a:headEnd type="none" w="med" len="med"/>
              <a:tailEnd type="arrow"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9253473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9">
            <a:extLst>
              <a:ext uri="{FF2B5EF4-FFF2-40B4-BE49-F238E27FC236}">
                <a16:creationId xmlns:a16="http://schemas.microsoft.com/office/drawing/2014/main" id="{63C51BBB-AEED-4AA7-9862-87BB68D54F6C}"/>
              </a:ext>
            </a:extLst>
          </p:cNvPr>
          <p:cNvSpPr/>
          <p:nvPr/>
        </p:nvSpPr>
        <p:spPr>
          <a:xfrm>
            <a:off x="614308" y="1191231"/>
            <a:ext cx="10090897" cy="469521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灯片编号占位符 1">
            <a:extLst>
              <a:ext uri="{FF2B5EF4-FFF2-40B4-BE49-F238E27FC236}">
                <a16:creationId xmlns:a16="http://schemas.microsoft.com/office/drawing/2014/main" id="{041F43DE-D7CA-5E92-2630-62E8B4DEBA58}"/>
              </a:ext>
            </a:extLst>
          </p:cNvPr>
          <p:cNvSpPr>
            <a:spLocks noGrp="1"/>
          </p:cNvSpPr>
          <p:nvPr>
            <p:ph type="sldNum" sz="quarter" idx="10"/>
          </p:nvPr>
        </p:nvSpPr>
        <p:spPr/>
        <p:txBody>
          <a:bodyPr/>
          <a:lstStyle/>
          <a:p>
            <a:fld id="{87BBDC00-B9E2-4EFD-9306-2934E87247C6}" type="slidenum">
              <a:rPr lang="zh-CN" altLang="en-US" smtClean="0"/>
              <a:pPr/>
              <a:t>50</a:t>
            </a:fld>
            <a:endParaRPr lang="zh-CN" altLang="en-US"/>
          </a:p>
        </p:txBody>
      </p:sp>
      <p:sp>
        <p:nvSpPr>
          <p:cNvPr id="3" name="标题 2">
            <a:extLst>
              <a:ext uri="{FF2B5EF4-FFF2-40B4-BE49-F238E27FC236}">
                <a16:creationId xmlns:a16="http://schemas.microsoft.com/office/drawing/2014/main" id="{FBDFC967-91FB-DEDB-7D03-4BF9622478D7}"/>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推送式模型 </a:t>
            </a:r>
            <a:r>
              <a:rPr lang="en-US" altLang="zh-CN" sz="3600" dirty="0">
                <a:latin typeface="微软雅黑" panose="020B0503020204020204" pitchFamily="82" charset="2"/>
                <a:ea typeface="微软雅黑" panose="020B0503020204020204" pitchFamily="82" charset="2"/>
              </a:rPr>
              <a:t>Push-based</a:t>
            </a:r>
            <a:endParaRPr lang="zh-CN" altLang="en-US" sz="3600" dirty="0">
              <a:latin typeface="微软雅黑" panose="020B0503020204020204" pitchFamily="82" charset="2"/>
              <a:ea typeface="微软雅黑" panose="020B0503020204020204" pitchFamily="82" charset="2"/>
            </a:endParaRPr>
          </a:p>
        </p:txBody>
      </p:sp>
      <p:sp>
        <p:nvSpPr>
          <p:cNvPr id="4" name="内容占位符 3">
            <a:extLst>
              <a:ext uri="{FF2B5EF4-FFF2-40B4-BE49-F238E27FC236}">
                <a16:creationId xmlns:a16="http://schemas.microsoft.com/office/drawing/2014/main" id="{F68F5536-FC3C-D491-5E0A-8D05E7B7BC6D}"/>
              </a:ext>
            </a:extLst>
          </p:cNvPr>
          <p:cNvSpPr>
            <a:spLocks noGrp="1"/>
          </p:cNvSpPr>
          <p:nvPr>
            <p:ph idx="1"/>
          </p:nvPr>
        </p:nvSpPr>
        <p:spPr>
          <a:xfrm>
            <a:off x="1050551" y="1210658"/>
            <a:ext cx="10260179" cy="4456111"/>
          </a:xfrm>
        </p:spPr>
        <p:txBody>
          <a:bodyPr/>
          <a:lstStyle/>
          <a:p>
            <a:pPr>
              <a:lnSpc>
                <a:spcPct val="150000"/>
              </a:lnSpc>
              <a:buFont typeface="Wingdings" panose="05000000000000000000" pitchFamily="2" charset="2"/>
              <a:buChar char="Ø"/>
            </a:pPr>
            <a:r>
              <a:rPr lang="zh-CN" altLang="en-US" sz="2400" dirty="0">
                <a:solidFill>
                  <a:srgbClr val="6F1687"/>
                </a:solidFill>
              </a:rPr>
              <a:t>根据物理计划分解</a:t>
            </a:r>
            <a:r>
              <a:rPr lang="en-US" altLang="zh-CN" sz="2400" dirty="0">
                <a:solidFill>
                  <a:srgbClr val="6F1687"/>
                </a:solidFill>
              </a:rPr>
              <a:t>Pipeline</a:t>
            </a:r>
          </a:p>
          <a:p>
            <a:pPr marL="826486" lvl="1" indent="-4572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每个</a:t>
            </a:r>
            <a:r>
              <a:rPr lang="en-US" altLang="zh-CN" sz="2000" dirty="0">
                <a:latin typeface="微软雅黑" panose="020B0503020204020204" pitchFamily="34" charset="-122"/>
                <a:ea typeface="微软雅黑" panose="020B0503020204020204" pitchFamily="34" charset="-122"/>
              </a:rPr>
              <a:t>pipeline</a:t>
            </a:r>
            <a:r>
              <a:rPr lang="zh-CN" altLang="en-US" sz="2000" dirty="0">
                <a:latin typeface="微软雅黑" panose="020B0503020204020204" pitchFamily="34" charset="-122"/>
                <a:ea typeface="微软雅黑" panose="020B0503020204020204" pitchFamily="34" charset="-122"/>
              </a:rPr>
              <a:t>分为三个部分</a:t>
            </a:r>
            <a:endParaRPr lang="en-US" altLang="zh-CN" sz="2000" dirty="0">
              <a:latin typeface="微软雅黑" panose="020B0503020204020204" pitchFamily="34" charset="-122"/>
              <a:ea typeface="微软雅黑" panose="020B0503020204020204" pitchFamily="34" charset="-122"/>
            </a:endParaRPr>
          </a:p>
          <a:p>
            <a:pPr marL="1195772" lvl="2" indent="-457200">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Source</a:t>
            </a:r>
            <a:r>
              <a:rPr lang="zh-CN" altLang="en-US" sz="2000" dirty="0">
                <a:latin typeface="微软雅黑" panose="020B0503020204020204" pitchFamily="34" charset="-122"/>
                <a:ea typeface="微软雅黑" panose="020B0503020204020204" pitchFamily="34" charset="-122"/>
              </a:rPr>
              <a:t>源节点：一般为扫描一个表或者一个中间结果</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哈希、分组、排序</a:t>
            </a:r>
            <a:r>
              <a:rPr lang="en-US" altLang="zh-CN" sz="2000" dirty="0">
                <a:latin typeface="微软雅黑" panose="020B0503020204020204" pitchFamily="34" charset="-122"/>
                <a:ea typeface="微软雅黑" panose="020B0503020204020204" pitchFamily="34" charset="-122"/>
              </a:rPr>
              <a:t>)</a:t>
            </a:r>
          </a:p>
          <a:p>
            <a:pPr marL="1195772" lvl="2" indent="-457200">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Operator</a:t>
            </a:r>
            <a:r>
              <a:rPr lang="zh-CN" altLang="en-US" sz="2000" dirty="0">
                <a:latin typeface="微软雅黑" panose="020B0503020204020204" pitchFamily="34" charset="-122"/>
                <a:ea typeface="微软雅黑" panose="020B0503020204020204" pitchFamily="34" charset="-122"/>
              </a:rPr>
              <a:t>算子节点：查询计划树上的节点（过滤、投影、</a:t>
            </a:r>
            <a:r>
              <a:rPr lang="en-US" altLang="zh-CN" sz="2000" dirty="0">
                <a:latin typeface="微软雅黑" panose="020B0503020204020204" pitchFamily="34" charset="-122"/>
                <a:ea typeface="微软雅黑" panose="020B0503020204020204" pitchFamily="34" charset="-122"/>
              </a:rPr>
              <a:t>probe</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1195772" lvl="2" indent="-457200">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Sink</a:t>
            </a:r>
            <a:r>
              <a:rPr lang="zh-CN" altLang="en-US" sz="2000" dirty="0">
                <a:latin typeface="微软雅黑" panose="020B0503020204020204" pitchFamily="34" charset="-122"/>
                <a:ea typeface="微软雅黑" panose="020B0503020204020204" pitchFamily="34" charset="-122"/>
              </a:rPr>
              <a:t>汇聚节点：计算中间结果的物化节点（父</a:t>
            </a:r>
            <a:r>
              <a:rPr lang="en-US" altLang="zh-CN" sz="2000" dirty="0">
                <a:latin typeface="微软雅黑" panose="020B0503020204020204" pitchFamily="34" charset="-122"/>
                <a:ea typeface="微软雅黑" panose="020B0503020204020204" pitchFamily="34" charset="-122"/>
              </a:rPr>
              <a:t>pipeline</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source</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en-US" sz="2400" dirty="0">
                <a:solidFill>
                  <a:srgbClr val="6F1687"/>
                </a:solidFill>
              </a:rPr>
              <a:t>调度器调度</a:t>
            </a:r>
            <a:r>
              <a:rPr lang="en-US" altLang="zh-CN" sz="2400" dirty="0">
                <a:solidFill>
                  <a:srgbClr val="6F1687"/>
                </a:solidFill>
              </a:rPr>
              <a:t>pipeline</a:t>
            </a:r>
          </a:p>
          <a:p>
            <a:pPr marL="883636" lvl="1" indent="-5143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根据</a:t>
            </a:r>
            <a:r>
              <a:rPr lang="en-US" altLang="zh-CN" sz="2000" dirty="0">
                <a:latin typeface="微软雅黑" panose="020B0503020204020204" pitchFamily="34" charset="-122"/>
                <a:ea typeface="微软雅黑" panose="020B0503020204020204" pitchFamily="34" charset="-122"/>
              </a:rPr>
              <a:t>pipeline</a:t>
            </a:r>
            <a:r>
              <a:rPr lang="zh-CN" altLang="en-US" sz="2000" dirty="0">
                <a:latin typeface="微软雅黑" panose="020B0503020204020204" pitchFamily="34" charset="-122"/>
                <a:ea typeface="微软雅黑" panose="020B0503020204020204" pitchFamily="34" charset="-122"/>
              </a:rPr>
              <a:t>的关系调度</a:t>
            </a:r>
            <a:r>
              <a:rPr lang="en-US" altLang="zh-CN" sz="2000" dirty="0">
                <a:latin typeface="微软雅黑" panose="020B0503020204020204" pitchFamily="34" charset="-122"/>
                <a:ea typeface="微软雅黑" panose="020B0503020204020204" pitchFamily="34" charset="-122"/>
              </a:rPr>
              <a:t>pipeline</a:t>
            </a:r>
          </a:p>
          <a:p>
            <a:pPr marL="883636" lvl="1" indent="-514350">
              <a:lnSpc>
                <a:spcPct val="150000"/>
              </a:lnSpc>
              <a:buFont typeface="Arial" panose="020B0604020202020204" pitchFamily="34" charset="0"/>
              <a:buChar char="•"/>
            </a:pPr>
            <a:r>
              <a:rPr kumimoji="1" lang="zh-CN" altLang="en-US" sz="2000" dirty="0">
                <a:latin typeface="微软雅黑" panose="020B0503020204020204" pitchFamily="34" charset="-122"/>
                <a:ea typeface="微软雅黑" panose="020B0503020204020204" pitchFamily="34" charset="-122"/>
              </a:rPr>
              <a:t>自底向上执行每个</a:t>
            </a:r>
            <a:r>
              <a:rPr kumimoji="1" lang="en-US" altLang="zh-CN" sz="2000" dirty="0">
                <a:latin typeface="微软雅黑" panose="020B0503020204020204" pitchFamily="34" charset="-122"/>
                <a:ea typeface="微软雅黑" panose="020B0503020204020204" pitchFamily="34" charset="-122"/>
              </a:rPr>
              <a:t>pipeline</a:t>
            </a:r>
            <a:endParaRPr kumimoji="1" lang="zh-CN" altLang="en-US" sz="2000" dirty="0">
              <a:latin typeface="微软雅黑" panose="020B0503020204020204" pitchFamily="34" charset="-122"/>
              <a:ea typeface="微软雅黑" panose="020B0503020204020204" pitchFamily="34" charset="-122"/>
            </a:endParaRPr>
          </a:p>
        </p:txBody>
      </p:sp>
      <p:sp>
        <p:nvSpPr>
          <p:cNvPr id="5" name="页脚占位符 4">
            <a:extLst>
              <a:ext uri="{FF2B5EF4-FFF2-40B4-BE49-F238E27FC236}">
                <a16:creationId xmlns:a16="http://schemas.microsoft.com/office/drawing/2014/main" id="{34CCBD68-C471-9D21-0E48-E9A707D75824}"/>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spTree>
    <p:extLst>
      <p:ext uri="{BB962C8B-B14F-4D97-AF65-F5344CB8AC3E}">
        <p14:creationId xmlns:p14="http://schemas.microsoft.com/office/powerpoint/2010/main" val="7242127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BFD612D4-9439-465E-8A42-003E09EF9D23}"/>
              </a:ext>
            </a:extLst>
          </p:cNvPr>
          <p:cNvSpPr/>
          <p:nvPr/>
        </p:nvSpPr>
        <p:spPr>
          <a:xfrm>
            <a:off x="986285" y="1191231"/>
            <a:ext cx="10219430" cy="469521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灯片编号占位符 1">
            <a:extLst>
              <a:ext uri="{FF2B5EF4-FFF2-40B4-BE49-F238E27FC236}">
                <a16:creationId xmlns:a16="http://schemas.microsoft.com/office/drawing/2014/main" id="{FFD0D62F-5B35-EA9B-AD83-055F4E86CB45}"/>
              </a:ext>
            </a:extLst>
          </p:cNvPr>
          <p:cNvSpPr>
            <a:spLocks noGrp="1"/>
          </p:cNvSpPr>
          <p:nvPr>
            <p:ph type="sldNum" sz="quarter" idx="10"/>
          </p:nvPr>
        </p:nvSpPr>
        <p:spPr/>
        <p:txBody>
          <a:bodyPr/>
          <a:lstStyle/>
          <a:p>
            <a:fld id="{87BBDC00-B9E2-4EFD-9306-2934E87247C6}" type="slidenum">
              <a:rPr lang="zh-CN" altLang="en-US" smtClean="0"/>
              <a:pPr/>
              <a:t>51</a:t>
            </a:fld>
            <a:endParaRPr lang="zh-CN" altLang="en-US"/>
          </a:p>
        </p:txBody>
      </p:sp>
      <p:sp>
        <p:nvSpPr>
          <p:cNvPr id="3" name="标题 2">
            <a:extLst>
              <a:ext uri="{FF2B5EF4-FFF2-40B4-BE49-F238E27FC236}">
                <a16:creationId xmlns:a16="http://schemas.microsoft.com/office/drawing/2014/main" id="{7CAD253F-9A28-1F28-4CDF-CC29F9F7EBF0}"/>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en-US" altLang="zh-CN" sz="3600" dirty="0">
                <a:latin typeface="微软雅黑" panose="020B0503020204020204" pitchFamily="82" charset="2"/>
                <a:ea typeface="微软雅黑" panose="020B0503020204020204" pitchFamily="82" charset="2"/>
              </a:rPr>
              <a:t>Pipeline</a:t>
            </a:r>
            <a:r>
              <a:rPr lang="zh-CN" altLang="en-US" sz="3600" dirty="0">
                <a:latin typeface="微软雅黑" panose="020B0503020204020204" pitchFamily="82" charset="2"/>
                <a:ea typeface="微软雅黑" panose="020B0503020204020204" pitchFamily="82" charset="2"/>
              </a:rPr>
              <a:t>分解</a:t>
            </a:r>
          </a:p>
        </p:txBody>
      </p:sp>
      <p:sp>
        <p:nvSpPr>
          <p:cNvPr id="4" name="内容占位符 3">
            <a:extLst>
              <a:ext uri="{FF2B5EF4-FFF2-40B4-BE49-F238E27FC236}">
                <a16:creationId xmlns:a16="http://schemas.microsoft.com/office/drawing/2014/main" id="{E4B9415A-6679-BB03-5C3D-05EBE64A39C9}"/>
              </a:ext>
            </a:extLst>
          </p:cNvPr>
          <p:cNvSpPr>
            <a:spLocks noGrp="1"/>
          </p:cNvSpPr>
          <p:nvPr>
            <p:ph idx="1"/>
          </p:nvPr>
        </p:nvSpPr>
        <p:spPr>
          <a:xfrm>
            <a:off x="1050551" y="1714423"/>
            <a:ext cx="5360188" cy="2760662"/>
          </a:xfrm>
        </p:spPr>
        <p:txBody>
          <a:bodyPr/>
          <a:lstStyle/>
          <a:p>
            <a:pPr>
              <a:lnSpc>
                <a:spcPct val="150000"/>
              </a:lnSpc>
              <a:buFont typeface="Wingdings" panose="05000000000000000000" pitchFamily="2" charset="2"/>
              <a:buChar char="Ø"/>
            </a:pPr>
            <a:r>
              <a:rPr lang="zh-CN" altLang="en-US" sz="2400" dirty="0">
                <a:solidFill>
                  <a:srgbClr val="6F1687"/>
                </a:solidFill>
              </a:rPr>
              <a:t>枚举算子</a:t>
            </a:r>
            <a:endParaRPr lang="en-US" altLang="zh-CN" sz="2400" dirty="0">
              <a:solidFill>
                <a:srgbClr val="6F1687"/>
              </a:solidFill>
            </a:endParaRPr>
          </a:p>
          <a:p>
            <a:pPr>
              <a:lnSpc>
                <a:spcPct val="150000"/>
              </a:lnSpc>
              <a:buFont typeface="Wingdings" panose="05000000000000000000" pitchFamily="2" charset="2"/>
              <a:buChar char="Ø"/>
            </a:pPr>
            <a:r>
              <a:rPr lang="zh-CN" altLang="en-US" sz="2400" dirty="0">
                <a:solidFill>
                  <a:srgbClr val="6F1687"/>
                </a:solidFill>
              </a:rPr>
              <a:t>找到</a:t>
            </a:r>
            <a:r>
              <a:rPr lang="en-US" altLang="zh-CN" sz="2400" dirty="0">
                <a:solidFill>
                  <a:srgbClr val="6F1687"/>
                </a:solidFill>
              </a:rPr>
              <a:t>sink</a:t>
            </a:r>
            <a:r>
              <a:rPr lang="zh-CN" altLang="en-US" sz="2400" dirty="0">
                <a:solidFill>
                  <a:srgbClr val="6F1687"/>
                </a:solidFill>
              </a:rPr>
              <a:t>节点</a:t>
            </a:r>
            <a:endParaRPr lang="en-US" altLang="zh-CN" sz="2400" dirty="0">
              <a:solidFill>
                <a:srgbClr val="6F1687"/>
              </a:solidFill>
            </a:endParaRPr>
          </a:p>
          <a:p>
            <a:pPr lvl="1">
              <a:lnSpc>
                <a:spcPct val="15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Join</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Group</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Sorting</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Hash</a:t>
            </a:r>
          </a:p>
          <a:p>
            <a:pPr>
              <a:lnSpc>
                <a:spcPct val="150000"/>
              </a:lnSpc>
              <a:buFont typeface="Wingdings" panose="05000000000000000000" pitchFamily="2" charset="2"/>
              <a:buChar char="Ø"/>
            </a:pPr>
            <a:r>
              <a:rPr lang="zh-CN" altLang="en-US" sz="2400" dirty="0">
                <a:solidFill>
                  <a:srgbClr val="6F1687"/>
                </a:solidFill>
              </a:rPr>
              <a:t>根据</a:t>
            </a:r>
            <a:r>
              <a:rPr lang="en-US" altLang="zh-CN" sz="2400" dirty="0">
                <a:solidFill>
                  <a:srgbClr val="6F1687"/>
                </a:solidFill>
              </a:rPr>
              <a:t>sink</a:t>
            </a:r>
            <a:r>
              <a:rPr lang="zh-CN" altLang="en-US" sz="2400" dirty="0">
                <a:solidFill>
                  <a:srgbClr val="6F1687"/>
                </a:solidFill>
              </a:rPr>
              <a:t>节点生成</a:t>
            </a:r>
            <a:r>
              <a:rPr lang="en-US" altLang="zh-CN" sz="2400" dirty="0">
                <a:solidFill>
                  <a:srgbClr val="6F1687"/>
                </a:solidFill>
              </a:rPr>
              <a:t>pipeline</a:t>
            </a:r>
          </a:p>
          <a:p>
            <a:pPr>
              <a:lnSpc>
                <a:spcPct val="150000"/>
              </a:lnSpc>
              <a:buFont typeface="Wingdings" panose="05000000000000000000" pitchFamily="2" charset="2"/>
              <a:buChar char="Ø"/>
            </a:pPr>
            <a:r>
              <a:rPr lang="zh-CN" altLang="en-US" sz="2400" dirty="0">
                <a:solidFill>
                  <a:srgbClr val="6F1687"/>
                </a:solidFill>
              </a:rPr>
              <a:t>确定</a:t>
            </a:r>
            <a:r>
              <a:rPr lang="en-US" altLang="zh-CN" sz="2400" dirty="0">
                <a:solidFill>
                  <a:srgbClr val="6F1687"/>
                </a:solidFill>
              </a:rPr>
              <a:t>pipeline</a:t>
            </a:r>
            <a:r>
              <a:rPr lang="zh-CN" altLang="en-US" sz="2400" dirty="0">
                <a:solidFill>
                  <a:srgbClr val="6F1687"/>
                </a:solidFill>
              </a:rPr>
              <a:t>的先后关系</a:t>
            </a:r>
          </a:p>
        </p:txBody>
      </p:sp>
      <p:sp>
        <p:nvSpPr>
          <p:cNvPr id="5" name="页脚占位符 4">
            <a:extLst>
              <a:ext uri="{FF2B5EF4-FFF2-40B4-BE49-F238E27FC236}">
                <a16:creationId xmlns:a16="http://schemas.microsoft.com/office/drawing/2014/main" id="{9DF653FF-F006-0EC9-BBC8-54E8A1D8A2FC}"/>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pic>
        <p:nvPicPr>
          <p:cNvPr id="6" name="Picture 2" descr="图片">
            <a:extLst>
              <a:ext uri="{FF2B5EF4-FFF2-40B4-BE49-F238E27FC236}">
                <a16:creationId xmlns:a16="http://schemas.microsoft.com/office/drawing/2014/main" id="{6DC09775-6DAB-9A95-07AE-63EA3DEAA9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7199" y="1082766"/>
            <a:ext cx="6619027" cy="4529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31505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6">
            <a:extLst>
              <a:ext uri="{FF2B5EF4-FFF2-40B4-BE49-F238E27FC236}">
                <a16:creationId xmlns:a16="http://schemas.microsoft.com/office/drawing/2014/main" id="{67367A67-7983-42F7-B1FA-F6565D84B867}"/>
              </a:ext>
            </a:extLst>
          </p:cNvPr>
          <p:cNvSpPr/>
          <p:nvPr/>
        </p:nvSpPr>
        <p:spPr>
          <a:xfrm>
            <a:off x="4810649" y="1054961"/>
            <a:ext cx="6838011" cy="5226569"/>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9" name="Shape9">
            <a:extLst>
              <a:ext uri="{FF2B5EF4-FFF2-40B4-BE49-F238E27FC236}">
                <a16:creationId xmlns:a16="http://schemas.microsoft.com/office/drawing/2014/main" id="{D782EEB4-055D-4037-A127-FE833B9495C3}"/>
              </a:ext>
            </a:extLst>
          </p:cNvPr>
          <p:cNvSpPr/>
          <p:nvPr/>
        </p:nvSpPr>
        <p:spPr>
          <a:xfrm>
            <a:off x="367748" y="1054961"/>
            <a:ext cx="4422827" cy="522656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灯片编号占位符 1">
            <a:extLst>
              <a:ext uri="{FF2B5EF4-FFF2-40B4-BE49-F238E27FC236}">
                <a16:creationId xmlns:a16="http://schemas.microsoft.com/office/drawing/2014/main" id="{F4E84E1C-5FEE-CAC1-C624-557E841405BD}"/>
              </a:ext>
            </a:extLst>
          </p:cNvPr>
          <p:cNvSpPr>
            <a:spLocks noGrp="1"/>
          </p:cNvSpPr>
          <p:nvPr>
            <p:ph type="sldNum" sz="quarter" idx="10"/>
          </p:nvPr>
        </p:nvSpPr>
        <p:spPr/>
        <p:txBody>
          <a:bodyPr/>
          <a:lstStyle/>
          <a:p>
            <a:fld id="{87BBDC00-B9E2-4EFD-9306-2934E87247C6}" type="slidenum">
              <a:rPr lang="zh-CN" altLang="en-US" smtClean="0"/>
              <a:pPr/>
              <a:t>52</a:t>
            </a:fld>
            <a:endParaRPr lang="zh-CN" altLang="en-US"/>
          </a:p>
        </p:txBody>
      </p:sp>
      <p:sp>
        <p:nvSpPr>
          <p:cNvPr id="3" name="标题 2">
            <a:extLst>
              <a:ext uri="{FF2B5EF4-FFF2-40B4-BE49-F238E27FC236}">
                <a16:creationId xmlns:a16="http://schemas.microsoft.com/office/drawing/2014/main" id="{D8CCB80B-F4A5-9E7E-8953-AA0DF753CE69}"/>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en-US" altLang="zh-CN" sz="3600" dirty="0">
                <a:latin typeface="微软雅黑" panose="020B0503020204020204" pitchFamily="82" charset="2"/>
                <a:ea typeface="微软雅黑" panose="020B0503020204020204" pitchFamily="82" charset="2"/>
              </a:rPr>
              <a:t>Pipeline</a:t>
            </a:r>
            <a:r>
              <a:rPr lang="zh-CN" altLang="en-US" sz="3600" dirty="0">
                <a:latin typeface="微软雅黑" panose="020B0503020204020204" pitchFamily="82" charset="2"/>
                <a:ea typeface="微软雅黑" panose="020B0503020204020204" pitchFamily="82" charset="2"/>
              </a:rPr>
              <a:t>调度</a:t>
            </a:r>
          </a:p>
        </p:txBody>
      </p:sp>
      <p:sp>
        <p:nvSpPr>
          <p:cNvPr id="4" name="内容占位符 3">
            <a:extLst>
              <a:ext uri="{FF2B5EF4-FFF2-40B4-BE49-F238E27FC236}">
                <a16:creationId xmlns:a16="http://schemas.microsoft.com/office/drawing/2014/main" id="{D8A37BA1-706F-1D9C-AC40-9D5BB324F46E}"/>
              </a:ext>
            </a:extLst>
          </p:cNvPr>
          <p:cNvSpPr>
            <a:spLocks noGrp="1"/>
          </p:cNvSpPr>
          <p:nvPr>
            <p:ph idx="1"/>
          </p:nvPr>
        </p:nvSpPr>
        <p:spPr>
          <a:xfrm>
            <a:off x="367748" y="1127913"/>
            <a:ext cx="4154360" cy="4526897"/>
          </a:xfrm>
        </p:spPr>
        <p:txBody>
          <a:bodyPr/>
          <a:lstStyle/>
          <a:p>
            <a:pPr>
              <a:lnSpc>
                <a:spcPct val="150000"/>
              </a:lnSpc>
              <a:buFont typeface="Wingdings" panose="05000000000000000000" pitchFamily="2" charset="2"/>
              <a:buChar char="Ø"/>
            </a:pPr>
            <a:r>
              <a:rPr lang="zh-CN" altLang="en-US" sz="2400" dirty="0">
                <a:solidFill>
                  <a:srgbClr val="6F1687"/>
                </a:solidFill>
              </a:rPr>
              <a:t>事件驱动的调度器</a:t>
            </a:r>
            <a:endParaRPr lang="en-US" altLang="zh-CN" sz="2400" dirty="0">
              <a:solidFill>
                <a:srgbClr val="6F1687"/>
              </a:solidFill>
            </a:endParaRPr>
          </a:p>
          <a:p>
            <a:pPr lvl="1">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生产者消费者模型</a:t>
            </a:r>
            <a:endParaRPr lang="en-US" altLang="zh-CN" sz="2000" dirty="0">
              <a:latin typeface="微软雅黑" panose="020B0503020204020204" pitchFamily="34" charset="-122"/>
              <a:ea typeface="微软雅黑" panose="020B0503020204020204" pitchFamily="34" charset="-122"/>
            </a:endParaRPr>
          </a:p>
          <a:p>
            <a:pPr lvl="1">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任务队列</a:t>
            </a:r>
            <a:endParaRPr lang="en-US" altLang="zh-CN" sz="2000" dirty="0">
              <a:latin typeface="微软雅黑" panose="020B0503020204020204" pitchFamily="34" charset="-122"/>
              <a:ea typeface="微软雅黑" panose="020B0503020204020204" pitchFamily="34" charset="-122"/>
            </a:endParaRPr>
          </a:p>
          <a:p>
            <a:pPr lvl="1">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父子</a:t>
            </a:r>
            <a:r>
              <a:rPr lang="en-US" altLang="zh-CN" sz="2000" dirty="0">
                <a:latin typeface="微软雅黑" panose="020B0503020204020204" pitchFamily="34" charset="-122"/>
                <a:ea typeface="微软雅黑" panose="020B0503020204020204" pitchFamily="34" charset="-122"/>
              </a:rPr>
              <a:t>pipeline</a:t>
            </a:r>
            <a:r>
              <a:rPr lang="zh-CN" altLang="en-US" sz="2000" dirty="0">
                <a:latin typeface="微软雅黑" panose="020B0503020204020204" pitchFamily="34" charset="-122"/>
                <a:ea typeface="微软雅黑" panose="020B0503020204020204" pitchFamily="34" charset="-122"/>
              </a:rPr>
              <a:t>依赖调度</a:t>
            </a:r>
            <a:endParaRPr lang="en-US" altLang="zh-CN" sz="2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en-US" sz="2400" dirty="0">
                <a:solidFill>
                  <a:srgbClr val="6F1687"/>
                </a:solidFill>
              </a:rPr>
              <a:t>每类节点的执行状态</a:t>
            </a:r>
            <a:endParaRPr lang="en-US" altLang="zh-CN" sz="2400" dirty="0">
              <a:solidFill>
                <a:srgbClr val="6F1687"/>
              </a:solidFill>
            </a:endParaRPr>
          </a:p>
          <a:p>
            <a:pPr lvl="1">
              <a:lnSpc>
                <a:spcPct val="150000"/>
              </a:lnSpc>
              <a:buFont typeface="Arial" panose="020B0604020202020204" pitchFamily="34" charset="0"/>
              <a:buChar char="•"/>
            </a:pPr>
            <a:r>
              <a:rPr lang="en-US" altLang="zh-CN" sz="2000" dirty="0" err="1">
                <a:latin typeface="微软雅黑" panose="020B0503020204020204" pitchFamily="34" charset="-122"/>
                <a:ea typeface="微软雅黑" panose="020B0503020204020204" pitchFamily="34" charset="-122"/>
              </a:rPr>
              <a:t>Have_more_output</a:t>
            </a:r>
            <a:endParaRPr lang="en-US" altLang="zh-CN" sz="2000" dirty="0">
              <a:latin typeface="微软雅黑" panose="020B0503020204020204" pitchFamily="34" charset="-122"/>
              <a:ea typeface="微软雅黑" panose="020B0503020204020204" pitchFamily="34" charset="-122"/>
            </a:endParaRPr>
          </a:p>
          <a:p>
            <a:pPr lvl="1">
              <a:lnSpc>
                <a:spcPct val="150000"/>
              </a:lnSpc>
              <a:buFont typeface="Arial" panose="020B0604020202020204" pitchFamily="34" charset="0"/>
              <a:buChar char="•"/>
            </a:pPr>
            <a:r>
              <a:rPr lang="en-US" altLang="zh-CN" sz="2000" dirty="0" err="1">
                <a:latin typeface="微软雅黑" panose="020B0503020204020204" pitchFamily="34" charset="-122"/>
                <a:ea typeface="微软雅黑" panose="020B0503020204020204" pitchFamily="34" charset="-122"/>
              </a:rPr>
              <a:t>Need_more_input</a:t>
            </a:r>
            <a:endParaRPr lang="en-US" altLang="zh-CN" sz="2000" dirty="0">
              <a:latin typeface="微软雅黑" panose="020B0503020204020204" pitchFamily="34" charset="-122"/>
              <a:ea typeface="微软雅黑" panose="020B0503020204020204" pitchFamily="34" charset="-122"/>
            </a:endParaRPr>
          </a:p>
          <a:p>
            <a:pPr lvl="1">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Finished</a:t>
            </a:r>
          </a:p>
          <a:p>
            <a:pPr lvl="1">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Blocked</a:t>
            </a:r>
          </a:p>
          <a:p>
            <a:pPr lvl="1"/>
            <a:endParaRPr lang="en-US" altLang="zh-CN" sz="2400" dirty="0">
              <a:latin typeface="微软雅黑" panose="020B0503020204020204" pitchFamily="34" charset="-122"/>
              <a:ea typeface="微软雅黑" panose="020B0503020204020204" pitchFamily="34" charset="-122"/>
            </a:endParaRPr>
          </a:p>
        </p:txBody>
      </p:sp>
      <p:sp>
        <p:nvSpPr>
          <p:cNvPr id="5" name="页脚占位符 4">
            <a:extLst>
              <a:ext uri="{FF2B5EF4-FFF2-40B4-BE49-F238E27FC236}">
                <a16:creationId xmlns:a16="http://schemas.microsoft.com/office/drawing/2014/main" id="{00A6079C-C384-24A7-7B1C-821EE88EB0F3}"/>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pic>
        <p:nvPicPr>
          <p:cNvPr id="6" name="图片 5">
            <a:extLst>
              <a:ext uri="{FF2B5EF4-FFF2-40B4-BE49-F238E27FC236}">
                <a16:creationId xmlns:a16="http://schemas.microsoft.com/office/drawing/2014/main" id="{86B62570-2D42-FBB7-C900-DA773C83CB49}"/>
              </a:ext>
            </a:extLst>
          </p:cNvPr>
          <p:cNvPicPr>
            <a:picLocks noChangeAspect="1"/>
          </p:cNvPicPr>
          <p:nvPr/>
        </p:nvPicPr>
        <p:blipFill>
          <a:blip r:embed="rId2"/>
          <a:stretch>
            <a:fillRect/>
          </a:stretch>
        </p:blipFill>
        <p:spPr>
          <a:xfrm>
            <a:off x="5826241" y="1127913"/>
            <a:ext cx="4806825" cy="2130298"/>
          </a:xfrm>
          <a:prstGeom prst="rect">
            <a:avLst/>
          </a:prstGeom>
        </p:spPr>
      </p:pic>
      <p:pic>
        <p:nvPicPr>
          <p:cNvPr id="7" name="图片 6">
            <a:extLst>
              <a:ext uri="{FF2B5EF4-FFF2-40B4-BE49-F238E27FC236}">
                <a16:creationId xmlns:a16="http://schemas.microsoft.com/office/drawing/2014/main" id="{4C5E4293-678E-3BD2-D3F7-940C666990EE}"/>
              </a:ext>
            </a:extLst>
          </p:cNvPr>
          <p:cNvPicPr>
            <a:picLocks noChangeAspect="1"/>
          </p:cNvPicPr>
          <p:nvPr/>
        </p:nvPicPr>
        <p:blipFill>
          <a:blip r:embed="rId3"/>
          <a:stretch>
            <a:fillRect/>
          </a:stretch>
        </p:blipFill>
        <p:spPr>
          <a:xfrm>
            <a:off x="5623121" y="3331163"/>
            <a:ext cx="5518327" cy="2837359"/>
          </a:xfrm>
          <a:prstGeom prst="rect">
            <a:avLst/>
          </a:prstGeom>
        </p:spPr>
      </p:pic>
    </p:spTree>
    <p:extLst>
      <p:ext uri="{BB962C8B-B14F-4D97-AF65-F5344CB8AC3E}">
        <p14:creationId xmlns:p14="http://schemas.microsoft.com/office/powerpoint/2010/main" val="2612500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9">
            <a:extLst>
              <a:ext uri="{FF2B5EF4-FFF2-40B4-BE49-F238E27FC236}">
                <a16:creationId xmlns:a16="http://schemas.microsoft.com/office/drawing/2014/main" id="{BFD612D4-9439-465E-8A42-003E09EF9D23}"/>
              </a:ext>
            </a:extLst>
          </p:cNvPr>
          <p:cNvSpPr/>
          <p:nvPr/>
        </p:nvSpPr>
        <p:spPr>
          <a:xfrm>
            <a:off x="986284" y="1191231"/>
            <a:ext cx="10781645" cy="494121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1" name="Shape6">
            <a:extLst>
              <a:ext uri="{FF2B5EF4-FFF2-40B4-BE49-F238E27FC236}">
                <a16:creationId xmlns:a16="http://schemas.microsoft.com/office/drawing/2014/main" id="{B2E8D9F7-3F66-4F2E-BD34-BB3062DAD8CE}"/>
              </a:ext>
            </a:extLst>
          </p:cNvPr>
          <p:cNvSpPr/>
          <p:nvPr/>
        </p:nvSpPr>
        <p:spPr>
          <a:xfrm>
            <a:off x="3973384" y="1249993"/>
            <a:ext cx="3460581" cy="2037869"/>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12" name="Shape6">
            <a:extLst>
              <a:ext uri="{FF2B5EF4-FFF2-40B4-BE49-F238E27FC236}">
                <a16:creationId xmlns:a16="http://schemas.microsoft.com/office/drawing/2014/main" id="{C7799A4E-F124-4052-AA67-989C840BFDD7}"/>
              </a:ext>
            </a:extLst>
          </p:cNvPr>
          <p:cNvSpPr/>
          <p:nvPr/>
        </p:nvSpPr>
        <p:spPr>
          <a:xfrm>
            <a:off x="3973384" y="3433336"/>
            <a:ext cx="3460581" cy="2343150"/>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13" name="Shape6">
            <a:extLst>
              <a:ext uri="{FF2B5EF4-FFF2-40B4-BE49-F238E27FC236}">
                <a16:creationId xmlns:a16="http://schemas.microsoft.com/office/drawing/2014/main" id="{B1172ADC-6CD2-4BE3-B530-8497F80BAD8D}"/>
              </a:ext>
            </a:extLst>
          </p:cNvPr>
          <p:cNvSpPr/>
          <p:nvPr/>
        </p:nvSpPr>
        <p:spPr>
          <a:xfrm>
            <a:off x="7597944" y="1249993"/>
            <a:ext cx="3460581" cy="2037869"/>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14" name="Shape6">
            <a:extLst>
              <a:ext uri="{FF2B5EF4-FFF2-40B4-BE49-F238E27FC236}">
                <a16:creationId xmlns:a16="http://schemas.microsoft.com/office/drawing/2014/main" id="{A5B67934-045A-4509-A486-A6DDE25C189C}"/>
              </a:ext>
            </a:extLst>
          </p:cNvPr>
          <p:cNvSpPr/>
          <p:nvPr/>
        </p:nvSpPr>
        <p:spPr>
          <a:xfrm>
            <a:off x="7597944" y="3433336"/>
            <a:ext cx="3460581" cy="2343150"/>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2" name="灯片编号占位符 1">
            <a:extLst>
              <a:ext uri="{FF2B5EF4-FFF2-40B4-BE49-F238E27FC236}">
                <a16:creationId xmlns:a16="http://schemas.microsoft.com/office/drawing/2014/main" id="{09C3924D-34C1-2ACD-5316-A5865C352C6E}"/>
              </a:ext>
            </a:extLst>
          </p:cNvPr>
          <p:cNvSpPr>
            <a:spLocks noGrp="1"/>
          </p:cNvSpPr>
          <p:nvPr>
            <p:ph type="sldNum" sz="quarter" idx="10"/>
          </p:nvPr>
        </p:nvSpPr>
        <p:spPr/>
        <p:txBody>
          <a:bodyPr/>
          <a:lstStyle/>
          <a:p>
            <a:fld id="{87BBDC00-B9E2-4EFD-9306-2934E87247C6}" type="slidenum">
              <a:rPr lang="zh-CN" altLang="en-US" smtClean="0"/>
              <a:pPr/>
              <a:t>53</a:t>
            </a:fld>
            <a:endParaRPr lang="zh-CN" altLang="en-US"/>
          </a:p>
        </p:txBody>
      </p:sp>
      <p:sp>
        <p:nvSpPr>
          <p:cNvPr id="3" name="标题 2">
            <a:extLst>
              <a:ext uri="{FF2B5EF4-FFF2-40B4-BE49-F238E27FC236}">
                <a16:creationId xmlns:a16="http://schemas.microsoft.com/office/drawing/2014/main" id="{B6957D63-8951-D5FB-D1AC-A56DAC045343}"/>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推送式模型 </a:t>
            </a:r>
            <a:r>
              <a:rPr lang="en-US" altLang="zh-CN" sz="3600" dirty="0">
                <a:latin typeface="微软雅黑" panose="020B0503020204020204" pitchFamily="82" charset="2"/>
                <a:ea typeface="微软雅黑" panose="020B0503020204020204" pitchFamily="82" charset="2"/>
              </a:rPr>
              <a:t>Push-based</a:t>
            </a:r>
            <a:r>
              <a:rPr lang="zh-CN" altLang="en-US" sz="3600" dirty="0">
                <a:latin typeface="微软雅黑" panose="020B0503020204020204" pitchFamily="82" charset="2"/>
                <a:ea typeface="微软雅黑" panose="020B0503020204020204" pitchFamily="82" charset="2"/>
              </a:rPr>
              <a:t>优点</a:t>
            </a:r>
          </a:p>
        </p:txBody>
      </p:sp>
      <p:sp>
        <p:nvSpPr>
          <p:cNvPr id="4" name="内容占位符 3">
            <a:extLst>
              <a:ext uri="{FF2B5EF4-FFF2-40B4-BE49-F238E27FC236}">
                <a16:creationId xmlns:a16="http://schemas.microsoft.com/office/drawing/2014/main" id="{D1461AFB-8E02-E9D0-E841-E7CDDFAE71D2}"/>
              </a:ext>
            </a:extLst>
          </p:cNvPr>
          <p:cNvSpPr>
            <a:spLocks noGrp="1"/>
          </p:cNvSpPr>
          <p:nvPr>
            <p:ph idx="1"/>
          </p:nvPr>
        </p:nvSpPr>
        <p:spPr>
          <a:xfrm>
            <a:off x="1354009" y="1967123"/>
            <a:ext cx="2619375" cy="2476134"/>
          </a:xfrm>
        </p:spPr>
        <p:txBody>
          <a:bodyPr/>
          <a:lstStyle/>
          <a:p>
            <a:pPr>
              <a:lnSpc>
                <a:spcPct val="150000"/>
              </a:lnSpc>
              <a:buFont typeface="Wingdings" panose="05000000000000000000" pitchFamily="2" charset="2"/>
              <a:buChar char="Ø"/>
            </a:pPr>
            <a:r>
              <a:rPr kumimoji="1" lang="en-US" altLang="zh-CN" sz="2400" b="1" dirty="0">
                <a:solidFill>
                  <a:srgbClr val="6F1687"/>
                </a:solidFill>
                <a:latin typeface="微软雅黑" panose="020B0503020204020204" pitchFamily="34" charset="-122"/>
                <a:ea typeface="微软雅黑" panose="020B0503020204020204" pitchFamily="34" charset="-122"/>
              </a:rPr>
              <a:t>Caching</a:t>
            </a:r>
          </a:p>
          <a:p>
            <a:pPr>
              <a:lnSpc>
                <a:spcPct val="150000"/>
              </a:lnSpc>
              <a:buFont typeface="Wingdings" panose="05000000000000000000" pitchFamily="2" charset="2"/>
              <a:buChar char="Ø"/>
            </a:pPr>
            <a:r>
              <a:rPr lang="zh-CN" altLang="en-US" sz="2400" b="1" dirty="0">
                <a:solidFill>
                  <a:srgbClr val="6F1687"/>
                </a:solidFill>
                <a:latin typeface="微软雅黑" panose="020B0503020204020204" pitchFamily="34" charset="-122"/>
                <a:ea typeface="微软雅黑" panose="020B0503020204020204" pitchFamily="34" charset="-122"/>
              </a:rPr>
              <a:t>扫描共享</a:t>
            </a:r>
            <a:endParaRPr lang="en-US" altLang="zh-CN" sz="2400" b="1" dirty="0">
              <a:solidFill>
                <a:srgbClr val="6F1687"/>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kumimoji="1" lang="zh-CN" altLang="en-US" sz="2400" b="1" dirty="0">
                <a:solidFill>
                  <a:srgbClr val="6F1687"/>
                </a:solidFill>
                <a:latin typeface="微软雅黑" panose="020B0503020204020204" pitchFamily="34" charset="-122"/>
                <a:ea typeface="微软雅黑" panose="020B0503020204020204" pitchFamily="34" charset="-122"/>
              </a:rPr>
              <a:t>流控机制</a:t>
            </a:r>
            <a:endParaRPr kumimoji="1" lang="en-US" altLang="zh-CN" sz="2400" b="1" dirty="0">
              <a:solidFill>
                <a:srgbClr val="6F1687"/>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en-US" sz="2400" b="1" dirty="0">
                <a:solidFill>
                  <a:srgbClr val="6F1687"/>
                </a:solidFill>
                <a:latin typeface="微软雅黑" panose="020B0503020204020204" pitchFamily="34" charset="-122"/>
                <a:ea typeface="微软雅黑" panose="020B0503020204020204" pitchFamily="34" charset="-122"/>
              </a:rPr>
              <a:t>异步</a:t>
            </a:r>
            <a:r>
              <a:rPr lang="en-US" altLang="zh-CN" sz="2400" b="1" dirty="0">
                <a:solidFill>
                  <a:srgbClr val="6F1687"/>
                </a:solidFill>
                <a:latin typeface="微软雅黑" panose="020B0503020204020204" pitchFamily="34" charset="-122"/>
                <a:ea typeface="微软雅黑" panose="020B0503020204020204" pitchFamily="34" charset="-122"/>
              </a:rPr>
              <a:t>IO</a:t>
            </a:r>
            <a:endParaRPr kumimoji="1" lang="zh-CN" altLang="en-US" sz="2400" b="1" dirty="0">
              <a:solidFill>
                <a:srgbClr val="6F1687"/>
              </a:solidFill>
              <a:latin typeface="微软雅黑" panose="020B0503020204020204" pitchFamily="34" charset="-122"/>
              <a:ea typeface="微软雅黑" panose="020B0503020204020204" pitchFamily="34" charset="-122"/>
            </a:endParaRPr>
          </a:p>
        </p:txBody>
      </p:sp>
      <p:sp>
        <p:nvSpPr>
          <p:cNvPr id="5" name="页脚占位符 4">
            <a:extLst>
              <a:ext uri="{FF2B5EF4-FFF2-40B4-BE49-F238E27FC236}">
                <a16:creationId xmlns:a16="http://schemas.microsoft.com/office/drawing/2014/main" id="{A3368B00-0F9B-1E97-51E4-34A81F6731E0}"/>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pic>
        <p:nvPicPr>
          <p:cNvPr id="6" name="图片 5">
            <a:extLst>
              <a:ext uri="{FF2B5EF4-FFF2-40B4-BE49-F238E27FC236}">
                <a16:creationId xmlns:a16="http://schemas.microsoft.com/office/drawing/2014/main" id="{CAA4C958-2709-F9BE-1F50-6AB47787C9B6}"/>
              </a:ext>
            </a:extLst>
          </p:cNvPr>
          <p:cNvPicPr>
            <a:picLocks noChangeAspect="1"/>
          </p:cNvPicPr>
          <p:nvPr/>
        </p:nvPicPr>
        <p:blipFill>
          <a:blip r:embed="rId2"/>
          <a:stretch>
            <a:fillRect/>
          </a:stretch>
        </p:blipFill>
        <p:spPr>
          <a:xfrm>
            <a:off x="4540325" y="3441105"/>
            <a:ext cx="2619375" cy="2327613"/>
          </a:xfrm>
          <a:prstGeom prst="rect">
            <a:avLst/>
          </a:prstGeom>
        </p:spPr>
      </p:pic>
      <p:pic>
        <p:nvPicPr>
          <p:cNvPr id="7" name="图片 6">
            <a:extLst>
              <a:ext uri="{FF2B5EF4-FFF2-40B4-BE49-F238E27FC236}">
                <a16:creationId xmlns:a16="http://schemas.microsoft.com/office/drawing/2014/main" id="{CB06AC12-E416-04F2-C7D1-85E15E444A95}"/>
              </a:ext>
            </a:extLst>
          </p:cNvPr>
          <p:cNvPicPr>
            <a:picLocks noChangeAspect="1"/>
          </p:cNvPicPr>
          <p:nvPr/>
        </p:nvPicPr>
        <p:blipFill>
          <a:blip r:embed="rId3"/>
          <a:stretch>
            <a:fillRect/>
          </a:stretch>
        </p:blipFill>
        <p:spPr>
          <a:xfrm>
            <a:off x="7740633" y="3736207"/>
            <a:ext cx="3059911" cy="1737408"/>
          </a:xfrm>
          <a:prstGeom prst="rect">
            <a:avLst/>
          </a:prstGeom>
        </p:spPr>
      </p:pic>
      <p:pic>
        <p:nvPicPr>
          <p:cNvPr id="8" name="图片 7">
            <a:extLst>
              <a:ext uri="{FF2B5EF4-FFF2-40B4-BE49-F238E27FC236}">
                <a16:creationId xmlns:a16="http://schemas.microsoft.com/office/drawing/2014/main" id="{B0326537-F16B-0496-7ECA-22129FA6EF11}"/>
              </a:ext>
            </a:extLst>
          </p:cNvPr>
          <p:cNvPicPr>
            <a:picLocks noChangeAspect="1"/>
          </p:cNvPicPr>
          <p:nvPr/>
        </p:nvPicPr>
        <p:blipFill>
          <a:blip r:embed="rId4"/>
          <a:stretch>
            <a:fillRect/>
          </a:stretch>
        </p:blipFill>
        <p:spPr>
          <a:xfrm>
            <a:off x="7776444" y="1449408"/>
            <a:ext cx="2956455" cy="1639039"/>
          </a:xfrm>
          <a:prstGeom prst="rect">
            <a:avLst/>
          </a:prstGeom>
        </p:spPr>
      </p:pic>
      <p:pic>
        <p:nvPicPr>
          <p:cNvPr id="9" name="图片 8">
            <a:extLst>
              <a:ext uri="{FF2B5EF4-FFF2-40B4-BE49-F238E27FC236}">
                <a16:creationId xmlns:a16="http://schemas.microsoft.com/office/drawing/2014/main" id="{53FA96AD-1001-1060-C379-38067BDE017D}"/>
              </a:ext>
            </a:extLst>
          </p:cNvPr>
          <p:cNvPicPr>
            <a:picLocks noChangeAspect="1"/>
          </p:cNvPicPr>
          <p:nvPr/>
        </p:nvPicPr>
        <p:blipFill>
          <a:blip r:embed="rId5"/>
          <a:stretch>
            <a:fillRect/>
          </a:stretch>
        </p:blipFill>
        <p:spPr>
          <a:xfrm>
            <a:off x="4611745" y="1332665"/>
            <a:ext cx="2087949" cy="1872525"/>
          </a:xfrm>
          <a:prstGeom prst="rect">
            <a:avLst/>
          </a:prstGeom>
        </p:spPr>
      </p:pic>
    </p:spTree>
    <p:extLst>
      <p:ext uri="{BB962C8B-B14F-4D97-AF65-F5344CB8AC3E}">
        <p14:creationId xmlns:p14="http://schemas.microsoft.com/office/powerpoint/2010/main" val="13497458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C62827E-3087-0A45-CB9C-DB4B142F4EF9}"/>
              </a:ext>
            </a:extLst>
          </p:cNvPr>
          <p:cNvSpPr>
            <a:spLocks noGrp="1"/>
          </p:cNvSpPr>
          <p:nvPr>
            <p:ph type="sldNum" sz="quarter" idx="10"/>
          </p:nvPr>
        </p:nvSpPr>
        <p:spPr/>
        <p:txBody>
          <a:bodyPr/>
          <a:lstStyle/>
          <a:p>
            <a:fld id="{87BBDC00-B9E2-4EFD-9306-2934E87247C6}" type="slidenum">
              <a:rPr lang="zh-CN" altLang="en-US" smtClean="0"/>
              <a:pPr/>
              <a:t>54</a:t>
            </a:fld>
            <a:endParaRPr lang="zh-CN" altLang="en-US"/>
          </a:p>
        </p:txBody>
      </p:sp>
      <p:sp>
        <p:nvSpPr>
          <p:cNvPr id="3" name="标题 2">
            <a:extLst>
              <a:ext uri="{FF2B5EF4-FFF2-40B4-BE49-F238E27FC236}">
                <a16:creationId xmlns:a16="http://schemas.microsoft.com/office/drawing/2014/main" id="{BE0F1255-7FBE-AC8B-A00A-6BD3609CCB04}"/>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推送式 </a:t>
            </a:r>
            <a:r>
              <a:rPr lang="en-US" altLang="zh-CN" sz="3600" dirty="0">
                <a:latin typeface="微软雅黑" panose="020B0503020204020204" pitchFamily="82" charset="2"/>
                <a:ea typeface="微软雅黑" panose="020B0503020204020204" pitchFamily="82" charset="2"/>
              </a:rPr>
              <a:t>vs</a:t>
            </a:r>
            <a:r>
              <a:rPr lang="zh-CN" altLang="en-US" sz="3600" dirty="0">
                <a:latin typeface="微软雅黑" panose="020B0503020204020204" pitchFamily="82" charset="2"/>
                <a:ea typeface="微软雅黑" panose="020B0503020204020204" pitchFamily="82" charset="2"/>
              </a:rPr>
              <a:t> 拉取式</a:t>
            </a:r>
          </a:p>
        </p:txBody>
      </p:sp>
      <p:sp>
        <p:nvSpPr>
          <p:cNvPr id="5" name="页脚占位符 4">
            <a:extLst>
              <a:ext uri="{FF2B5EF4-FFF2-40B4-BE49-F238E27FC236}">
                <a16:creationId xmlns:a16="http://schemas.microsoft.com/office/drawing/2014/main" id="{7A7B66A7-17CD-DCFE-CC5A-9FB5E3E97C91}"/>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graphicFrame>
        <p:nvGraphicFramePr>
          <p:cNvPr id="6" name="内容占位符 3">
            <a:extLst>
              <a:ext uri="{FF2B5EF4-FFF2-40B4-BE49-F238E27FC236}">
                <a16:creationId xmlns:a16="http://schemas.microsoft.com/office/drawing/2014/main" id="{55E5B355-FD63-FA14-3752-2AA0C1DB8F90}"/>
              </a:ext>
            </a:extLst>
          </p:cNvPr>
          <p:cNvGraphicFramePr>
            <a:graphicFrameLocks noGrp="1"/>
          </p:cNvGraphicFramePr>
          <p:nvPr>
            <p:ph idx="1"/>
            <p:extLst>
              <p:ext uri="{D42A27DB-BD31-4B8C-83A1-F6EECF244321}">
                <p14:modId xmlns:p14="http://schemas.microsoft.com/office/powerpoint/2010/main" val="3426992447"/>
              </p:ext>
            </p:extLst>
          </p:nvPr>
        </p:nvGraphicFramePr>
        <p:xfrm>
          <a:off x="630383" y="1700625"/>
          <a:ext cx="10940705" cy="3764471"/>
        </p:xfrm>
        <a:graphic>
          <a:graphicData uri="http://schemas.openxmlformats.org/drawingml/2006/table">
            <a:tbl>
              <a:tblPr firstRow="1" firstCol="1" bandRow="1">
                <a:tableStyleId>{93296810-A885-4BE3-A3E7-6D5BEEA58F35}</a:tableStyleId>
              </a:tblPr>
              <a:tblGrid>
                <a:gridCol w="2028734">
                  <a:extLst>
                    <a:ext uri="{9D8B030D-6E8A-4147-A177-3AD203B41FA5}">
                      <a16:colId xmlns:a16="http://schemas.microsoft.com/office/drawing/2014/main" val="3410312832"/>
                    </a:ext>
                  </a:extLst>
                </a:gridCol>
                <a:gridCol w="4130566">
                  <a:extLst>
                    <a:ext uri="{9D8B030D-6E8A-4147-A177-3AD203B41FA5}">
                      <a16:colId xmlns:a16="http://schemas.microsoft.com/office/drawing/2014/main" val="1742345547"/>
                    </a:ext>
                  </a:extLst>
                </a:gridCol>
                <a:gridCol w="4781405">
                  <a:extLst>
                    <a:ext uri="{9D8B030D-6E8A-4147-A177-3AD203B41FA5}">
                      <a16:colId xmlns:a16="http://schemas.microsoft.com/office/drawing/2014/main" val="1515350303"/>
                    </a:ext>
                  </a:extLst>
                </a:gridCol>
              </a:tblGrid>
              <a:tr h="437760">
                <a:tc>
                  <a:txBody>
                    <a:bodyPr/>
                    <a:lstStyle/>
                    <a:p>
                      <a:pPr indent="127000" algn="just">
                        <a:lnSpc>
                          <a:spcPct val="150000"/>
                        </a:lnSpc>
                        <a:spcAft>
                          <a:spcPts val="0"/>
                        </a:spcAft>
                      </a:pPr>
                      <a:r>
                        <a:rPr lang="en-US" sz="2400" kern="100" dirty="0">
                          <a:effectLst/>
                          <a:latin typeface="微软雅黑" panose="020B0503020204020204" pitchFamily="34" charset="-122"/>
                          <a:ea typeface="微软雅黑" panose="020B0503020204020204" pitchFamily="34" charset="-122"/>
                        </a:rPr>
                        <a:t> </a:t>
                      </a:r>
                      <a:endParaRPr lang="zh-CN" sz="2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just">
                        <a:lnSpc>
                          <a:spcPct val="150000"/>
                        </a:lnSpc>
                        <a:spcAft>
                          <a:spcPts val="0"/>
                        </a:spcAft>
                      </a:pPr>
                      <a:r>
                        <a:rPr lang="zh-CN" sz="2400" kern="100" dirty="0">
                          <a:effectLst/>
                          <a:latin typeface="微软雅黑" panose="020B0503020204020204" pitchFamily="34" charset="-122"/>
                          <a:ea typeface="微软雅黑" panose="020B0503020204020204" pitchFamily="34" charset="-122"/>
                        </a:rPr>
                        <a:t>拉取式</a:t>
                      </a:r>
                      <a:endParaRPr lang="zh-CN" sz="2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just">
                        <a:lnSpc>
                          <a:spcPct val="150000"/>
                        </a:lnSpc>
                        <a:spcAft>
                          <a:spcPts val="0"/>
                        </a:spcAft>
                      </a:pPr>
                      <a:r>
                        <a:rPr lang="zh-CN" sz="2400" kern="100" dirty="0">
                          <a:effectLst/>
                          <a:latin typeface="微软雅黑" panose="020B0503020204020204" pitchFamily="34" charset="-122"/>
                          <a:ea typeface="微软雅黑" panose="020B0503020204020204" pitchFamily="34" charset="-122"/>
                        </a:rPr>
                        <a:t>推送式</a:t>
                      </a:r>
                      <a:endParaRPr lang="zh-CN" sz="2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47092046"/>
                  </a:ext>
                </a:extLst>
              </a:tr>
              <a:tr h="437760">
                <a:tc>
                  <a:txBody>
                    <a:bodyPr/>
                    <a:lstStyle/>
                    <a:p>
                      <a:pPr indent="127000" algn="l">
                        <a:lnSpc>
                          <a:spcPct val="150000"/>
                        </a:lnSpc>
                        <a:spcAft>
                          <a:spcPts val="0"/>
                        </a:spcAft>
                      </a:pPr>
                      <a:r>
                        <a:rPr lang="zh-CN" sz="2400" kern="100" dirty="0">
                          <a:effectLst/>
                          <a:latin typeface="微软雅黑" panose="020B0503020204020204" pitchFamily="34" charset="-122"/>
                          <a:ea typeface="微软雅黑" panose="020B0503020204020204" pitchFamily="34" charset="-122"/>
                        </a:rPr>
                        <a:t>开始节点</a:t>
                      </a:r>
                      <a:endParaRPr lang="zh-CN" sz="2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150000"/>
                        </a:lnSpc>
                        <a:spcAft>
                          <a:spcPts val="0"/>
                        </a:spcAft>
                      </a:pPr>
                      <a:r>
                        <a:rPr lang="zh-CN" sz="2000" kern="100" dirty="0">
                          <a:effectLst/>
                          <a:latin typeface="微软雅黑" panose="020B0503020204020204" pitchFamily="34" charset="-122"/>
                          <a:ea typeface="微软雅黑" panose="020B0503020204020204" pitchFamily="34" charset="-122"/>
                        </a:rPr>
                        <a:t>根节点</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150000"/>
                        </a:lnSpc>
                        <a:spcAft>
                          <a:spcPts val="0"/>
                        </a:spcAft>
                      </a:pPr>
                      <a:r>
                        <a:rPr lang="zh-CN" sz="2000" kern="100" dirty="0">
                          <a:effectLst/>
                          <a:latin typeface="微软雅黑" panose="020B0503020204020204" pitchFamily="34" charset="-122"/>
                          <a:ea typeface="微软雅黑" panose="020B0503020204020204" pitchFamily="34" charset="-122"/>
                        </a:rPr>
                        <a:t>叶子节点</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81636455"/>
                  </a:ext>
                </a:extLst>
              </a:tr>
              <a:tr h="437760">
                <a:tc>
                  <a:txBody>
                    <a:bodyPr/>
                    <a:lstStyle/>
                    <a:p>
                      <a:pPr indent="127000" algn="l">
                        <a:lnSpc>
                          <a:spcPct val="150000"/>
                        </a:lnSpc>
                        <a:spcAft>
                          <a:spcPts val="0"/>
                        </a:spcAft>
                      </a:pPr>
                      <a:r>
                        <a:rPr lang="zh-CN" sz="2400" kern="100" dirty="0">
                          <a:effectLst/>
                          <a:latin typeface="微软雅黑" panose="020B0503020204020204" pitchFamily="34" charset="-122"/>
                          <a:ea typeface="微软雅黑" panose="020B0503020204020204" pitchFamily="34" charset="-122"/>
                        </a:rPr>
                        <a:t>执行方向</a:t>
                      </a:r>
                      <a:endParaRPr lang="zh-CN" sz="2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150000"/>
                        </a:lnSpc>
                        <a:spcAft>
                          <a:spcPts val="0"/>
                        </a:spcAft>
                      </a:pPr>
                      <a:r>
                        <a:rPr lang="zh-CN" sz="2000" kern="100" dirty="0">
                          <a:effectLst/>
                          <a:latin typeface="微软雅黑" panose="020B0503020204020204" pitchFamily="34" charset="-122"/>
                          <a:ea typeface="微软雅黑" panose="020B0503020204020204" pitchFamily="34" charset="-122"/>
                        </a:rPr>
                        <a:t>自上而下</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150000"/>
                        </a:lnSpc>
                        <a:spcAft>
                          <a:spcPts val="0"/>
                        </a:spcAft>
                      </a:pPr>
                      <a:r>
                        <a:rPr lang="zh-CN" sz="2000" kern="100">
                          <a:effectLst/>
                          <a:latin typeface="微软雅黑" panose="020B0503020204020204" pitchFamily="34" charset="-122"/>
                          <a:ea typeface="微软雅黑" panose="020B0503020204020204" pitchFamily="34" charset="-122"/>
                        </a:rPr>
                        <a:t>自下而上</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55375774"/>
                  </a:ext>
                </a:extLst>
              </a:tr>
              <a:tr h="437760">
                <a:tc>
                  <a:txBody>
                    <a:bodyPr/>
                    <a:lstStyle/>
                    <a:p>
                      <a:pPr indent="127000" algn="l">
                        <a:lnSpc>
                          <a:spcPct val="150000"/>
                        </a:lnSpc>
                        <a:spcAft>
                          <a:spcPts val="0"/>
                        </a:spcAft>
                      </a:pPr>
                      <a:r>
                        <a:rPr lang="zh-CN" sz="2400" kern="100" dirty="0">
                          <a:effectLst/>
                          <a:latin typeface="微软雅黑" panose="020B0503020204020204" pitchFamily="34" charset="-122"/>
                          <a:ea typeface="微软雅黑" panose="020B0503020204020204" pitchFamily="34" charset="-122"/>
                        </a:rPr>
                        <a:t>核心</a:t>
                      </a:r>
                      <a:endParaRPr lang="zh-CN" sz="2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150000"/>
                        </a:lnSpc>
                        <a:spcAft>
                          <a:spcPts val="0"/>
                        </a:spcAft>
                      </a:pPr>
                      <a:r>
                        <a:rPr lang="zh-CN" sz="2000" kern="100" dirty="0">
                          <a:effectLst/>
                          <a:latin typeface="微软雅黑" panose="020B0503020204020204" pitchFamily="34" charset="-122"/>
                          <a:ea typeface="微软雅黑" panose="020B0503020204020204" pitchFamily="34" charset="-122"/>
                        </a:rPr>
                        <a:t>以算子为核心</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150000"/>
                        </a:lnSpc>
                        <a:spcAft>
                          <a:spcPts val="0"/>
                        </a:spcAft>
                      </a:pPr>
                      <a:r>
                        <a:rPr lang="zh-CN" sz="2000" kern="100" dirty="0">
                          <a:effectLst/>
                          <a:latin typeface="微软雅黑" panose="020B0503020204020204" pitchFamily="34" charset="-122"/>
                          <a:ea typeface="微软雅黑" panose="020B0503020204020204" pitchFamily="34" charset="-122"/>
                        </a:rPr>
                        <a:t>以数据为核心</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77643750"/>
                  </a:ext>
                </a:extLst>
              </a:tr>
              <a:tr h="437760">
                <a:tc>
                  <a:txBody>
                    <a:bodyPr/>
                    <a:lstStyle/>
                    <a:p>
                      <a:pPr indent="127000" algn="l">
                        <a:lnSpc>
                          <a:spcPct val="150000"/>
                        </a:lnSpc>
                        <a:spcAft>
                          <a:spcPts val="0"/>
                        </a:spcAft>
                      </a:pPr>
                      <a:r>
                        <a:rPr lang="zh-CN" sz="2400" kern="100" dirty="0">
                          <a:effectLst/>
                          <a:latin typeface="微软雅黑" panose="020B0503020204020204" pitchFamily="34" charset="-122"/>
                          <a:ea typeface="微软雅黑" panose="020B0503020204020204" pitchFamily="34" charset="-122"/>
                        </a:rPr>
                        <a:t>执行方式</a:t>
                      </a:r>
                      <a:endParaRPr lang="zh-CN" sz="2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150000"/>
                        </a:lnSpc>
                        <a:spcAft>
                          <a:spcPts val="0"/>
                        </a:spcAft>
                      </a:pPr>
                      <a:r>
                        <a:rPr lang="zh-CN" sz="2000" kern="100" dirty="0">
                          <a:effectLst/>
                          <a:latin typeface="微软雅黑" panose="020B0503020204020204" pitchFamily="34" charset="-122"/>
                          <a:ea typeface="微软雅黑" panose="020B0503020204020204" pitchFamily="34" charset="-122"/>
                        </a:rPr>
                        <a:t>通过函数从子节点“拉取数据”</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150000"/>
                        </a:lnSpc>
                        <a:spcAft>
                          <a:spcPts val="0"/>
                        </a:spcAft>
                      </a:pPr>
                      <a:r>
                        <a:rPr lang="zh-CN" sz="2000" kern="100" dirty="0">
                          <a:effectLst/>
                          <a:latin typeface="微软雅黑" panose="020B0503020204020204" pitchFamily="34" charset="-122"/>
                          <a:ea typeface="微软雅黑" panose="020B0503020204020204" pitchFamily="34" charset="-122"/>
                        </a:rPr>
                        <a:t>将数据“推送”给父节点</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00330188"/>
                  </a:ext>
                </a:extLst>
              </a:tr>
              <a:tr h="437760">
                <a:tc>
                  <a:txBody>
                    <a:bodyPr/>
                    <a:lstStyle/>
                    <a:p>
                      <a:pPr indent="127000" algn="l">
                        <a:lnSpc>
                          <a:spcPct val="150000"/>
                        </a:lnSpc>
                        <a:spcAft>
                          <a:spcPts val="0"/>
                        </a:spcAft>
                      </a:pPr>
                      <a:r>
                        <a:rPr lang="zh-CN" altLang="en-US" sz="2400" kern="100" dirty="0">
                          <a:effectLst/>
                          <a:latin typeface="微软雅黑" panose="020B0503020204020204" pitchFamily="34" charset="-122"/>
                          <a:ea typeface="微软雅黑" panose="020B0503020204020204" pitchFamily="34" charset="-122"/>
                          <a:cs typeface="Times New Roman" panose="02020603050405020304" pitchFamily="18" charset="0"/>
                        </a:rPr>
                        <a:t>优势</a:t>
                      </a:r>
                      <a:endParaRPr lang="zh-CN" sz="2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150000"/>
                        </a:lnSpc>
                        <a:spcAft>
                          <a:spcPts val="0"/>
                        </a:spcAft>
                      </a:pP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易实现、优雅、省内存</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150000"/>
                        </a:lnSpc>
                        <a:spcAft>
                          <a:spcPts val="0"/>
                        </a:spcAft>
                      </a:pP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函数调用少、缓存命中率高、效率高</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62220471"/>
                  </a:ext>
                </a:extLst>
              </a:tr>
              <a:tr h="830189">
                <a:tc>
                  <a:txBody>
                    <a:bodyPr/>
                    <a:lstStyle/>
                    <a:p>
                      <a:pPr indent="127000" algn="l">
                        <a:lnSpc>
                          <a:spcPct val="150000"/>
                        </a:lnSpc>
                        <a:spcAft>
                          <a:spcPts val="0"/>
                        </a:spcAft>
                      </a:pPr>
                      <a:r>
                        <a:rPr lang="zh-CN" altLang="en-US" sz="2400" kern="100" dirty="0">
                          <a:effectLst/>
                          <a:latin typeface="微软雅黑" panose="020B0503020204020204" pitchFamily="34" charset="-122"/>
                          <a:ea typeface="微软雅黑" panose="020B0503020204020204" pitchFamily="34" charset="-122"/>
                          <a:cs typeface="Times New Roman" panose="02020603050405020304" pitchFamily="18" charset="0"/>
                        </a:rPr>
                        <a:t>劣势</a:t>
                      </a:r>
                      <a:endParaRPr lang="zh-CN" sz="2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150000"/>
                        </a:lnSpc>
                        <a:spcAft>
                          <a:spcPts val="0"/>
                        </a:spcAft>
                      </a:pP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函数调用多、缓存命中率低</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150000"/>
                        </a:lnSpc>
                        <a:spcAft>
                          <a:spcPts val="0"/>
                        </a:spcAft>
                      </a:pP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Limit</a:t>
                      </a: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sort-merge</a:t>
                      </a: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join</a:t>
                      </a: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效率低，内存消耗高</a:t>
                      </a:r>
                      <a:endPar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04718895"/>
                  </a:ext>
                </a:extLst>
              </a:tr>
            </a:tbl>
          </a:graphicData>
        </a:graphic>
      </p:graphicFrame>
    </p:spTree>
    <p:extLst>
      <p:ext uri="{BB962C8B-B14F-4D97-AF65-F5344CB8AC3E}">
        <p14:creationId xmlns:p14="http://schemas.microsoft.com/office/powerpoint/2010/main" val="4360411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a:xfrm>
            <a:off x="971550" y="128441"/>
            <a:ext cx="10090897" cy="678470"/>
          </a:xfrm>
        </p:spPr>
        <p:txBody>
          <a:bodyPr/>
          <a:lstStyle/>
          <a:p>
            <a:r>
              <a:rPr lang="zh-CN" altLang="en-US" sz="3600" dirty="0">
                <a:latin typeface="微软雅黑" panose="020B0503020204020204" pitchFamily="82" charset="2"/>
                <a:ea typeface="微软雅黑" panose="020B0503020204020204" pitchFamily="82" charset="2"/>
              </a:rPr>
              <a:t>目录</a:t>
            </a:r>
          </a:p>
        </p:txBody>
      </p:sp>
      <p:sp>
        <p:nvSpPr>
          <p:cNvPr id="4" name="页脚占位符 3">
            <a:extLst>
              <a:ext uri="{FF2B5EF4-FFF2-40B4-BE49-F238E27FC236}">
                <a16:creationId xmlns:a16="http://schemas.microsoft.com/office/drawing/2014/main" id="{BB4E260B-AA0A-3CBF-B9C0-0FB2B9CE693E}"/>
              </a:ext>
            </a:extLst>
          </p:cNvPr>
          <p:cNvSpPr>
            <a:spLocks noGrp="1"/>
          </p:cNvSpPr>
          <p:nvPr>
            <p:ph type="ftr" sz="quarter" idx="3"/>
          </p:nvPr>
        </p:nvSpPr>
        <p:spPr>
          <a:xfrm>
            <a:off x="4368800" y="6593840"/>
            <a:ext cx="3784600" cy="264160"/>
          </a:xfrm>
          <a:prstGeom prst="rect">
            <a:avLst/>
          </a:prstGeom>
        </p:spPr>
        <p:txBody>
          <a:bodyPr vert="horz" lIns="91440" tIns="45720" rIns="91440" bIns="45720" rtlCol="0" anchor="ctr"/>
          <a:lstStyle>
            <a:defPPr>
              <a:defRPr lang="zh-CN"/>
            </a:defPPr>
            <a:lvl1pPr marL="0" algn="ctr" defTabSz="914400" rtl="0" eaLnBrk="1" latinLnBrk="0" hangingPunct="1">
              <a:defRPr sz="1600" kern="1200">
                <a:solidFill>
                  <a:schemeClr val="tx1">
                    <a:tint val="75000"/>
                  </a:schemeClr>
                </a:solidFill>
                <a:latin typeface="SimHei" panose="02010609060101010101" pitchFamily="49" charset="-122"/>
                <a:ea typeface="SimHei"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a:t>数据库 </a:t>
            </a:r>
            <a:r>
              <a:rPr kumimoji="1" lang="en-US" altLang="zh-CN"/>
              <a:t>- </a:t>
            </a:r>
            <a:r>
              <a:rPr kumimoji="1" lang="zh-CN" altLang="en-US"/>
              <a:t>概述</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EF3277EB-9B57-874C-5CC3-E2905549047A}"/>
              </a:ext>
            </a:extLst>
          </p:cNvPr>
          <p:cNvSpPr>
            <a:spLocks noGrp="1"/>
          </p:cNvSpPr>
          <p:nvPr>
            <p:ph type="sldNum" sz="quarter" idx="12"/>
          </p:nvPr>
        </p:nvSpPr>
        <p:spPr/>
        <p:txBody>
          <a:bodyPr/>
          <a:lstStyle/>
          <a:p>
            <a:fld id="{4B0D34C0-35A8-654C-9FBA-7B4E017BD630}" type="slidenum">
              <a:rPr lang="en-US" altLang="zh-CN" smtClean="0"/>
              <a:t>55</a:t>
            </a:fld>
            <a:endParaRPr kumimoji="1" lang="zh-CN" altLang="en-US"/>
          </a:p>
        </p:txBody>
      </p:sp>
      <p:sp>
        <p:nvSpPr>
          <p:cNvPr id="3" name="Shape9">
            <a:extLst>
              <a:ext uri="{FF2B5EF4-FFF2-40B4-BE49-F238E27FC236}">
                <a16:creationId xmlns:a16="http://schemas.microsoft.com/office/drawing/2014/main" id="{220E0B96-46D9-74AF-7A8E-266C382B1A26}"/>
              </a:ext>
            </a:extLst>
          </p:cNvPr>
          <p:cNvSpPr/>
          <p:nvPr/>
        </p:nvSpPr>
        <p:spPr>
          <a:xfrm rot="10800000">
            <a:off x="4125551" y="4002494"/>
            <a:ext cx="6316353" cy="66501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0">
                <a:srgbClr val="6F1787">
                  <a:alpha val="62000"/>
                </a:srgbClr>
              </a:gs>
              <a:gs pos="100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grpSp>
        <p:nvGrpSpPr>
          <p:cNvPr id="9" name="组合 8">
            <a:extLst>
              <a:ext uri="{FF2B5EF4-FFF2-40B4-BE49-F238E27FC236}">
                <a16:creationId xmlns:a16="http://schemas.microsoft.com/office/drawing/2014/main" id="{2364DFCC-9730-CB24-3A70-F94E448238F5}"/>
              </a:ext>
            </a:extLst>
          </p:cNvPr>
          <p:cNvGrpSpPr/>
          <p:nvPr/>
        </p:nvGrpSpPr>
        <p:grpSpPr>
          <a:xfrm>
            <a:off x="4020047" y="1349051"/>
            <a:ext cx="4634349" cy="665018"/>
            <a:chOff x="4135652" y="1885567"/>
            <a:chExt cx="4634349" cy="665018"/>
          </a:xfrm>
        </p:grpSpPr>
        <p:sp>
          <p:nvSpPr>
            <p:cNvPr id="19" name="Shape7">
              <a:extLst>
                <a:ext uri="{FF2B5EF4-FFF2-40B4-BE49-F238E27FC236}">
                  <a16:creationId xmlns:a16="http://schemas.microsoft.com/office/drawing/2014/main" id="{918ACDF6-7A09-24A3-C5CE-C101BEF0CEA5}"/>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pitchFamily="82" charset="2"/>
                  <a:ea typeface="微软雅黑" panose="020B0503020204020204" pitchFamily="82" charset="2"/>
                  <a:cs typeface="Arial" panose="020B0604020202020204" pitchFamily="34" charset="0"/>
                </a:rPr>
                <a:t>01</a:t>
              </a:r>
              <a:endParaRPr kumimoji="1" lang="zh-CN" altLang="en-US" sz="2400" b="1" dirty="0">
                <a:latin typeface="微软雅黑" panose="020B0503020204020204" pitchFamily="82" charset="2"/>
                <a:ea typeface="微软雅黑" panose="020B0503020204020204" pitchFamily="82" charset="2"/>
              </a:endParaRPr>
            </a:p>
          </p:txBody>
        </p:sp>
        <p:sp>
          <p:nvSpPr>
            <p:cNvPr id="20" name="Shape11">
              <a:extLst>
                <a:ext uri="{FF2B5EF4-FFF2-40B4-BE49-F238E27FC236}">
                  <a16:creationId xmlns:a16="http://schemas.microsoft.com/office/drawing/2014/main" id="{44755C16-F1B4-E1AB-5289-6F012B371737}"/>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执行器概述</a:t>
              </a:r>
              <a:endParaRPr lang="en-US" altLang="zh-CN" sz="2800" b="1" dirty="0">
                <a:latin typeface="微软雅黑" panose="020B0503020204020204" pitchFamily="82" charset="2"/>
                <a:ea typeface="微软雅黑" panose="020B0503020204020204" pitchFamily="82" charset="2"/>
              </a:endParaRPr>
            </a:p>
          </p:txBody>
        </p:sp>
      </p:grpSp>
      <p:grpSp>
        <p:nvGrpSpPr>
          <p:cNvPr id="22" name="组合 21">
            <a:extLst>
              <a:ext uri="{FF2B5EF4-FFF2-40B4-BE49-F238E27FC236}">
                <a16:creationId xmlns:a16="http://schemas.microsoft.com/office/drawing/2014/main" id="{847C29BC-94B2-67B6-F4AF-A4A95C6441F8}"/>
              </a:ext>
            </a:extLst>
          </p:cNvPr>
          <p:cNvGrpSpPr/>
          <p:nvPr/>
        </p:nvGrpSpPr>
        <p:grpSpPr>
          <a:xfrm>
            <a:off x="4020047" y="2233212"/>
            <a:ext cx="4634349" cy="665018"/>
            <a:chOff x="4135652" y="1885567"/>
            <a:chExt cx="4634349" cy="665018"/>
          </a:xfrm>
        </p:grpSpPr>
        <p:sp>
          <p:nvSpPr>
            <p:cNvPr id="23" name="Shape7">
              <a:extLst>
                <a:ext uri="{FF2B5EF4-FFF2-40B4-BE49-F238E27FC236}">
                  <a16:creationId xmlns:a16="http://schemas.microsoft.com/office/drawing/2014/main" id="{9B8F24DA-EB6B-51AC-97A7-3457E7DFADD2}"/>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02</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24" name="Shape11">
              <a:extLst>
                <a:ext uri="{FF2B5EF4-FFF2-40B4-BE49-F238E27FC236}">
                  <a16:creationId xmlns:a16="http://schemas.microsoft.com/office/drawing/2014/main" id="{BFDC873E-2994-35C8-0BAC-7F98B904862C}"/>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拉取式模型</a:t>
              </a:r>
              <a:endParaRPr lang="en-US" altLang="zh-CN" sz="2800" b="1" dirty="0">
                <a:latin typeface="微软雅黑" panose="020B0503020204020204" pitchFamily="82" charset="2"/>
                <a:ea typeface="微软雅黑" panose="020B0503020204020204" pitchFamily="82" charset="2"/>
              </a:endParaRPr>
            </a:p>
          </p:txBody>
        </p:sp>
      </p:grpSp>
      <p:grpSp>
        <p:nvGrpSpPr>
          <p:cNvPr id="25" name="组合 24">
            <a:extLst>
              <a:ext uri="{FF2B5EF4-FFF2-40B4-BE49-F238E27FC236}">
                <a16:creationId xmlns:a16="http://schemas.microsoft.com/office/drawing/2014/main" id="{54F1B3C7-75C3-D346-E3C4-0A91162AD1CE}"/>
              </a:ext>
            </a:extLst>
          </p:cNvPr>
          <p:cNvGrpSpPr/>
          <p:nvPr/>
        </p:nvGrpSpPr>
        <p:grpSpPr>
          <a:xfrm>
            <a:off x="4020047" y="3117373"/>
            <a:ext cx="4634349" cy="665018"/>
            <a:chOff x="4135652" y="1885567"/>
            <a:chExt cx="4634349" cy="665018"/>
          </a:xfrm>
        </p:grpSpPr>
        <p:sp>
          <p:nvSpPr>
            <p:cNvPr id="26" name="Shape7">
              <a:extLst>
                <a:ext uri="{FF2B5EF4-FFF2-40B4-BE49-F238E27FC236}">
                  <a16:creationId xmlns:a16="http://schemas.microsoft.com/office/drawing/2014/main" id="{9C863429-80DD-DF40-7BCF-AEEB37B16B61}"/>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03</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27" name="Shape11">
              <a:extLst>
                <a:ext uri="{FF2B5EF4-FFF2-40B4-BE49-F238E27FC236}">
                  <a16:creationId xmlns:a16="http://schemas.microsoft.com/office/drawing/2014/main" id="{E6208981-A1A0-3B4A-C981-714E4143FF88}"/>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推送式模型</a:t>
              </a:r>
              <a:endParaRPr lang="en-US" altLang="zh-CN" sz="2800" b="1" dirty="0">
                <a:latin typeface="微软雅黑" panose="020B0503020204020204" pitchFamily="82" charset="2"/>
                <a:ea typeface="微软雅黑" panose="020B0503020204020204" pitchFamily="82" charset="2"/>
              </a:endParaRPr>
            </a:p>
          </p:txBody>
        </p:sp>
      </p:grpSp>
      <p:grpSp>
        <p:nvGrpSpPr>
          <p:cNvPr id="28" name="组合 27">
            <a:extLst>
              <a:ext uri="{FF2B5EF4-FFF2-40B4-BE49-F238E27FC236}">
                <a16:creationId xmlns:a16="http://schemas.microsoft.com/office/drawing/2014/main" id="{C6396296-0BDA-8946-7D9E-D136CE71318E}"/>
              </a:ext>
            </a:extLst>
          </p:cNvPr>
          <p:cNvGrpSpPr/>
          <p:nvPr/>
        </p:nvGrpSpPr>
        <p:grpSpPr>
          <a:xfrm>
            <a:off x="4020047" y="4001534"/>
            <a:ext cx="4634349" cy="665018"/>
            <a:chOff x="4135652" y="1885567"/>
            <a:chExt cx="4634349" cy="665018"/>
          </a:xfrm>
        </p:grpSpPr>
        <p:sp>
          <p:nvSpPr>
            <p:cNvPr id="29" name="Shape7">
              <a:extLst>
                <a:ext uri="{FF2B5EF4-FFF2-40B4-BE49-F238E27FC236}">
                  <a16:creationId xmlns:a16="http://schemas.microsoft.com/office/drawing/2014/main" id="{89068428-0D96-3738-F132-4AD7D620D9BD}"/>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04</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30" name="Shape11">
              <a:extLst>
                <a:ext uri="{FF2B5EF4-FFF2-40B4-BE49-F238E27FC236}">
                  <a16:creationId xmlns:a16="http://schemas.microsoft.com/office/drawing/2014/main" id="{0C73EB16-5360-7445-AA12-B82F4A01A727}"/>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并行执行</a:t>
              </a:r>
            </a:p>
          </p:txBody>
        </p:sp>
      </p:grpSp>
      <p:grpSp>
        <p:nvGrpSpPr>
          <p:cNvPr id="31" name="组合 30">
            <a:extLst>
              <a:ext uri="{FF2B5EF4-FFF2-40B4-BE49-F238E27FC236}">
                <a16:creationId xmlns:a16="http://schemas.microsoft.com/office/drawing/2014/main" id="{6A1D5BD6-1021-A8AA-1A4D-CE341DB0DC3C}"/>
              </a:ext>
            </a:extLst>
          </p:cNvPr>
          <p:cNvGrpSpPr/>
          <p:nvPr/>
        </p:nvGrpSpPr>
        <p:grpSpPr>
          <a:xfrm>
            <a:off x="4020047" y="4956594"/>
            <a:ext cx="4634349" cy="665018"/>
            <a:chOff x="4135652" y="1885567"/>
            <a:chExt cx="4634349" cy="665018"/>
          </a:xfrm>
        </p:grpSpPr>
        <p:sp>
          <p:nvSpPr>
            <p:cNvPr id="32" name="Shape7">
              <a:extLst>
                <a:ext uri="{FF2B5EF4-FFF2-40B4-BE49-F238E27FC236}">
                  <a16:creationId xmlns:a16="http://schemas.microsoft.com/office/drawing/2014/main" id="{27C6CEB8-94E9-D82E-7E79-58ADED617D7A}"/>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05</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33" name="Shape11">
              <a:extLst>
                <a:ext uri="{FF2B5EF4-FFF2-40B4-BE49-F238E27FC236}">
                  <a16:creationId xmlns:a16="http://schemas.microsoft.com/office/drawing/2014/main" id="{180DA6E5-550A-E32E-4113-5025322A55F6}"/>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编译执行</a:t>
              </a:r>
            </a:p>
          </p:txBody>
        </p:sp>
      </p:grpSp>
    </p:spTree>
    <p:extLst>
      <p:ext uri="{BB962C8B-B14F-4D97-AF65-F5344CB8AC3E}">
        <p14:creationId xmlns:p14="http://schemas.microsoft.com/office/powerpoint/2010/main" val="4705275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0149C8C-8E2D-3020-A8D0-22914FFB0E68}"/>
              </a:ext>
            </a:extLst>
          </p:cNvPr>
          <p:cNvSpPr>
            <a:spLocks noGrp="1"/>
          </p:cNvSpPr>
          <p:nvPr>
            <p:ph type="sldNum" sz="quarter" idx="10"/>
          </p:nvPr>
        </p:nvSpPr>
        <p:spPr/>
        <p:txBody>
          <a:bodyPr/>
          <a:lstStyle/>
          <a:p>
            <a:fld id="{87BBDC00-B9E2-4EFD-9306-2934E87247C6}" type="slidenum">
              <a:rPr lang="zh-CN" altLang="en-US" smtClean="0"/>
              <a:pPr/>
              <a:t>56</a:t>
            </a:fld>
            <a:endParaRPr lang="zh-CN" altLang="en-US"/>
          </a:p>
        </p:txBody>
      </p:sp>
      <p:sp>
        <p:nvSpPr>
          <p:cNvPr id="3" name="标题 2">
            <a:extLst>
              <a:ext uri="{FF2B5EF4-FFF2-40B4-BE49-F238E27FC236}">
                <a16:creationId xmlns:a16="http://schemas.microsoft.com/office/drawing/2014/main" id="{1A10B90C-D697-DF34-8255-84DA27FED07B}"/>
              </a:ext>
            </a:extLst>
          </p:cNvPr>
          <p:cNvSpPr>
            <a:spLocks noGrp="1"/>
          </p:cNvSpPr>
          <p:nvPr>
            <p:ph type="title"/>
          </p:nvPr>
        </p:nvSpPr>
        <p:spPr/>
        <p:txBody>
          <a:bodyPr/>
          <a:lstStyle/>
          <a:p>
            <a:r>
              <a:rPr kumimoji="1" lang="zh-CN" altLang="en-US" dirty="0"/>
              <a:t>并行执行</a:t>
            </a:r>
          </a:p>
        </p:txBody>
      </p:sp>
      <p:sp>
        <p:nvSpPr>
          <p:cNvPr id="4" name="内容占位符 3">
            <a:extLst>
              <a:ext uri="{FF2B5EF4-FFF2-40B4-BE49-F238E27FC236}">
                <a16:creationId xmlns:a16="http://schemas.microsoft.com/office/drawing/2014/main" id="{8531EBA9-8AE4-4124-2FDB-6F05DA6FF9EA}"/>
              </a:ext>
            </a:extLst>
          </p:cNvPr>
          <p:cNvSpPr>
            <a:spLocks noGrp="1"/>
          </p:cNvSpPr>
          <p:nvPr>
            <p:ph idx="1"/>
          </p:nvPr>
        </p:nvSpPr>
        <p:spPr>
          <a:xfrm>
            <a:off x="457200" y="1125538"/>
            <a:ext cx="10874188" cy="1584003"/>
          </a:xfrm>
        </p:spPr>
        <p:txBody>
          <a:bodyPr/>
          <a:lstStyle/>
          <a:p>
            <a:pPr marL="457200" indent="-457200">
              <a:buFont typeface="+mj-ea"/>
              <a:buAutoNum type="circleNumDbPlain"/>
            </a:pPr>
            <a:r>
              <a:rPr kumimoji="1" lang="zh-CN" altLang="en-US" sz="2400" dirty="0"/>
              <a:t>节点间多机器并行 </a:t>
            </a:r>
            <a:r>
              <a:rPr kumimoji="1" lang="en-US" altLang="zh-CN" sz="2400" dirty="0"/>
              <a:t>MPP</a:t>
            </a:r>
            <a:r>
              <a:rPr kumimoji="1" lang="zh-CN" altLang="en-US" sz="2400" dirty="0"/>
              <a:t>：</a:t>
            </a:r>
            <a:r>
              <a:rPr kumimoji="1" lang="en" altLang="zh-CN" sz="2400" dirty="0"/>
              <a:t> Massively Parallel Processing</a:t>
            </a:r>
            <a:endParaRPr kumimoji="1" lang="en-US" altLang="zh-CN" sz="2400" dirty="0"/>
          </a:p>
          <a:p>
            <a:pPr marL="457200" indent="-457200">
              <a:buFont typeface="+mj-ea"/>
              <a:buAutoNum type="circleNumDbPlain"/>
            </a:pPr>
            <a:r>
              <a:rPr lang="zh-CN" altLang="en-US" sz="2400" dirty="0"/>
              <a:t>节点内多线程并行 </a:t>
            </a:r>
            <a:r>
              <a:rPr lang="en-US" altLang="zh-CN" sz="2400" dirty="0"/>
              <a:t>SMP</a:t>
            </a:r>
            <a:r>
              <a:rPr lang="zh-CN" altLang="en-US" sz="2400" dirty="0"/>
              <a:t>：</a:t>
            </a:r>
            <a:r>
              <a:rPr lang="en" altLang="zh-CN" sz="2400" dirty="0"/>
              <a:t> Symmetric Multi</a:t>
            </a:r>
            <a:r>
              <a:rPr lang="en-US" altLang="zh-CN" sz="2400" dirty="0"/>
              <a:t>-P</a:t>
            </a:r>
            <a:r>
              <a:rPr lang="en" altLang="zh-CN" sz="2400" dirty="0" err="1"/>
              <a:t>rocessing</a:t>
            </a:r>
            <a:endParaRPr lang="en-US" altLang="zh-CN" sz="2400" dirty="0"/>
          </a:p>
          <a:p>
            <a:pPr marL="457200" indent="-457200">
              <a:buFont typeface="+mj-ea"/>
              <a:buAutoNum type="circleNumDbPlain"/>
            </a:pPr>
            <a:r>
              <a:rPr kumimoji="1" lang="zh-CN" altLang="en-US" sz="2400" dirty="0"/>
              <a:t>单指令多数据并行 </a:t>
            </a:r>
            <a:r>
              <a:rPr kumimoji="1" lang="en-US" altLang="zh-CN" sz="2400" dirty="0"/>
              <a:t>SIMD</a:t>
            </a:r>
            <a:r>
              <a:rPr kumimoji="1" lang="zh-CN" altLang="en-US" sz="2400" dirty="0"/>
              <a:t>：</a:t>
            </a:r>
            <a:r>
              <a:rPr kumimoji="1" lang="en" altLang="zh-CN" sz="2400" dirty="0"/>
              <a:t> Single Instruction Multiple Data</a:t>
            </a:r>
            <a:endParaRPr kumimoji="1" lang="zh-CN" altLang="en-US" sz="2400" dirty="0"/>
          </a:p>
        </p:txBody>
      </p:sp>
      <p:sp>
        <p:nvSpPr>
          <p:cNvPr id="5" name="页脚占位符 4">
            <a:extLst>
              <a:ext uri="{FF2B5EF4-FFF2-40B4-BE49-F238E27FC236}">
                <a16:creationId xmlns:a16="http://schemas.microsoft.com/office/drawing/2014/main" id="{9347C5F1-A305-BB6D-6390-3F3E9E0C7BDC}"/>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sp>
        <p:nvSpPr>
          <p:cNvPr id="6" name="矩形 5">
            <a:extLst>
              <a:ext uri="{FF2B5EF4-FFF2-40B4-BE49-F238E27FC236}">
                <a16:creationId xmlns:a16="http://schemas.microsoft.com/office/drawing/2014/main" id="{FA45C387-5E56-083B-72BB-A8D324BBBA94}"/>
              </a:ext>
            </a:extLst>
          </p:cNvPr>
          <p:cNvSpPr/>
          <p:nvPr/>
        </p:nvSpPr>
        <p:spPr bwMode="auto">
          <a:xfrm>
            <a:off x="1190797" y="3047025"/>
            <a:ext cx="2354608" cy="2607669"/>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cxnSp>
        <p:nvCxnSpPr>
          <p:cNvPr id="10" name="直线连接符 9">
            <a:extLst>
              <a:ext uri="{FF2B5EF4-FFF2-40B4-BE49-F238E27FC236}">
                <a16:creationId xmlns:a16="http://schemas.microsoft.com/office/drawing/2014/main" id="{4EF8E575-452A-0DDB-36EC-D1ACD58B3C4A}"/>
              </a:ext>
            </a:extLst>
          </p:cNvPr>
          <p:cNvCxnSpPr>
            <a:cxnSpLocks/>
          </p:cNvCxnSpPr>
          <p:nvPr/>
        </p:nvCxnSpPr>
        <p:spPr bwMode="auto">
          <a:xfrm>
            <a:off x="1480991" y="3260198"/>
            <a:ext cx="1765045" cy="0"/>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1" name="直线连接符 10">
            <a:extLst>
              <a:ext uri="{FF2B5EF4-FFF2-40B4-BE49-F238E27FC236}">
                <a16:creationId xmlns:a16="http://schemas.microsoft.com/office/drawing/2014/main" id="{5B0867ED-1C3A-502B-B49F-9A077A05C633}"/>
              </a:ext>
            </a:extLst>
          </p:cNvPr>
          <p:cNvCxnSpPr>
            <a:cxnSpLocks/>
          </p:cNvCxnSpPr>
          <p:nvPr/>
        </p:nvCxnSpPr>
        <p:spPr bwMode="auto">
          <a:xfrm>
            <a:off x="1480991" y="3873850"/>
            <a:ext cx="1765045" cy="0"/>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2" name="直线连接符 11">
            <a:extLst>
              <a:ext uri="{FF2B5EF4-FFF2-40B4-BE49-F238E27FC236}">
                <a16:creationId xmlns:a16="http://schemas.microsoft.com/office/drawing/2014/main" id="{6C22A0F0-7196-522F-1733-F62907863635}"/>
              </a:ext>
            </a:extLst>
          </p:cNvPr>
          <p:cNvCxnSpPr>
            <a:cxnSpLocks/>
          </p:cNvCxnSpPr>
          <p:nvPr/>
        </p:nvCxnSpPr>
        <p:spPr bwMode="auto">
          <a:xfrm>
            <a:off x="1480991" y="4487502"/>
            <a:ext cx="1765045" cy="0"/>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3" name="直线连接符 12">
            <a:extLst>
              <a:ext uri="{FF2B5EF4-FFF2-40B4-BE49-F238E27FC236}">
                <a16:creationId xmlns:a16="http://schemas.microsoft.com/office/drawing/2014/main" id="{9534ADC1-7F10-1F36-528A-13B2D593DA60}"/>
              </a:ext>
            </a:extLst>
          </p:cNvPr>
          <p:cNvCxnSpPr>
            <a:cxnSpLocks/>
          </p:cNvCxnSpPr>
          <p:nvPr/>
        </p:nvCxnSpPr>
        <p:spPr bwMode="auto">
          <a:xfrm>
            <a:off x="1480991" y="5101153"/>
            <a:ext cx="1765045" cy="0"/>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graphicFrame>
        <p:nvGraphicFramePr>
          <p:cNvPr id="18" name="表格 18">
            <a:extLst>
              <a:ext uri="{FF2B5EF4-FFF2-40B4-BE49-F238E27FC236}">
                <a16:creationId xmlns:a16="http://schemas.microsoft.com/office/drawing/2014/main" id="{68E293C2-42DF-9224-3A5D-D64A73949BE6}"/>
              </a:ext>
            </a:extLst>
          </p:cNvPr>
          <p:cNvGraphicFramePr>
            <a:graphicFrameLocks noGrp="1"/>
          </p:cNvGraphicFramePr>
          <p:nvPr>
            <p:extLst>
              <p:ext uri="{D42A27DB-BD31-4B8C-83A1-F6EECF244321}">
                <p14:modId xmlns:p14="http://schemas.microsoft.com/office/powerpoint/2010/main" val="2475060181"/>
              </p:ext>
            </p:extLst>
          </p:nvPr>
        </p:nvGraphicFramePr>
        <p:xfrm>
          <a:off x="1531079" y="3320310"/>
          <a:ext cx="1664868" cy="344742"/>
        </p:xfrm>
        <a:graphic>
          <a:graphicData uri="http://schemas.openxmlformats.org/drawingml/2006/table">
            <a:tbl>
              <a:tblPr firstRow="1" bandRow="1">
                <a:tableStyleId>{93296810-A885-4BE3-A3E7-6D5BEEA58F35}</a:tableStyleId>
              </a:tblPr>
              <a:tblGrid>
                <a:gridCol w="416217">
                  <a:extLst>
                    <a:ext uri="{9D8B030D-6E8A-4147-A177-3AD203B41FA5}">
                      <a16:colId xmlns:a16="http://schemas.microsoft.com/office/drawing/2014/main" val="3243976749"/>
                    </a:ext>
                  </a:extLst>
                </a:gridCol>
                <a:gridCol w="416217">
                  <a:extLst>
                    <a:ext uri="{9D8B030D-6E8A-4147-A177-3AD203B41FA5}">
                      <a16:colId xmlns:a16="http://schemas.microsoft.com/office/drawing/2014/main" val="2419384117"/>
                    </a:ext>
                  </a:extLst>
                </a:gridCol>
                <a:gridCol w="416217">
                  <a:extLst>
                    <a:ext uri="{9D8B030D-6E8A-4147-A177-3AD203B41FA5}">
                      <a16:colId xmlns:a16="http://schemas.microsoft.com/office/drawing/2014/main" val="2405534675"/>
                    </a:ext>
                  </a:extLst>
                </a:gridCol>
                <a:gridCol w="416217">
                  <a:extLst>
                    <a:ext uri="{9D8B030D-6E8A-4147-A177-3AD203B41FA5}">
                      <a16:colId xmlns:a16="http://schemas.microsoft.com/office/drawing/2014/main" val="3091373070"/>
                    </a:ext>
                  </a:extLst>
                </a:gridCol>
              </a:tblGrid>
              <a:tr h="155465">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3957634344"/>
                  </a:ext>
                </a:extLst>
              </a:tr>
            </a:tbl>
          </a:graphicData>
        </a:graphic>
      </p:graphicFrame>
      <p:graphicFrame>
        <p:nvGraphicFramePr>
          <p:cNvPr id="20" name="表格 18">
            <a:extLst>
              <a:ext uri="{FF2B5EF4-FFF2-40B4-BE49-F238E27FC236}">
                <a16:creationId xmlns:a16="http://schemas.microsoft.com/office/drawing/2014/main" id="{E2B5ABD6-61E4-1A33-5385-58A969C794DD}"/>
              </a:ext>
            </a:extLst>
          </p:cNvPr>
          <p:cNvGraphicFramePr>
            <a:graphicFrameLocks noGrp="1"/>
          </p:cNvGraphicFramePr>
          <p:nvPr>
            <p:extLst>
              <p:ext uri="{D42A27DB-BD31-4B8C-83A1-F6EECF244321}">
                <p14:modId xmlns:p14="http://schemas.microsoft.com/office/powerpoint/2010/main" val="567423219"/>
              </p:ext>
            </p:extLst>
          </p:nvPr>
        </p:nvGraphicFramePr>
        <p:xfrm>
          <a:off x="1531079" y="3974018"/>
          <a:ext cx="1664868" cy="344742"/>
        </p:xfrm>
        <a:graphic>
          <a:graphicData uri="http://schemas.openxmlformats.org/drawingml/2006/table">
            <a:tbl>
              <a:tblPr firstRow="1" bandRow="1">
                <a:tableStyleId>{93296810-A885-4BE3-A3E7-6D5BEEA58F35}</a:tableStyleId>
              </a:tblPr>
              <a:tblGrid>
                <a:gridCol w="416217">
                  <a:extLst>
                    <a:ext uri="{9D8B030D-6E8A-4147-A177-3AD203B41FA5}">
                      <a16:colId xmlns:a16="http://schemas.microsoft.com/office/drawing/2014/main" val="3243976749"/>
                    </a:ext>
                  </a:extLst>
                </a:gridCol>
                <a:gridCol w="416217">
                  <a:extLst>
                    <a:ext uri="{9D8B030D-6E8A-4147-A177-3AD203B41FA5}">
                      <a16:colId xmlns:a16="http://schemas.microsoft.com/office/drawing/2014/main" val="2419384117"/>
                    </a:ext>
                  </a:extLst>
                </a:gridCol>
                <a:gridCol w="416217">
                  <a:extLst>
                    <a:ext uri="{9D8B030D-6E8A-4147-A177-3AD203B41FA5}">
                      <a16:colId xmlns:a16="http://schemas.microsoft.com/office/drawing/2014/main" val="2405534675"/>
                    </a:ext>
                  </a:extLst>
                </a:gridCol>
                <a:gridCol w="416217">
                  <a:extLst>
                    <a:ext uri="{9D8B030D-6E8A-4147-A177-3AD203B41FA5}">
                      <a16:colId xmlns:a16="http://schemas.microsoft.com/office/drawing/2014/main" val="3091373070"/>
                    </a:ext>
                  </a:extLst>
                </a:gridCol>
              </a:tblGrid>
              <a:tr h="155465">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3957634344"/>
                  </a:ext>
                </a:extLst>
              </a:tr>
            </a:tbl>
          </a:graphicData>
        </a:graphic>
      </p:graphicFrame>
      <p:graphicFrame>
        <p:nvGraphicFramePr>
          <p:cNvPr id="21" name="表格 18">
            <a:extLst>
              <a:ext uri="{FF2B5EF4-FFF2-40B4-BE49-F238E27FC236}">
                <a16:creationId xmlns:a16="http://schemas.microsoft.com/office/drawing/2014/main" id="{6F9D40E8-3B86-9C44-4A18-8232328377A3}"/>
              </a:ext>
            </a:extLst>
          </p:cNvPr>
          <p:cNvGraphicFramePr>
            <a:graphicFrameLocks noGrp="1"/>
          </p:cNvGraphicFramePr>
          <p:nvPr>
            <p:extLst>
              <p:ext uri="{D42A27DB-BD31-4B8C-83A1-F6EECF244321}">
                <p14:modId xmlns:p14="http://schemas.microsoft.com/office/powerpoint/2010/main" val="4121545974"/>
              </p:ext>
            </p:extLst>
          </p:nvPr>
        </p:nvGraphicFramePr>
        <p:xfrm>
          <a:off x="1531079" y="4591902"/>
          <a:ext cx="1664868" cy="344742"/>
        </p:xfrm>
        <a:graphic>
          <a:graphicData uri="http://schemas.openxmlformats.org/drawingml/2006/table">
            <a:tbl>
              <a:tblPr firstRow="1" bandRow="1">
                <a:tableStyleId>{93296810-A885-4BE3-A3E7-6D5BEEA58F35}</a:tableStyleId>
              </a:tblPr>
              <a:tblGrid>
                <a:gridCol w="416217">
                  <a:extLst>
                    <a:ext uri="{9D8B030D-6E8A-4147-A177-3AD203B41FA5}">
                      <a16:colId xmlns:a16="http://schemas.microsoft.com/office/drawing/2014/main" val="3243976749"/>
                    </a:ext>
                  </a:extLst>
                </a:gridCol>
                <a:gridCol w="416217">
                  <a:extLst>
                    <a:ext uri="{9D8B030D-6E8A-4147-A177-3AD203B41FA5}">
                      <a16:colId xmlns:a16="http://schemas.microsoft.com/office/drawing/2014/main" val="2419384117"/>
                    </a:ext>
                  </a:extLst>
                </a:gridCol>
                <a:gridCol w="416217">
                  <a:extLst>
                    <a:ext uri="{9D8B030D-6E8A-4147-A177-3AD203B41FA5}">
                      <a16:colId xmlns:a16="http://schemas.microsoft.com/office/drawing/2014/main" val="2405534675"/>
                    </a:ext>
                  </a:extLst>
                </a:gridCol>
                <a:gridCol w="416217">
                  <a:extLst>
                    <a:ext uri="{9D8B030D-6E8A-4147-A177-3AD203B41FA5}">
                      <a16:colId xmlns:a16="http://schemas.microsoft.com/office/drawing/2014/main" val="3091373070"/>
                    </a:ext>
                  </a:extLst>
                </a:gridCol>
              </a:tblGrid>
              <a:tr h="155465">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3957634344"/>
                  </a:ext>
                </a:extLst>
              </a:tr>
            </a:tbl>
          </a:graphicData>
        </a:graphic>
      </p:graphicFrame>
      <p:graphicFrame>
        <p:nvGraphicFramePr>
          <p:cNvPr id="22" name="表格 18">
            <a:extLst>
              <a:ext uri="{FF2B5EF4-FFF2-40B4-BE49-F238E27FC236}">
                <a16:creationId xmlns:a16="http://schemas.microsoft.com/office/drawing/2014/main" id="{6248828E-4814-EDAA-F243-5BB84F3F5277}"/>
              </a:ext>
            </a:extLst>
          </p:cNvPr>
          <p:cNvGraphicFramePr>
            <a:graphicFrameLocks noGrp="1"/>
          </p:cNvGraphicFramePr>
          <p:nvPr>
            <p:extLst>
              <p:ext uri="{D42A27DB-BD31-4B8C-83A1-F6EECF244321}">
                <p14:modId xmlns:p14="http://schemas.microsoft.com/office/powerpoint/2010/main" val="3421735729"/>
              </p:ext>
            </p:extLst>
          </p:nvPr>
        </p:nvGraphicFramePr>
        <p:xfrm>
          <a:off x="1531079" y="5184186"/>
          <a:ext cx="1664868" cy="344742"/>
        </p:xfrm>
        <a:graphic>
          <a:graphicData uri="http://schemas.openxmlformats.org/drawingml/2006/table">
            <a:tbl>
              <a:tblPr firstRow="1" bandRow="1">
                <a:tableStyleId>{93296810-A885-4BE3-A3E7-6D5BEEA58F35}</a:tableStyleId>
              </a:tblPr>
              <a:tblGrid>
                <a:gridCol w="416217">
                  <a:extLst>
                    <a:ext uri="{9D8B030D-6E8A-4147-A177-3AD203B41FA5}">
                      <a16:colId xmlns:a16="http://schemas.microsoft.com/office/drawing/2014/main" val="3243976749"/>
                    </a:ext>
                  </a:extLst>
                </a:gridCol>
                <a:gridCol w="416217">
                  <a:extLst>
                    <a:ext uri="{9D8B030D-6E8A-4147-A177-3AD203B41FA5}">
                      <a16:colId xmlns:a16="http://schemas.microsoft.com/office/drawing/2014/main" val="2419384117"/>
                    </a:ext>
                  </a:extLst>
                </a:gridCol>
                <a:gridCol w="416217">
                  <a:extLst>
                    <a:ext uri="{9D8B030D-6E8A-4147-A177-3AD203B41FA5}">
                      <a16:colId xmlns:a16="http://schemas.microsoft.com/office/drawing/2014/main" val="2405534675"/>
                    </a:ext>
                  </a:extLst>
                </a:gridCol>
                <a:gridCol w="416217">
                  <a:extLst>
                    <a:ext uri="{9D8B030D-6E8A-4147-A177-3AD203B41FA5}">
                      <a16:colId xmlns:a16="http://schemas.microsoft.com/office/drawing/2014/main" val="3091373070"/>
                    </a:ext>
                  </a:extLst>
                </a:gridCol>
              </a:tblGrid>
              <a:tr h="155465">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3957634344"/>
                  </a:ext>
                </a:extLst>
              </a:tr>
            </a:tbl>
          </a:graphicData>
        </a:graphic>
      </p:graphicFrame>
      <p:sp>
        <p:nvSpPr>
          <p:cNvPr id="23" name="矩形 22">
            <a:extLst>
              <a:ext uri="{FF2B5EF4-FFF2-40B4-BE49-F238E27FC236}">
                <a16:creationId xmlns:a16="http://schemas.microsoft.com/office/drawing/2014/main" id="{32BFE8BA-4B97-80E9-9833-2B6BC6A0609A}"/>
              </a:ext>
            </a:extLst>
          </p:cNvPr>
          <p:cNvSpPr/>
          <p:nvPr/>
        </p:nvSpPr>
        <p:spPr bwMode="auto">
          <a:xfrm>
            <a:off x="4529572" y="3047025"/>
            <a:ext cx="2354608" cy="2607669"/>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cxnSp>
        <p:nvCxnSpPr>
          <p:cNvPr id="24" name="直线连接符 23">
            <a:extLst>
              <a:ext uri="{FF2B5EF4-FFF2-40B4-BE49-F238E27FC236}">
                <a16:creationId xmlns:a16="http://schemas.microsoft.com/office/drawing/2014/main" id="{E57BBF65-A2F1-9B2E-C8AA-90348C221061}"/>
              </a:ext>
            </a:extLst>
          </p:cNvPr>
          <p:cNvCxnSpPr>
            <a:cxnSpLocks/>
          </p:cNvCxnSpPr>
          <p:nvPr/>
        </p:nvCxnSpPr>
        <p:spPr bwMode="auto">
          <a:xfrm>
            <a:off x="4819766" y="3260198"/>
            <a:ext cx="1765045" cy="0"/>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5" name="直线连接符 24">
            <a:extLst>
              <a:ext uri="{FF2B5EF4-FFF2-40B4-BE49-F238E27FC236}">
                <a16:creationId xmlns:a16="http://schemas.microsoft.com/office/drawing/2014/main" id="{EC34E5DE-70A5-CF1A-E508-8565FB0BE8C4}"/>
              </a:ext>
            </a:extLst>
          </p:cNvPr>
          <p:cNvCxnSpPr>
            <a:cxnSpLocks/>
          </p:cNvCxnSpPr>
          <p:nvPr/>
        </p:nvCxnSpPr>
        <p:spPr bwMode="auto">
          <a:xfrm>
            <a:off x="4819766" y="3873850"/>
            <a:ext cx="1765045" cy="0"/>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6" name="直线连接符 25">
            <a:extLst>
              <a:ext uri="{FF2B5EF4-FFF2-40B4-BE49-F238E27FC236}">
                <a16:creationId xmlns:a16="http://schemas.microsoft.com/office/drawing/2014/main" id="{26A77886-FBA4-F2A7-6D39-41F28194A4E6}"/>
              </a:ext>
            </a:extLst>
          </p:cNvPr>
          <p:cNvCxnSpPr>
            <a:cxnSpLocks/>
          </p:cNvCxnSpPr>
          <p:nvPr/>
        </p:nvCxnSpPr>
        <p:spPr bwMode="auto">
          <a:xfrm>
            <a:off x="4819766" y="4487502"/>
            <a:ext cx="1765045" cy="0"/>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7" name="直线连接符 26">
            <a:extLst>
              <a:ext uri="{FF2B5EF4-FFF2-40B4-BE49-F238E27FC236}">
                <a16:creationId xmlns:a16="http://schemas.microsoft.com/office/drawing/2014/main" id="{17E7979E-FD04-3EDE-1434-E0D8B64DC584}"/>
              </a:ext>
            </a:extLst>
          </p:cNvPr>
          <p:cNvCxnSpPr>
            <a:cxnSpLocks/>
          </p:cNvCxnSpPr>
          <p:nvPr/>
        </p:nvCxnSpPr>
        <p:spPr bwMode="auto">
          <a:xfrm>
            <a:off x="4819766" y="5101153"/>
            <a:ext cx="1765045" cy="0"/>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graphicFrame>
        <p:nvGraphicFramePr>
          <p:cNvPr id="28" name="表格 18">
            <a:extLst>
              <a:ext uri="{FF2B5EF4-FFF2-40B4-BE49-F238E27FC236}">
                <a16:creationId xmlns:a16="http://schemas.microsoft.com/office/drawing/2014/main" id="{7CABDE42-FDB9-0FA8-1C35-B035EB325AEB}"/>
              </a:ext>
            </a:extLst>
          </p:cNvPr>
          <p:cNvGraphicFramePr>
            <a:graphicFrameLocks noGrp="1"/>
          </p:cNvGraphicFramePr>
          <p:nvPr>
            <p:extLst>
              <p:ext uri="{D42A27DB-BD31-4B8C-83A1-F6EECF244321}">
                <p14:modId xmlns:p14="http://schemas.microsoft.com/office/powerpoint/2010/main" val="2733113077"/>
              </p:ext>
            </p:extLst>
          </p:nvPr>
        </p:nvGraphicFramePr>
        <p:xfrm>
          <a:off x="4869854" y="3320310"/>
          <a:ext cx="1664868" cy="344742"/>
        </p:xfrm>
        <a:graphic>
          <a:graphicData uri="http://schemas.openxmlformats.org/drawingml/2006/table">
            <a:tbl>
              <a:tblPr firstRow="1" bandRow="1">
                <a:tableStyleId>{5C22544A-7EE6-4342-B048-85BDC9FD1C3A}</a:tableStyleId>
              </a:tblPr>
              <a:tblGrid>
                <a:gridCol w="416217">
                  <a:extLst>
                    <a:ext uri="{9D8B030D-6E8A-4147-A177-3AD203B41FA5}">
                      <a16:colId xmlns:a16="http://schemas.microsoft.com/office/drawing/2014/main" val="3243976749"/>
                    </a:ext>
                  </a:extLst>
                </a:gridCol>
                <a:gridCol w="416217">
                  <a:extLst>
                    <a:ext uri="{9D8B030D-6E8A-4147-A177-3AD203B41FA5}">
                      <a16:colId xmlns:a16="http://schemas.microsoft.com/office/drawing/2014/main" val="2419384117"/>
                    </a:ext>
                  </a:extLst>
                </a:gridCol>
                <a:gridCol w="416217">
                  <a:extLst>
                    <a:ext uri="{9D8B030D-6E8A-4147-A177-3AD203B41FA5}">
                      <a16:colId xmlns:a16="http://schemas.microsoft.com/office/drawing/2014/main" val="2405534675"/>
                    </a:ext>
                  </a:extLst>
                </a:gridCol>
                <a:gridCol w="416217">
                  <a:extLst>
                    <a:ext uri="{9D8B030D-6E8A-4147-A177-3AD203B41FA5}">
                      <a16:colId xmlns:a16="http://schemas.microsoft.com/office/drawing/2014/main" val="3091373070"/>
                    </a:ext>
                  </a:extLst>
                </a:gridCol>
              </a:tblGrid>
              <a:tr h="155465">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3957634344"/>
                  </a:ext>
                </a:extLst>
              </a:tr>
            </a:tbl>
          </a:graphicData>
        </a:graphic>
      </p:graphicFrame>
      <p:graphicFrame>
        <p:nvGraphicFramePr>
          <p:cNvPr id="29" name="表格 18">
            <a:extLst>
              <a:ext uri="{FF2B5EF4-FFF2-40B4-BE49-F238E27FC236}">
                <a16:creationId xmlns:a16="http://schemas.microsoft.com/office/drawing/2014/main" id="{7FF38CE0-B151-C8AC-7E6C-35D605C77726}"/>
              </a:ext>
            </a:extLst>
          </p:cNvPr>
          <p:cNvGraphicFramePr>
            <a:graphicFrameLocks noGrp="1"/>
          </p:cNvGraphicFramePr>
          <p:nvPr>
            <p:extLst>
              <p:ext uri="{D42A27DB-BD31-4B8C-83A1-F6EECF244321}">
                <p14:modId xmlns:p14="http://schemas.microsoft.com/office/powerpoint/2010/main" val="3173417245"/>
              </p:ext>
            </p:extLst>
          </p:nvPr>
        </p:nvGraphicFramePr>
        <p:xfrm>
          <a:off x="4869854" y="3974018"/>
          <a:ext cx="1664868" cy="344742"/>
        </p:xfrm>
        <a:graphic>
          <a:graphicData uri="http://schemas.openxmlformats.org/drawingml/2006/table">
            <a:tbl>
              <a:tblPr firstRow="1" bandRow="1">
                <a:tableStyleId>{5C22544A-7EE6-4342-B048-85BDC9FD1C3A}</a:tableStyleId>
              </a:tblPr>
              <a:tblGrid>
                <a:gridCol w="416217">
                  <a:extLst>
                    <a:ext uri="{9D8B030D-6E8A-4147-A177-3AD203B41FA5}">
                      <a16:colId xmlns:a16="http://schemas.microsoft.com/office/drawing/2014/main" val="3243976749"/>
                    </a:ext>
                  </a:extLst>
                </a:gridCol>
                <a:gridCol w="416217">
                  <a:extLst>
                    <a:ext uri="{9D8B030D-6E8A-4147-A177-3AD203B41FA5}">
                      <a16:colId xmlns:a16="http://schemas.microsoft.com/office/drawing/2014/main" val="2419384117"/>
                    </a:ext>
                  </a:extLst>
                </a:gridCol>
                <a:gridCol w="416217">
                  <a:extLst>
                    <a:ext uri="{9D8B030D-6E8A-4147-A177-3AD203B41FA5}">
                      <a16:colId xmlns:a16="http://schemas.microsoft.com/office/drawing/2014/main" val="2405534675"/>
                    </a:ext>
                  </a:extLst>
                </a:gridCol>
                <a:gridCol w="416217">
                  <a:extLst>
                    <a:ext uri="{9D8B030D-6E8A-4147-A177-3AD203B41FA5}">
                      <a16:colId xmlns:a16="http://schemas.microsoft.com/office/drawing/2014/main" val="3091373070"/>
                    </a:ext>
                  </a:extLst>
                </a:gridCol>
              </a:tblGrid>
              <a:tr h="155465">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3957634344"/>
                  </a:ext>
                </a:extLst>
              </a:tr>
            </a:tbl>
          </a:graphicData>
        </a:graphic>
      </p:graphicFrame>
      <p:graphicFrame>
        <p:nvGraphicFramePr>
          <p:cNvPr id="30" name="表格 18">
            <a:extLst>
              <a:ext uri="{FF2B5EF4-FFF2-40B4-BE49-F238E27FC236}">
                <a16:creationId xmlns:a16="http://schemas.microsoft.com/office/drawing/2014/main" id="{B25B5D5A-C784-A72F-6C66-BF607174B8D0}"/>
              </a:ext>
            </a:extLst>
          </p:cNvPr>
          <p:cNvGraphicFramePr>
            <a:graphicFrameLocks noGrp="1"/>
          </p:cNvGraphicFramePr>
          <p:nvPr>
            <p:extLst>
              <p:ext uri="{D42A27DB-BD31-4B8C-83A1-F6EECF244321}">
                <p14:modId xmlns:p14="http://schemas.microsoft.com/office/powerpoint/2010/main" val="3464814108"/>
              </p:ext>
            </p:extLst>
          </p:nvPr>
        </p:nvGraphicFramePr>
        <p:xfrm>
          <a:off x="4869854" y="4591902"/>
          <a:ext cx="1664868" cy="344742"/>
        </p:xfrm>
        <a:graphic>
          <a:graphicData uri="http://schemas.openxmlformats.org/drawingml/2006/table">
            <a:tbl>
              <a:tblPr firstRow="1" bandRow="1">
                <a:tableStyleId>{5C22544A-7EE6-4342-B048-85BDC9FD1C3A}</a:tableStyleId>
              </a:tblPr>
              <a:tblGrid>
                <a:gridCol w="416217">
                  <a:extLst>
                    <a:ext uri="{9D8B030D-6E8A-4147-A177-3AD203B41FA5}">
                      <a16:colId xmlns:a16="http://schemas.microsoft.com/office/drawing/2014/main" val="3243976749"/>
                    </a:ext>
                  </a:extLst>
                </a:gridCol>
                <a:gridCol w="416217">
                  <a:extLst>
                    <a:ext uri="{9D8B030D-6E8A-4147-A177-3AD203B41FA5}">
                      <a16:colId xmlns:a16="http://schemas.microsoft.com/office/drawing/2014/main" val="2419384117"/>
                    </a:ext>
                  </a:extLst>
                </a:gridCol>
                <a:gridCol w="416217">
                  <a:extLst>
                    <a:ext uri="{9D8B030D-6E8A-4147-A177-3AD203B41FA5}">
                      <a16:colId xmlns:a16="http://schemas.microsoft.com/office/drawing/2014/main" val="2405534675"/>
                    </a:ext>
                  </a:extLst>
                </a:gridCol>
                <a:gridCol w="416217">
                  <a:extLst>
                    <a:ext uri="{9D8B030D-6E8A-4147-A177-3AD203B41FA5}">
                      <a16:colId xmlns:a16="http://schemas.microsoft.com/office/drawing/2014/main" val="3091373070"/>
                    </a:ext>
                  </a:extLst>
                </a:gridCol>
              </a:tblGrid>
              <a:tr h="155465">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3957634344"/>
                  </a:ext>
                </a:extLst>
              </a:tr>
            </a:tbl>
          </a:graphicData>
        </a:graphic>
      </p:graphicFrame>
      <p:graphicFrame>
        <p:nvGraphicFramePr>
          <p:cNvPr id="31" name="表格 18">
            <a:extLst>
              <a:ext uri="{FF2B5EF4-FFF2-40B4-BE49-F238E27FC236}">
                <a16:creationId xmlns:a16="http://schemas.microsoft.com/office/drawing/2014/main" id="{D2BD09DD-5924-3CA6-72F0-DD29076D0AA1}"/>
              </a:ext>
            </a:extLst>
          </p:cNvPr>
          <p:cNvGraphicFramePr>
            <a:graphicFrameLocks noGrp="1"/>
          </p:cNvGraphicFramePr>
          <p:nvPr>
            <p:extLst>
              <p:ext uri="{D42A27DB-BD31-4B8C-83A1-F6EECF244321}">
                <p14:modId xmlns:p14="http://schemas.microsoft.com/office/powerpoint/2010/main" val="3494123942"/>
              </p:ext>
            </p:extLst>
          </p:nvPr>
        </p:nvGraphicFramePr>
        <p:xfrm>
          <a:off x="4869854" y="5184186"/>
          <a:ext cx="1664868" cy="344742"/>
        </p:xfrm>
        <a:graphic>
          <a:graphicData uri="http://schemas.openxmlformats.org/drawingml/2006/table">
            <a:tbl>
              <a:tblPr firstRow="1" bandRow="1">
                <a:tableStyleId>{5C22544A-7EE6-4342-B048-85BDC9FD1C3A}</a:tableStyleId>
              </a:tblPr>
              <a:tblGrid>
                <a:gridCol w="416217">
                  <a:extLst>
                    <a:ext uri="{9D8B030D-6E8A-4147-A177-3AD203B41FA5}">
                      <a16:colId xmlns:a16="http://schemas.microsoft.com/office/drawing/2014/main" val="3243976749"/>
                    </a:ext>
                  </a:extLst>
                </a:gridCol>
                <a:gridCol w="416217">
                  <a:extLst>
                    <a:ext uri="{9D8B030D-6E8A-4147-A177-3AD203B41FA5}">
                      <a16:colId xmlns:a16="http://schemas.microsoft.com/office/drawing/2014/main" val="2419384117"/>
                    </a:ext>
                  </a:extLst>
                </a:gridCol>
                <a:gridCol w="416217">
                  <a:extLst>
                    <a:ext uri="{9D8B030D-6E8A-4147-A177-3AD203B41FA5}">
                      <a16:colId xmlns:a16="http://schemas.microsoft.com/office/drawing/2014/main" val="2405534675"/>
                    </a:ext>
                  </a:extLst>
                </a:gridCol>
                <a:gridCol w="416217">
                  <a:extLst>
                    <a:ext uri="{9D8B030D-6E8A-4147-A177-3AD203B41FA5}">
                      <a16:colId xmlns:a16="http://schemas.microsoft.com/office/drawing/2014/main" val="3091373070"/>
                    </a:ext>
                  </a:extLst>
                </a:gridCol>
              </a:tblGrid>
              <a:tr h="155465">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3957634344"/>
                  </a:ext>
                </a:extLst>
              </a:tr>
            </a:tbl>
          </a:graphicData>
        </a:graphic>
      </p:graphicFrame>
      <p:sp>
        <p:nvSpPr>
          <p:cNvPr id="32" name="矩形 31">
            <a:extLst>
              <a:ext uri="{FF2B5EF4-FFF2-40B4-BE49-F238E27FC236}">
                <a16:creationId xmlns:a16="http://schemas.microsoft.com/office/drawing/2014/main" id="{A0AD7906-383A-1A50-7F34-0284547E7F76}"/>
              </a:ext>
            </a:extLst>
          </p:cNvPr>
          <p:cNvSpPr/>
          <p:nvPr/>
        </p:nvSpPr>
        <p:spPr bwMode="auto">
          <a:xfrm>
            <a:off x="7800095" y="3047025"/>
            <a:ext cx="2354608" cy="2607669"/>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cxnSp>
        <p:nvCxnSpPr>
          <p:cNvPr id="33" name="直线连接符 32">
            <a:extLst>
              <a:ext uri="{FF2B5EF4-FFF2-40B4-BE49-F238E27FC236}">
                <a16:creationId xmlns:a16="http://schemas.microsoft.com/office/drawing/2014/main" id="{7F91D438-1C31-18B2-268C-F245BA2ACA6E}"/>
              </a:ext>
            </a:extLst>
          </p:cNvPr>
          <p:cNvCxnSpPr>
            <a:cxnSpLocks/>
          </p:cNvCxnSpPr>
          <p:nvPr/>
        </p:nvCxnSpPr>
        <p:spPr bwMode="auto">
          <a:xfrm>
            <a:off x="8090289" y="3260198"/>
            <a:ext cx="1765045" cy="0"/>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4" name="直线连接符 33">
            <a:extLst>
              <a:ext uri="{FF2B5EF4-FFF2-40B4-BE49-F238E27FC236}">
                <a16:creationId xmlns:a16="http://schemas.microsoft.com/office/drawing/2014/main" id="{5E63A529-28A7-05DF-1FA3-68199A010C33}"/>
              </a:ext>
            </a:extLst>
          </p:cNvPr>
          <p:cNvCxnSpPr>
            <a:cxnSpLocks/>
          </p:cNvCxnSpPr>
          <p:nvPr/>
        </p:nvCxnSpPr>
        <p:spPr bwMode="auto">
          <a:xfrm>
            <a:off x="8090289" y="3873850"/>
            <a:ext cx="1765045" cy="0"/>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5" name="直线连接符 34">
            <a:extLst>
              <a:ext uri="{FF2B5EF4-FFF2-40B4-BE49-F238E27FC236}">
                <a16:creationId xmlns:a16="http://schemas.microsoft.com/office/drawing/2014/main" id="{BBCB0A94-A7AA-82F6-DCD6-743125088C20}"/>
              </a:ext>
            </a:extLst>
          </p:cNvPr>
          <p:cNvCxnSpPr>
            <a:cxnSpLocks/>
          </p:cNvCxnSpPr>
          <p:nvPr/>
        </p:nvCxnSpPr>
        <p:spPr bwMode="auto">
          <a:xfrm>
            <a:off x="8090289" y="4487502"/>
            <a:ext cx="1765045" cy="0"/>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6" name="直线连接符 35">
            <a:extLst>
              <a:ext uri="{FF2B5EF4-FFF2-40B4-BE49-F238E27FC236}">
                <a16:creationId xmlns:a16="http://schemas.microsoft.com/office/drawing/2014/main" id="{F97F47B1-A8E7-3BFC-881A-1C71083A93A4}"/>
              </a:ext>
            </a:extLst>
          </p:cNvPr>
          <p:cNvCxnSpPr>
            <a:cxnSpLocks/>
          </p:cNvCxnSpPr>
          <p:nvPr/>
        </p:nvCxnSpPr>
        <p:spPr bwMode="auto">
          <a:xfrm>
            <a:off x="8090289" y="5101153"/>
            <a:ext cx="1765045" cy="0"/>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graphicFrame>
        <p:nvGraphicFramePr>
          <p:cNvPr id="37" name="表格 18">
            <a:extLst>
              <a:ext uri="{FF2B5EF4-FFF2-40B4-BE49-F238E27FC236}">
                <a16:creationId xmlns:a16="http://schemas.microsoft.com/office/drawing/2014/main" id="{817F3DA9-4DA4-77C6-72D7-336801FA9A20}"/>
              </a:ext>
            </a:extLst>
          </p:cNvPr>
          <p:cNvGraphicFramePr>
            <a:graphicFrameLocks noGrp="1"/>
          </p:cNvGraphicFramePr>
          <p:nvPr>
            <p:extLst>
              <p:ext uri="{D42A27DB-BD31-4B8C-83A1-F6EECF244321}">
                <p14:modId xmlns:p14="http://schemas.microsoft.com/office/powerpoint/2010/main" val="4084173382"/>
              </p:ext>
            </p:extLst>
          </p:nvPr>
        </p:nvGraphicFramePr>
        <p:xfrm>
          <a:off x="8140377" y="3320310"/>
          <a:ext cx="1664868" cy="344742"/>
        </p:xfrm>
        <a:graphic>
          <a:graphicData uri="http://schemas.openxmlformats.org/drawingml/2006/table">
            <a:tbl>
              <a:tblPr firstRow="1" bandRow="1">
                <a:tableStyleId>{00A15C55-8517-42AA-B614-E9B94910E393}</a:tableStyleId>
              </a:tblPr>
              <a:tblGrid>
                <a:gridCol w="416217">
                  <a:extLst>
                    <a:ext uri="{9D8B030D-6E8A-4147-A177-3AD203B41FA5}">
                      <a16:colId xmlns:a16="http://schemas.microsoft.com/office/drawing/2014/main" val="3243976749"/>
                    </a:ext>
                  </a:extLst>
                </a:gridCol>
                <a:gridCol w="416217">
                  <a:extLst>
                    <a:ext uri="{9D8B030D-6E8A-4147-A177-3AD203B41FA5}">
                      <a16:colId xmlns:a16="http://schemas.microsoft.com/office/drawing/2014/main" val="2419384117"/>
                    </a:ext>
                  </a:extLst>
                </a:gridCol>
                <a:gridCol w="416217">
                  <a:extLst>
                    <a:ext uri="{9D8B030D-6E8A-4147-A177-3AD203B41FA5}">
                      <a16:colId xmlns:a16="http://schemas.microsoft.com/office/drawing/2014/main" val="2405534675"/>
                    </a:ext>
                  </a:extLst>
                </a:gridCol>
                <a:gridCol w="416217">
                  <a:extLst>
                    <a:ext uri="{9D8B030D-6E8A-4147-A177-3AD203B41FA5}">
                      <a16:colId xmlns:a16="http://schemas.microsoft.com/office/drawing/2014/main" val="3091373070"/>
                    </a:ext>
                  </a:extLst>
                </a:gridCol>
              </a:tblGrid>
              <a:tr h="155465">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3957634344"/>
                  </a:ext>
                </a:extLst>
              </a:tr>
            </a:tbl>
          </a:graphicData>
        </a:graphic>
      </p:graphicFrame>
      <p:graphicFrame>
        <p:nvGraphicFramePr>
          <p:cNvPr id="38" name="表格 18">
            <a:extLst>
              <a:ext uri="{FF2B5EF4-FFF2-40B4-BE49-F238E27FC236}">
                <a16:creationId xmlns:a16="http://schemas.microsoft.com/office/drawing/2014/main" id="{D6A3C60D-68F8-2D53-C527-F00F0E1FBB47}"/>
              </a:ext>
            </a:extLst>
          </p:cNvPr>
          <p:cNvGraphicFramePr>
            <a:graphicFrameLocks noGrp="1"/>
          </p:cNvGraphicFramePr>
          <p:nvPr>
            <p:extLst>
              <p:ext uri="{D42A27DB-BD31-4B8C-83A1-F6EECF244321}">
                <p14:modId xmlns:p14="http://schemas.microsoft.com/office/powerpoint/2010/main" val="3970932015"/>
              </p:ext>
            </p:extLst>
          </p:nvPr>
        </p:nvGraphicFramePr>
        <p:xfrm>
          <a:off x="8140377" y="3974018"/>
          <a:ext cx="1664868" cy="344742"/>
        </p:xfrm>
        <a:graphic>
          <a:graphicData uri="http://schemas.openxmlformats.org/drawingml/2006/table">
            <a:tbl>
              <a:tblPr firstRow="1" bandRow="1">
                <a:tableStyleId>{00A15C55-8517-42AA-B614-E9B94910E393}</a:tableStyleId>
              </a:tblPr>
              <a:tblGrid>
                <a:gridCol w="416217">
                  <a:extLst>
                    <a:ext uri="{9D8B030D-6E8A-4147-A177-3AD203B41FA5}">
                      <a16:colId xmlns:a16="http://schemas.microsoft.com/office/drawing/2014/main" val="3243976749"/>
                    </a:ext>
                  </a:extLst>
                </a:gridCol>
                <a:gridCol w="416217">
                  <a:extLst>
                    <a:ext uri="{9D8B030D-6E8A-4147-A177-3AD203B41FA5}">
                      <a16:colId xmlns:a16="http://schemas.microsoft.com/office/drawing/2014/main" val="2419384117"/>
                    </a:ext>
                  </a:extLst>
                </a:gridCol>
                <a:gridCol w="416217">
                  <a:extLst>
                    <a:ext uri="{9D8B030D-6E8A-4147-A177-3AD203B41FA5}">
                      <a16:colId xmlns:a16="http://schemas.microsoft.com/office/drawing/2014/main" val="2405534675"/>
                    </a:ext>
                  </a:extLst>
                </a:gridCol>
                <a:gridCol w="416217">
                  <a:extLst>
                    <a:ext uri="{9D8B030D-6E8A-4147-A177-3AD203B41FA5}">
                      <a16:colId xmlns:a16="http://schemas.microsoft.com/office/drawing/2014/main" val="3091373070"/>
                    </a:ext>
                  </a:extLst>
                </a:gridCol>
              </a:tblGrid>
              <a:tr h="155465">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3957634344"/>
                  </a:ext>
                </a:extLst>
              </a:tr>
            </a:tbl>
          </a:graphicData>
        </a:graphic>
      </p:graphicFrame>
      <p:graphicFrame>
        <p:nvGraphicFramePr>
          <p:cNvPr id="39" name="表格 18">
            <a:extLst>
              <a:ext uri="{FF2B5EF4-FFF2-40B4-BE49-F238E27FC236}">
                <a16:creationId xmlns:a16="http://schemas.microsoft.com/office/drawing/2014/main" id="{D003F629-AABB-64DD-8F32-5FDD00D7A29A}"/>
              </a:ext>
            </a:extLst>
          </p:cNvPr>
          <p:cNvGraphicFramePr>
            <a:graphicFrameLocks noGrp="1"/>
          </p:cNvGraphicFramePr>
          <p:nvPr>
            <p:extLst>
              <p:ext uri="{D42A27DB-BD31-4B8C-83A1-F6EECF244321}">
                <p14:modId xmlns:p14="http://schemas.microsoft.com/office/powerpoint/2010/main" val="1717754270"/>
              </p:ext>
            </p:extLst>
          </p:nvPr>
        </p:nvGraphicFramePr>
        <p:xfrm>
          <a:off x="8140377" y="4591902"/>
          <a:ext cx="1664868" cy="344742"/>
        </p:xfrm>
        <a:graphic>
          <a:graphicData uri="http://schemas.openxmlformats.org/drawingml/2006/table">
            <a:tbl>
              <a:tblPr firstRow="1" bandRow="1">
                <a:tableStyleId>{00A15C55-8517-42AA-B614-E9B94910E393}</a:tableStyleId>
              </a:tblPr>
              <a:tblGrid>
                <a:gridCol w="416217">
                  <a:extLst>
                    <a:ext uri="{9D8B030D-6E8A-4147-A177-3AD203B41FA5}">
                      <a16:colId xmlns:a16="http://schemas.microsoft.com/office/drawing/2014/main" val="3243976749"/>
                    </a:ext>
                  </a:extLst>
                </a:gridCol>
                <a:gridCol w="416217">
                  <a:extLst>
                    <a:ext uri="{9D8B030D-6E8A-4147-A177-3AD203B41FA5}">
                      <a16:colId xmlns:a16="http://schemas.microsoft.com/office/drawing/2014/main" val="2419384117"/>
                    </a:ext>
                  </a:extLst>
                </a:gridCol>
                <a:gridCol w="416217">
                  <a:extLst>
                    <a:ext uri="{9D8B030D-6E8A-4147-A177-3AD203B41FA5}">
                      <a16:colId xmlns:a16="http://schemas.microsoft.com/office/drawing/2014/main" val="2405534675"/>
                    </a:ext>
                  </a:extLst>
                </a:gridCol>
                <a:gridCol w="416217">
                  <a:extLst>
                    <a:ext uri="{9D8B030D-6E8A-4147-A177-3AD203B41FA5}">
                      <a16:colId xmlns:a16="http://schemas.microsoft.com/office/drawing/2014/main" val="3091373070"/>
                    </a:ext>
                  </a:extLst>
                </a:gridCol>
              </a:tblGrid>
              <a:tr h="155465">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3957634344"/>
                  </a:ext>
                </a:extLst>
              </a:tr>
            </a:tbl>
          </a:graphicData>
        </a:graphic>
      </p:graphicFrame>
      <p:graphicFrame>
        <p:nvGraphicFramePr>
          <p:cNvPr id="40" name="表格 18">
            <a:extLst>
              <a:ext uri="{FF2B5EF4-FFF2-40B4-BE49-F238E27FC236}">
                <a16:creationId xmlns:a16="http://schemas.microsoft.com/office/drawing/2014/main" id="{0DCD0C8A-87E8-19B9-B498-800E9B455ABB}"/>
              </a:ext>
            </a:extLst>
          </p:cNvPr>
          <p:cNvGraphicFramePr>
            <a:graphicFrameLocks noGrp="1"/>
          </p:cNvGraphicFramePr>
          <p:nvPr>
            <p:extLst>
              <p:ext uri="{D42A27DB-BD31-4B8C-83A1-F6EECF244321}">
                <p14:modId xmlns:p14="http://schemas.microsoft.com/office/powerpoint/2010/main" val="3052329850"/>
              </p:ext>
            </p:extLst>
          </p:nvPr>
        </p:nvGraphicFramePr>
        <p:xfrm>
          <a:off x="8140377" y="5184186"/>
          <a:ext cx="1664868" cy="344742"/>
        </p:xfrm>
        <a:graphic>
          <a:graphicData uri="http://schemas.openxmlformats.org/drawingml/2006/table">
            <a:tbl>
              <a:tblPr firstRow="1" bandRow="1">
                <a:tableStyleId>{00A15C55-8517-42AA-B614-E9B94910E393}</a:tableStyleId>
              </a:tblPr>
              <a:tblGrid>
                <a:gridCol w="416217">
                  <a:extLst>
                    <a:ext uri="{9D8B030D-6E8A-4147-A177-3AD203B41FA5}">
                      <a16:colId xmlns:a16="http://schemas.microsoft.com/office/drawing/2014/main" val="3243976749"/>
                    </a:ext>
                  </a:extLst>
                </a:gridCol>
                <a:gridCol w="416217">
                  <a:extLst>
                    <a:ext uri="{9D8B030D-6E8A-4147-A177-3AD203B41FA5}">
                      <a16:colId xmlns:a16="http://schemas.microsoft.com/office/drawing/2014/main" val="2419384117"/>
                    </a:ext>
                  </a:extLst>
                </a:gridCol>
                <a:gridCol w="416217">
                  <a:extLst>
                    <a:ext uri="{9D8B030D-6E8A-4147-A177-3AD203B41FA5}">
                      <a16:colId xmlns:a16="http://schemas.microsoft.com/office/drawing/2014/main" val="2405534675"/>
                    </a:ext>
                  </a:extLst>
                </a:gridCol>
                <a:gridCol w="416217">
                  <a:extLst>
                    <a:ext uri="{9D8B030D-6E8A-4147-A177-3AD203B41FA5}">
                      <a16:colId xmlns:a16="http://schemas.microsoft.com/office/drawing/2014/main" val="3091373070"/>
                    </a:ext>
                  </a:extLst>
                </a:gridCol>
              </a:tblGrid>
              <a:tr h="155465">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3957634344"/>
                  </a:ext>
                </a:extLst>
              </a:tr>
            </a:tbl>
          </a:graphicData>
        </a:graphic>
      </p:graphicFrame>
      <p:sp>
        <p:nvSpPr>
          <p:cNvPr id="42" name="文本框 41">
            <a:extLst>
              <a:ext uri="{FF2B5EF4-FFF2-40B4-BE49-F238E27FC236}">
                <a16:creationId xmlns:a16="http://schemas.microsoft.com/office/drawing/2014/main" id="{0F471989-4C3A-1DBD-A693-2AB1DC59DBDE}"/>
              </a:ext>
            </a:extLst>
          </p:cNvPr>
          <p:cNvSpPr txBox="1"/>
          <p:nvPr/>
        </p:nvSpPr>
        <p:spPr>
          <a:xfrm>
            <a:off x="1877885" y="5746798"/>
            <a:ext cx="775558" cy="369332"/>
          </a:xfrm>
          <a:prstGeom prst="rect">
            <a:avLst/>
          </a:prstGeom>
          <a:noFill/>
        </p:spPr>
        <p:txBody>
          <a:bodyPr wrap="square">
            <a:spAutoFit/>
          </a:bodyPr>
          <a:lstStyle/>
          <a:p>
            <a:r>
              <a:rPr kumimoji="1" lang="zh-CN" altLang="en-US" sz="1800" dirty="0">
                <a:latin typeface="Microsoft YaHei" panose="020B0503020204020204" pitchFamily="34" charset="-122"/>
                <a:ea typeface="Microsoft YaHei" panose="020B0503020204020204" pitchFamily="34" charset="-122"/>
              </a:rPr>
              <a:t>节点</a:t>
            </a:r>
            <a:r>
              <a:rPr kumimoji="1" lang="en-US" altLang="zh-CN" sz="1800" dirty="0">
                <a:latin typeface="Microsoft YaHei" panose="020B0503020204020204" pitchFamily="34" charset="-122"/>
                <a:ea typeface="Microsoft YaHei" panose="020B0503020204020204" pitchFamily="34" charset="-122"/>
              </a:rPr>
              <a:t>1</a:t>
            </a:r>
            <a:endParaRPr lang="zh-CN" altLang="en-US" dirty="0">
              <a:latin typeface="Microsoft YaHei" panose="020B0503020204020204" pitchFamily="34" charset="-122"/>
              <a:ea typeface="Microsoft YaHei" panose="020B0503020204020204" pitchFamily="34" charset="-122"/>
            </a:endParaRPr>
          </a:p>
        </p:txBody>
      </p:sp>
      <p:sp>
        <p:nvSpPr>
          <p:cNvPr id="43" name="文本框 42">
            <a:extLst>
              <a:ext uri="{FF2B5EF4-FFF2-40B4-BE49-F238E27FC236}">
                <a16:creationId xmlns:a16="http://schemas.microsoft.com/office/drawing/2014/main" id="{226A057D-A8E9-8F65-5FEB-B6A557E3CAB1}"/>
              </a:ext>
            </a:extLst>
          </p:cNvPr>
          <p:cNvSpPr txBox="1"/>
          <p:nvPr/>
        </p:nvSpPr>
        <p:spPr>
          <a:xfrm>
            <a:off x="5320441" y="5746798"/>
            <a:ext cx="775558" cy="369332"/>
          </a:xfrm>
          <a:prstGeom prst="rect">
            <a:avLst/>
          </a:prstGeom>
          <a:noFill/>
        </p:spPr>
        <p:txBody>
          <a:bodyPr wrap="square">
            <a:spAutoFit/>
          </a:bodyPr>
          <a:lstStyle/>
          <a:p>
            <a:r>
              <a:rPr kumimoji="1" lang="zh-CN" altLang="en-US" sz="1800" dirty="0">
                <a:latin typeface="Microsoft YaHei" panose="020B0503020204020204" pitchFamily="34" charset="-122"/>
                <a:ea typeface="Microsoft YaHei" panose="020B0503020204020204" pitchFamily="34" charset="-122"/>
              </a:rPr>
              <a:t>节点</a:t>
            </a:r>
            <a:r>
              <a:rPr kumimoji="1" lang="en-US" altLang="zh-CN" sz="1800" dirty="0">
                <a:latin typeface="Microsoft YaHei" panose="020B0503020204020204" pitchFamily="34" charset="-122"/>
                <a:ea typeface="Microsoft YaHei" panose="020B0503020204020204" pitchFamily="34" charset="-122"/>
              </a:rPr>
              <a:t>2</a:t>
            </a:r>
            <a:endParaRPr lang="zh-CN" altLang="en-US" dirty="0">
              <a:latin typeface="Microsoft YaHei" panose="020B0503020204020204" pitchFamily="34" charset="-122"/>
              <a:ea typeface="Microsoft YaHei" panose="020B0503020204020204" pitchFamily="34" charset="-122"/>
            </a:endParaRPr>
          </a:p>
        </p:txBody>
      </p:sp>
      <p:sp>
        <p:nvSpPr>
          <p:cNvPr id="44" name="文本框 43">
            <a:extLst>
              <a:ext uri="{FF2B5EF4-FFF2-40B4-BE49-F238E27FC236}">
                <a16:creationId xmlns:a16="http://schemas.microsoft.com/office/drawing/2014/main" id="{E5A1DD33-BC98-FDB7-B015-2974A9AA5075}"/>
              </a:ext>
            </a:extLst>
          </p:cNvPr>
          <p:cNvSpPr txBox="1"/>
          <p:nvPr/>
        </p:nvSpPr>
        <p:spPr>
          <a:xfrm>
            <a:off x="8549360" y="5746798"/>
            <a:ext cx="989195" cy="369332"/>
          </a:xfrm>
          <a:prstGeom prst="rect">
            <a:avLst/>
          </a:prstGeom>
          <a:noFill/>
        </p:spPr>
        <p:txBody>
          <a:bodyPr wrap="square">
            <a:spAutoFit/>
          </a:bodyPr>
          <a:lstStyle/>
          <a:p>
            <a:r>
              <a:rPr kumimoji="1" lang="zh-CN" altLang="en-US" sz="1800" dirty="0">
                <a:latin typeface="Microsoft YaHei" panose="020B0503020204020204" pitchFamily="34" charset="-122"/>
                <a:ea typeface="Microsoft YaHei" panose="020B0503020204020204" pitchFamily="34" charset="-122"/>
              </a:rPr>
              <a:t>节点</a:t>
            </a:r>
            <a:r>
              <a:rPr kumimoji="1" lang="en-US" altLang="zh-CN" sz="1800" dirty="0">
                <a:latin typeface="Microsoft YaHei" panose="020B0503020204020204" pitchFamily="34" charset="-122"/>
                <a:ea typeface="Microsoft YaHei" panose="020B0503020204020204" pitchFamily="34" charset="-122"/>
              </a:rPr>
              <a:t>n</a:t>
            </a:r>
            <a:endParaRPr lang="zh-CN" altLang="en-US" dirty="0">
              <a:latin typeface="Microsoft YaHei" panose="020B0503020204020204" pitchFamily="34" charset="-122"/>
              <a:ea typeface="Microsoft YaHei" panose="020B0503020204020204" pitchFamily="34" charset="-122"/>
            </a:endParaRPr>
          </a:p>
        </p:txBody>
      </p:sp>
      <p:sp>
        <p:nvSpPr>
          <p:cNvPr id="45" name="文本框 44">
            <a:extLst>
              <a:ext uri="{FF2B5EF4-FFF2-40B4-BE49-F238E27FC236}">
                <a16:creationId xmlns:a16="http://schemas.microsoft.com/office/drawing/2014/main" id="{4EAA96FC-DAC2-DC78-6B6E-96158F042BC6}"/>
              </a:ext>
            </a:extLst>
          </p:cNvPr>
          <p:cNvSpPr txBox="1"/>
          <p:nvPr/>
        </p:nvSpPr>
        <p:spPr>
          <a:xfrm>
            <a:off x="343691" y="3244334"/>
            <a:ext cx="775558" cy="369332"/>
          </a:xfrm>
          <a:prstGeom prst="rect">
            <a:avLst/>
          </a:prstGeom>
          <a:noFill/>
        </p:spPr>
        <p:txBody>
          <a:bodyPr wrap="square">
            <a:spAutoFit/>
          </a:bodyPr>
          <a:lstStyle/>
          <a:p>
            <a:r>
              <a:rPr kumimoji="1" lang="zh-CN" altLang="en-US" sz="1800" dirty="0">
                <a:latin typeface="Microsoft YaHei" panose="020B0503020204020204" pitchFamily="34" charset="-122"/>
                <a:ea typeface="Microsoft YaHei" panose="020B0503020204020204" pitchFamily="34" charset="-122"/>
              </a:rPr>
              <a:t>线程</a:t>
            </a:r>
            <a:r>
              <a:rPr kumimoji="1" lang="en-US" altLang="zh-CN" sz="1800" dirty="0">
                <a:latin typeface="Microsoft YaHei" panose="020B0503020204020204" pitchFamily="34" charset="-122"/>
                <a:ea typeface="Microsoft YaHei" panose="020B0503020204020204" pitchFamily="34" charset="-122"/>
              </a:rPr>
              <a:t>1</a:t>
            </a:r>
            <a:endParaRPr lang="zh-CN" altLang="en-US" dirty="0">
              <a:latin typeface="Microsoft YaHei" panose="020B0503020204020204" pitchFamily="34" charset="-122"/>
              <a:ea typeface="Microsoft YaHei" panose="020B0503020204020204" pitchFamily="34" charset="-122"/>
            </a:endParaRPr>
          </a:p>
        </p:txBody>
      </p:sp>
      <p:sp>
        <p:nvSpPr>
          <p:cNvPr id="46" name="文本框 45">
            <a:extLst>
              <a:ext uri="{FF2B5EF4-FFF2-40B4-BE49-F238E27FC236}">
                <a16:creationId xmlns:a16="http://schemas.microsoft.com/office/drawing/2014/main" id="{BD59CC5D-111D-0E6B-6ABF-04673161807A}"/>
              </a:ext>
            </a:extLst>
          </p:cNvPr>
          <p:cNvSpPr txBox="1"/>
          <p:nvPr/>
        </p:nvSpPr>
        <p:spPr>
          <a:xfrm>
            <a:off x="343691" y="3981527"/>
            <a:ext cx="775558" cy="369332"/>
          </a:xfrm>
          <a:prstGeom prst="rect">
            <a:avLst/>
          </a:prstGeom>
          <a:noFill/>
        </p:spPr>
        <p:txBody>
          <a:bodyPr wrap="square">
            <a:spAutoFit/>
          </a:bodyPr>
          <a:lstStyle/>
          <a:p>
            <a:r>
              <a:rPr kumimoji="1" lang="zh-CN" altLang="en-US" sz="1800" dirty="0">
                <a:latin typeface="Microsoft YaHei" panose="020B0503020204020204" pitchFamily="34" charset="-122"/>
                <a:ea typeface="Microsoft YaHei" panose="020B0503020204020204" pitchFamily="34" charset="-122"/>
              </a:rPr>
              <a:t>线程</a:t>
            </a:r>
            <a:r>
              <a:rPr kumimoji="1" lang="en-US" altLang="zh-CN" sz="1800" dirty="0">
                <a:latin typeface="Microsoft YaHei" panose="020B0503020204020204" pitchFamily="34" charset="-122"/>
                <a:ea typeface="Microsoft YaHei" panose="020B0503020204020204" pitchFamily="34" charset="-122"/>
              </a:rPr>
              <a:t>2</a:t>
            </a:r>
            <a:endParaRPr lang="zh-CN" altLang="en-US" dirty="0">
              <a:latin typeface="Microsoft YaHei" panose="020B0503020204020204" pitchFamily="34" charset="-122"/>
              <a:ea typeface="Microsoft YaHei" panose="020B0503020204020204" pitchFamily="34" charset="-122"/>
            </a:endParaRPr>
          </a:p>
        </p:txBody>
      </p:sp>
      <p:sp>
        <p:nvSpPr>
          <p:cNvPr id="47" name="文本框 46">
            <a:extLst>
              <a:ext uri="{FF2B5EF4-FFF2-40B4-BE49-F238E27FC236}">
                <a16:creationId xmlns:a16="http://schemas.microsoft.com/office/drawing/2014/main" id="{AFE315BB-711F-7778-A752-1DAA7BDDED7D}"/>
              </a:ext>
            </a:extLst>
          </p:cNvPr>
          <p:cNvSpPr txBox="1"/>
          <p:nvPr/>
        </p:nvSpPr>
        <p:spPr>
          <a:xfrm>
            <a:off x="343691" y="5181809"/>
            <a:ext cx="901777" cy="369332"/>
          </a:xfrm>
          <a:prstGeom prst="rect">
            <a:avLst/>
          </a:prstGeom>
          <a:noFill/>
        </p:spPr>
        <p:txBody>
          <a:bodyPr wrap="square">
            <a:spAutoFit/>
          </a:bodyPr>
          <a:lstStyle/>
          <a:p>
            <a:r>
              <a:rPr kumimoji="1" lang="zh-CN" altLang="en-US" sz="1800" dirty="0">
                <a:latin typeface="Microsoft YaHei" panose="020B0503020204020204" pitchFamily="34" charset="-122"/>
                <a:ea typeface="Microsoft YaHei" panose="020B0503020204020204" pitchFamily="34" charset="-122"/>
              </a:rPr>
              <a:t>线程</a:t>
            </a:r>
            <a:r>
              <a:rPr kumimoji="1" lang="en-US" altLang="zh-CN" dirty="0">
                <a:latin typeface="Microsoft YaHei" panose="020B0503020204020204" pitchFamily="34" charset="-122"/>
                <a:ea typeface="Microsoft YaHei" panose="020B0503020204020204" pitchFamily="34" charset="-122"/>
              </a:rPr>
              <a:t>n</a:t>
            </a:r>
            <a:endParaRPr lang="zh-CN" altLang="en-US" dirty="0">
              <a:latin typeface="Microsoft YaHei" panose="020B0503020204020204" pitchFamily="34" charset="-122"/>
              <a:ea typeface="Microsoft YaHei" panose="020B0503020204020204" pitchFamily="34" charset="-122"/>
            </a:endParaRPr>
          </a:p>
        </p:txBody>
      </p:sp>
      <p:sp>
        <p:nvSpPr>
          <p:cNvPr id="48" name="文本框 47">
            <a:extLst>
              <a:ext uri="{FF2B5EF4-FFF2-40B4-BE49-F238E27FC236}">
                <a16:creationId xmlns:a16="http://schemas.microsoft.com/office/drawing/2014/main" id="{644A43B3-1DF0-F06B-07B5-16B9D78059FF}"/>
              </a:ext>
            </a:extLst>
          </p:cNvPr>
          <p:cNvSpPr txBox="1"/>
          <p:nvPr/>
        </p:nvSpPr>
        <p:spPr>
          <a:xfrm>
            <a:off x="1490009" y="3360366"/>
            <a:ext cx="1912948" cy="261610"/>
          </a:xfrm>
          <a:prstGeom prst="rect">
            <a:avLst/>
          </a:prstGeom>
          <a:noFill/>
        </p:spPr>
        <p:txBody>
          <a:bodyPr wrap="square">
            <a:spAutoFit/>
          </a:bodyPr>
          <a:lstStyle/>
          <a:p>
            <a:r>
              <a:rPr kumimoji="1" lang="zh-CN" altLang="en-US" sz="1050" dirty="0">
                <a:solidFill>
                  <a:schemeClr val="bg1"/>
                </a:solidFill>
                <a:latin typeface="Microsoft YaHei" panose="020B0503020204020204" pitchFamily="34" charset="-122"/>
                <a:ea typeface="Microsoft YaHei" panose="020B0503020204020204" pitchFamily="34" charset="-122"/>
              </a:rPr>
              <a:t>数据</a:t>
            </a:r>
            <a:r>
              <a:rPr kumimoji="1" lang="en-US" altLang="zh-CN" sz="1050" dirty="0">
                <a:solidFill>
                  <a:schemeClr val="bg1"/>
                </a:solidFill>
                <a:latin typeface="Microsoft YaHei" panose="020B0503020204020204" pitchFamily="34" charset="-122"/>
                <a:ea typeface="Microsoft YaHei" panose="020B0503020204020204" pitchFamily="34" charset="-122"/>
              </a:rPr>
              <a:t>1</a:t>
            </a:r>
            <a:r>
              <a:rPr kumimoji="1" lang="zh-CN" altLang="en-US" sz="1050" dirty="0">
                <a:solidFill>
                  <a:schemeClr val="bg1"/>
                </a:solidFill>
                <a:latin typeface="Microsoft YaHei" panose="020B0503020204020204" pitchFamily="34" charset="-122"/>
                <a:ea typeface="Microsoft YaHei" panose="020B0503020204020204" pitchFamily="34" charset="-122"/>
              </a:rPr>
              <a:t>  数据</a:t>
            </a:r>
            <a:r>
              <a:rPr kumimoji="1" lang="en-US" altLang="zh-CN" sz="1050" dirty="0">
                <a:solidFill>
                  <a:schemeClr val="bg1"/>
                </a:solidFill>
                <a:latin typeface="Microsoft YaHei" panose="020B0503020204020204" pitchFamily="34" charset="-122"/>
                <a:ea typeface="Microsoft YaHei" panose="020B0503020204020204" pitchFamily="34" charset="-122"/>
              </a:rPr>
              <a:t>2</a:t>
            </a:r>
            <a:r>
              <a:rPr kumimoji="1" lang="zh-CN" altLang="en-US" sz="1050" dirty="0">
                <a:solidFill>
                  <a:schemeClr val="bg1"/>
                </a:solidFill>
                <a:latin typeface="Microsoft YaHei" panose="020B0503020204020204" pitchFamily="34" charset="-122"/>
                <a:ea typeface="Microsoft YaHei" panose="020B0503020204020204" pitchFamily="34" charset="-122"/>
              </a:rPr>
              <a:t>            数据</a:t>
            </a:r>
            <a:r>
              <a:rPr kumimoji="1" lang="en-US" altLang="zh-CN" sz="1050" dirty="0">
                <a:solidFill>
                  <a:schemeClr val="bg1"/>
                </a:solidFill>
                <a:latin typeface="Microsoft YaHei" panose="020B0503020204020204" pitchFamily="34" charset="-122"/>
                <a:ea typeface="Microsoft YaHei" panose="020B0503020204020204" pitchFamily="34" charset="-122"/>
              </a:rPr>
              <a:t>n</a:t>
            </a:r>
            <a:endParaRPr lang="zh-CN" altLang="en-US" sz="1050" dirty="0">
              <a:solidFill>
                <a:schemeClr val="bg1"/>
              </a:solidFill>
              <a:latin typeface="Microsoft YaHei" panose="020B0503020204020204" pitchFamily="34" charset="-122"/>
              <a:ea typeface="Microsoft YaHei" panose="020B0503020204020204" pitchFamily="34" charset="-122"/>
            </a:endParaRPr>
          </a:p>
        </p:txBody>
      </p:sp>
      <p:sp>
        <p:nvSpPr>
          <p:cNvPr id="50" name="文本框 49">
            <a:extLst>
              <a:ext uri="{FF2B5EF4-FFF2-40B4-BE49-F238E27FC236}">
                <a16:creationId xmlns:a16="http://schemas.microsoft.com/office/drawing/2014/main" id="{50C1D0EC-207F-95A2-FEE4-4362E04F8253}"/>
              </a:ext>
            </a:extLst>
          </p:cNvPr>
          <p:cNvSpPr txBox="1"/>
          <p:nvPr/>
        </p:nvSpPr>
        <p:spPr>
          <a:xfrm>
            <a:off x="5145122" y="6101451"/>
            <a:ext cx="1901753" cy="461665"/>
          </a:xfrm>
          <a:prstGeom prst="rect">
            <a:avLst/>
          </a:prstGeom>
          <a:noFill/>
        </p:spPr>
        <p:txBody>
          <a:bodyPr wrap="square">
            <a:spAutoFit/>
          </a:bodyPr>
          <a:lstStyle/>
          <a:p>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➀</a:t>
            </a:r>
            <a:r>
              <a:rPr lang="en-US" altLang="zh-CN" sz="2400" b="0" i="0" u="none" strike="noStrike" dirty="0">
                <a:solidFill>
                  <a:srgbClr val="333333"/>
                </a:solidFill>
                <a:effectLst/>
                <a:latin typeface="Microsoft YaHei" panose="020B0503020204020204" pitchFamily="34" charset="-122"/>
                <a:ea typeface="Microsoft YaHei" panose="020B0503020204020204" pitchFamily="34" charset="-122"/>
              </a:rPr>
              <a:t>MPP</a:t>
            </a:r>
            <a:endParaRPr lang="zh-CN" altLang="en-US" sz="2400" dirty="0">
              <a:latin typeface="Microsoft YaHei" panose="020B0503020204020204" pitchFamily="34" charset="-122"/>
              <a:ea typeface="Microsoft YaHei" panose="020B0503020204020204" pitchFamily="34" charset="-122"/>
            </a:endParaRPr>
          </a:p>
        </p:txBody>
      </p:sp>
      <p:sp>
        <p:nvSpPr>
          <p:cNvPr id="51" name="文本框 50">
            <a:extLst>
              <a:ext uri="{FF2B5EF4-FFF2-40B4-BE49-F238E27FC236}">
                <a16:creationId xmlns:a16="http://schemas.microsoft.com/office/drawing/2014/main" id="{FCA86CB2-A213-1B22-6A50-6C78D8531E6E}"/>
              </a:ext>
            </a:extLst>
          </p:cNvPr>
          <p:cNvSpPr txBox="1"/>
          <p:nvPr/>
        </p:nvSpPr>
        <p:spPr>
          <a:xfrm>
            <a:off x="99674" y="2870370"/>
            <a:ext cx="1901753" cy="461665"/>
          </a:xfrm>
          <a:prstGeom prst="rect">
            <a:avLst/>
          </a:prstGeom>
          <a:noFill/>
        </p:spPr>
        <p:txBody>
          <a:bodyPr wrap="square">
            <a:spAutoFit/>
          </a:bodyPr>
          <a:lstStyle/>
          <a:p>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➁</a:t>
            </a:r>
            <a:r>
              <a:rPr lang="en-US" altLang="zh-CN" sz="2400" b="0" i="0" u="none" strike="noStrike" dirty="0">
                <a:solidFill>
                  <a:srgbClr val="333333"/>
                </a:solidFill>
                <a:effectLst/>
                <a:latin typeface="Microsoft YaHei" panose="020B0503020204020204" pitchFamily="34" charset="-122"/>
                <a:ea typeface="Microsoft YaHei" panose="020B0503020204020204" pitchFamily="34" charset="-122"/>
              </a:rPr>
              <a:t>SMP</a:t>
            </a:r>
            <a:endParaRPr lang="zh-CN" altLang="en-US" sz="2400" dirty="0">
              <a:latin typeface="Microsoft YaHei" panose="020B0503020204020204" pitchFamily="34" charset="-122"/>
              <a:ea typeface="Microsoft YaHei" panose="020B0503020204020204" pitchFamily="34" charset="-122"/>
            </a:endParaRPr>
          </a:p>
        </p:txBody>
      </p:sp>
      <p:sp>
        <p:nvSpPr>
          <p:cNvPr id="52" name="文本框 51">
            <a:extLst>
              <a:ext uri="{FF2B5EF4-FFF2-40B4-BE49-F238E27FC236}">
                <a16:creationId xmlns:a16="http://schemas.microsoft.com/office/drawing/2014/main" id="{07B0E87F-B5D7-AA91-090F-03048D6A1ED6}"/>
              </a:ext>
            </a:extLst>
          </p:cNvPr>
          <p:cNvSpPr txBox="1"/>
          <p:nvPr/>
        </p:nvSpPr>
        <p:spPr>
          <a:xfrm>
            <a:off x="3211074" y="3259360"/>
            <a:ext cx="1901753" cy="461665"/>
          </a:xfrm>
          <a:prstGeom prst="rect">
            <a:avLst/>
          </a:prstGeom>
          <a:noFill/>
        </p:spPr>
        <p:txBody>
          <a:bodyPr wrap="square">
            <a:spAutoFit/>
          </a:bodyPr>
          <a:lstStyle/>
          <a:p>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➂</a:t>
            </a:r>
            <a:r>
              <a:rPr lang="en-US" altLang="zh-CN" sz="2400" b="0" i="0" u="none" strike="noStrike" dirty="0">
                <a:solidFill>
                  <a:srgbClr val="333333"/>
                </a:solidFill>
                <a:effectLst/>
                <a:latin typeface="Microsoft YaHei" panose="020B0503020204020204" pitchFamily="34" charset="-122"/>
                <a:ea typeface="Microsoft YaHei" panose="020B0503020204020204" pitchFamily="34" charset="-122"/>
              </a:rPr>
              <a:t>SIMD</a:t>
            </a:r>
            <a:endParaRPr lang="zh-CN" altLang="en-US" sz="2400" dirty="0">
              <a:latin typeface="Microsoft YaHei" panose="020B0503020204020204" pitchFamily="34" charset="-122"/>
              <a:ea typeface="Microsoft YaHei" panose="020B0503020204020204" pitchFamily="34" charset="-122"/>
            </a:endParaRPr>
          </a:p>
        </p:txBody>
      </p:sp>
      <p:sp>
        <p:nvSpPr>
          <p:cNvPr id="53" name="矩形 52">
            <a:extLst>
              <a:ext uri="{FF2B5EF4-FFF2-40B4-BE49-F238E27FC236}">
                <a16:creationId xmlns:a16="http://schemas.microsoft.com/office/drawing/2014/main" id="{2D15C072-071F-97C7-E5C1-8C2DDBA68D88}"/>
              </a:ext>
            </a:extLst>
          </p:cNvPr>
          <p:cNvSpPr/>
          <p:nvPr/>
        </p:nvSpPr>
        <p:spPr bwMode="auto">
          <a:xfrm>
            <a:off x="1652226" y="5746798"/>
            <a:ext cx="8248519" cy="801639"/>
          </a:xfrm>
          <a:prstGeom prst="rect">
            <a:avLst/>
          </a:prstGeom>
          <a:noFill/>
          <a:ln>
            <a:prstDash val="dash"/>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54" name="矩形 53">
            <a:extLst>
              <a:ext uri="{FF2B5EF4-FFF2-40B4-BE49-F238E27FC236}">
                <a16:creationId xmlns:a16="http://schemas.microsoft.com/office/drawing/2014/main" id="{A4A01405-6B91-5F9B-0F63-0AF15149281A}"/>
              </a:ext>
            </a:extLst>
          </p:cNvPr>
          <p:cNvSpPr/>
          <p:nvPr/>
        </p:nvSpPr>
        <p:spPr bwMode="auto">
          <a:xfrm>
            <a:off x="107032" y="2789488"/>
            <a:ext cx="1011770" cy="3125734"/>
          </a:xfrm>
          <a:prstGeom prst="rect">
            <a:avLst/>
          </a:prstGeom>
          <a:noFill/>
          <a:ln>
            <a:prstDash val="sysDot"/>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29475895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C08821E-3D29-6194-3EA1-E296A9FC6C63}"/>
              </a:ext>
            </a:extLst>
          </p:cNvPr>
          <p:cNvSpPr>
            <a:spLocks noGrp="1"/>
          </p:cNvSpPr>
          <p:nvPr>
            <p:ph type="sldNum" sz="quarter" idx="10"/>
          </p:nvPr>
        </p:nvSpPr>
        <p:spPr/>
        <p:txBody>
          <a:bodyPr/>
          <a:lstStyle/>
          <a:p>
            <a:fld id="{87BBDC00-B9E2-4EFD-9306-2934E87247C6}" type="slidenum">
              <a:rPr lang="zh-CN" altLang="en-US" smtClean="0"/>
              <a:pPr/>
              <a:t>57</a:t>
            </a:fld>
            <a:endParaRPr lang="zh-CN" altLang="en-US"/>
          </a:p>
        </p:txBody>
      </p:sp>
      <p:sp>
        <p:nvSpPr>
          <p:cNvPr id="3" name="标题 2">
            <a:extLst>
              <a:ext uri="{FF2B5EF4-FFF2-40B4-BE49-F238E27FC236}">
                <a16:creationId xmlns:a16="http://schemas.microsoft.com/office/drawing/2014/main" id="{1A2CF9C2-6B38-793A-8247-86C67DE26494}"/>
              </a:ext>
            </a:extLst>
          </p:cNvPr>
          <p:cNvSpPr>
            <a:spLocks noGrp="1"/>
          </p:cNvSpPr>
          <p:nvPr>
            <p:ph type="title"/>
          </p:nvPr>
        </p:nvSpPr>
        <p:spPr/>
        <p:txBody>
          <a:bodyPr/>
          <a:lstStyle/>
          <a:p>
            <a:r>
              <a:rPr kumimoji="1" lang="zh-CN" altLang="en-US" sz="3600" dirty="0"/>
              <a:t>节点间多机器并行 </a:t>
            </a:r>
            <a:r>
              <a:rPr kumimoji="1" lang="en-US" altLang="zh-CN" sz="3600" dirty="0"/>
              <a:t>MPP</a:t>
            </a:r>
            <a:endParaRPr kumimoji="1" lang="zh-CN" altLang="en-US" dirty="0"/>
          </a:p>
        </p:txBody>
      </p:sp>
      <p:sp>
        <p:nvSpPr>
          <p:cNvPr id="5" name="页脚占位符 4">
            <a:extLst>
              <a:ext uri="{FF2B5EF4-FFF2-40B4-BE49-F238E27FC236}">
                <a16:creationId xmlns:a16="http://schemas.microsoft.com/office/drawing/2014/main" id="{A8EF6A3D-8063-9258-88B7-E18B4D158643}"/>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grpSp>
        <p:nvGrpSpPr>
          <p:cNvPr id="6" name="组合 5">
            <a:extLst>
              <a:ext uri="{FF2B5EF4-FFF2-40B4-BE49-F238E27FC236}">
                <a16:creationId xmlns:a16="http://schemas.microsoft.com/office/drawing/2014/main" id="{BEEDD873-5727-41BF-4128-8FFFA71DAC17}"/>
              </a:ext>
            </a:extLst>
          </p:cNvPr>
          <p:cNvGrpSpPr/>
          <p:nvPr/>
        </p:nvGrpSpPr>
        <p:grpSpPr>
          <a:xfrm>
            <a:off x="10489190" y="3531305"/>
            <a:ext cx="1304516" cy="1221999"/>
            <a:chOff x="8023266" y="2788294"/>
            <a:chExt cx="1304516" cy="1221999"/>
          </a:xfrm>
        </p:grpSpPr>
        <p:sp>
          <p:nvSpPr>
            <p:cNvPr id="7" name="圆角矩形 6">
              <a:extLst>
                <a:ext uri="{FF2B5EF4-FFF2-40B4-BE49-F238E27FC236}">
                  <a16:creationId xmlns:a16="http://schemas.microsoft.com/office/drawing/2014/main" id="{C8EF7D6B-57F2-A981-C8DC-6FFC32DEC4A7}"/>
                </a:ext>
              </a:extLst>
            </p:cNvPr>
            <p:cNvSpPr/>
            <p:nvPr/>
          </p:nvSpPr>
          <p:spPr>
            <a:xfrm>
              <a:off x="8023266" y="2788294"/>
              <a:ext cx="1282249" cy="1221999"/>
            </a:xfrm>
            <a:prstGeom prst="roundRect">
              <a:avLst/>
            </a:prstGeom>
            <a:solidFill>
              <a:srgbClr val="F2F2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数据节点</a:t>
              </a: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a:p>
              <a:pPr marL="0" marR="0" lvl="0" indent="0" algn="ctr" defTabSz="1219444"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8" name="Picture 2" descr="ERP Automation Benefits and Trends">
              <a:extLst>
                <a:ext uri="{FF2B5EF4-FFF2-40B4-BE49-F238E27FC236}">
                  <a16:creationId xmlns:a16="http://schemas.microsoft.com/office/drawing/2014/main" id="{6F732120-BA23-0DBD-E5AC-EB01B1507D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3605" t="62658" r="6935" b="24711"/>
            <a:stretch/>
          </p:blipFill>
          <p:spPr bwMode="auto">
            <a:xfrm>
              <a:off x="8107221" y="3298409"/>
              <a:ext cx="323850" cy="342901"/>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19FF03B7-DC63-FF47-EE39-B6A8A6C111D4}"/>
                </a:ext>
              </a:extLst>
            </p:cNvPr>
            <p:cNvSpPr txBox="1"/>
            <p:nvPr/>
          </p:nvSpPr>
          <p:spPr>
            <a:xfrm>
              <a:off x="8443122" y="3345860"/>
              <a:ext cx="884660" cy="276999"/>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大量计算</a:t>
              </a:r>
            </a:p>
          </p:txBody>
        </p:sp>
        <p:sp>
          <p:nvSpPr>
            <p:cNvPr id="10" name="圆柱形 57">
              <a:extLst>
                <a:ext uri="{FF2B5EF4-FFF2-40B4-BE49-F238E27FC236}">
                  <a16:creationId xmlns:a16="http://schemas.microsoft.com/office/drawing/2014/main" id="{961D1420-D8D3-2FCA-3167-D0E11D2DE266}"/>
                </a:ext>
              </a:extLst>
            </p:cNvPr>
            <p:cNvSpPr/>
            <p:nvPr/>
          </p:nvSpPr>
          <p:spPr>
            <a:xfrm>
              <a:off x="8107221" y="3722261"/>
              <a:ext cx="323850" cy="21602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444"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a:extLst>
                <a:ext uri="{FF2B5EF4-FFF2-40B4-BE49-F238E27FC236}">
                  <a16:creationId xmlns:a16="http://schemas.microsoft.com/office/drawing/2014/main" id="{BD4D68FF-ADEB-280A-D533-AD4F128D529A}"/>
                </a:ext>
              </a:extLst>
            </p:cNvPr>
            <p:cNvSpPr txBox="1"/>
            <p:nvPr/>
          </p:nvSpPr>
          <p:spPr>
            <a:xfrm>
              <a:off x="8431071" y="3678076"/>
              <a:ext cx="884660" cy="276999"/>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本地访存</a:t>
              </a:r>
            </a:p>
          </p:txBody>
        </p:sp>
      </p:grpSp>
      <p:sp>
        <p:nvSpPr>
          <p:cNvPr id="12" name="圆角矩形 11">
            <a:extLst>
              <a:ext uri="{FF2B5EF4-FFF2-40B4-BE49-F238E27FC236}">
                <a16:creationId xmlns:a16="http://schemas.microsoft.com/office/drawing/2014/main" id="{55AEE14A-EAF3-BC0C-9D13-FCE5AFE2C466}"/>
              </a:ext>
            </a:extLst>
          </p:cNvPr>
          <p:cNvSpPr/>
          <p:nvPr/>
        </p:nvSpPr>
        <p:spPr>
          <a:xfrm>
            <a:off x="5319236" y="2342538"/>
            <a:ext cx="2067122" cy="795775"/>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协调节点</a:t>
            </a:r>
          </a:p>
        </p:txBody>
      </p:sp>
      <p:grpSp>
        <p:nvGrpSpPr>
          <p:cNvPr id="13" name="组合 12">
            <a:extLst>
              <a:ext uri="{FF2B5EF4-FFF2-40B4-BE49-F238E27FC236}">
                <a16:creationId xmlns:a16="http://schemas.microsoft.com/office/drawing/2014/main" id="{3D32AB5D-5746-93FC-36B3-98D732E17230}"/>
              </a:ext>
            </a:extLst>
          </p:cNvPr>
          <p:cNvGrpSpPr/>
          <p:nvPr/>
        </p:nvGrpSpPr>
        <p:grpSpPr>
          <a:xfrm>
            <a:off x="4911431" y="3509193"/>
            <a:ext cx="2915640" cy="1232236"/>
            <a:chOff x="462361" y="2783859"/>
            <a:chExt cx="2915640" cy="1232236"/>
          </a:xfrm>
        </p:grpSpPr>
        <p:sp>
          <p:nvSpPr>
            <p:cNvPr id="14" name="圆角矩形 13">
              <a:extLst>
                <a:ext uri="{FF2B5EF4-FFF2-40B4-BE49-F238E27FC236}">
                  <a16:creationId xmlns:a16="http://schemas.microsoft.com/office/drawing/2014/main" id="{AE9567AC-7D0B-D0E4-9EE9-AC7D017BD336}"/>
                </a:ext>
              </a:extLst>
            </p:cNvPr>
            <p:cNvSpPr/>
            <p:nvPr/>
          </p:nvSpPr>
          <p:spPr>
            <a:xfrm>
              <a:off x="462361" y="2783859"/>
              <a:ext cx="1282249" cy="1221999"/>
            </a:xfrm>
            <a:prstGeom prst="roundRect">
              <a:avLst/>
            </a:prstGeom>
            <a:solidFill>
              <a:srgbClr val="F2F2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数据节点</a:t>
              </a: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a:p>
              <a:pPr marL="0" marR="0" lvl="0" indent="0" algn="ctr" defTabSz="1219444"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5" name="Picture 2" descr="ERP Automation Benefits and Trends">
              <a:extLst>
                <a:ext uri="{FF2B5EF4-FFF2-40B4-BE49-F238E27FC236}">
                  <a16:creationId xmlns:a16="http://schemas.microsoft.com/office/drawing/2014/main" id="{6E572A21-DB57-C5A6-82EE-B9BA79E0BA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3605" t="62658" r="6935" b="24711"/>
            <a:stretch/>
          </p:blipFill>
          <p:spPr bwMode="auto">
            <a:xfrm>
              <a:off x="546316" y="3293974"/>
              <a:ext cx="323850" cy="342901"/>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CF89F609-EE1C-2FAF-AF04-6AAA75374C97}"/>
                </a:ext>
              </a:extLst>
            </p:cNvPr>
            <p:cNvSpPr txBox="1"/>
            <p:nvPr/>
          </p:nvSpPr>
          <p:spPr>
            <a:xfrm>
              <a:off x="882217" y="3341425"/>
              <a:ext cx="884660" cy="276999"/>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大量计算</a:t>
              </a:r>
            </a:p>
          </p:txBody>
        </p:sp>
        <p:sp>
          <p:nvSpPr>
            <p:cNvPr id="17" name="圆柱形 7">
              <a:extLst>
                <a:ext uri="{FF2B5EF4-FFF2-40B4-BE49-F238E27FC236}">
                  <a16:creationId xmlns:a16="http://schemas.microsoft.com/office/drawing/2014/main" id="{83913394-EDE6-28B6-7FFB-6D5966371D8E}"/>
                </a:ext>
              </a:extLst>
            </p:cNvPr>
            <p:cNvSpPr/>
            <p:nvPr/>
          </p:nvSpPr>
          <p:spPr>
            <a:xfrm>
              <a:off x="546316" y="3717826"/>
              <a:ext cx="323850" cy="21602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444"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a:extLst>
                <a:ext uri="{FF2B5EF4-FFF2-40B4-BE49-F238E27FC236}">
                  <a16:creationId xmlns:a16="http://schemas.microsoft.com/office/drawing/2014/main" id="{F0B0EBA9-8F42-2707-1926-4DEFC49D6D5C}"/>
                </a:ext>
              </a:extLst>
            </p:cNvPr>
            <p:cNvSpPr txBox="1"/>
            <p:nvPr/>
          </p:nvSpPr>
          <p:spPr>
            <a:xfrm>
              <a:off x="870166" y="3673641"/>
              <a:ext cx="884660" cy="276999"/>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本地访存</a:t>
              </a:r>
            </a:p>
          </p:txBody>
        </p:sp>
        <p:sp>
          <p:nvSpPr>
            <p:cNvPr id="19" name="圆角矩形 18">
              <a:extLst>
                <a:ext uri="{FF2B5EF4-FFF2-40B4-BE49-F238E27FC236}">
                  <a16:creationId xmlns:a16="http://schemas.microsoft.com/office/drawing/2014/main" id="{7C02D2F3-7FB3-6796-B9A7-741D4512274C}"/>
                </a:ext>
              </a:extLst>
            </p:cNvPr>
            <p:cNvSpPr/>
            <p:nvPr/>
          </p:nvSpPr>
          <p:spPr>
            <a:xfrm>
              <a:off x="2095752" y="2794096"/>
              <a:ext cx="1282249" cy="1221999"/>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数据节点</a:t>
              </a: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a:p>
              <a:pPr marL="0" marR="0" lvl="0" indent="0" algn="ctr" defTabSz="1219444"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20" name="文本框 19">
            <a:extLst>
              <a:ext uri="{FF2B5EF4-FFF2-40B4-BE49-F238E27FC236}">
                <a16:creationId xmlns:a16="http://schemas.microsoft.com/office/drawing/2014/main" id="{BE530E80-773B-FAC2-79FF-E7FC87302CDF}"/>
              </a:ext>
            </a:extLst>
          </p:cNvPr>
          <p:cNvSpPr txBox="1"/>
          <p:nvPr/>
        </p:nvSpPr>
        <p:spPr>
          <a:xfrm>
            <a:off x="5923190" y="2740425"/>
            <a:ext cx="884660" cy="261610"/>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网络代理</a:t>
            </a:r>
          </a:p>
        </p:txBody>
      </p:sp>
      <p:cxnSp>
        <p:nvCxnSpPr>
          <p:cNvPr id="21" name="直接箭头连接符 12">
            <a:extLst>
              <a:ext uri="{FF2B5EF4-FFF2-40B4-BE49-F238E27FC236}">
                <a16:creationId xmlns:a16="http://schemas.microsoft.com/office/drawing/2014/main" id="{45998C96-7C2B-40A2-7BBA-CB43E395DC16}"/>
              </a:ext>
            </a:extLst>
          </p:cNvPr>
          <p:cNvCxnSpPr/>
          <p:nvPr/>
        </p:nvCxnSpPr>
        <p:spPr>
          <a:xfrm flipV="1">
            <a:off x="5624727" y="3127665"/>
            <a:ext cx="740793" cy="381528"/>
          </a:xfrm>
          <a:prstGeom prst="straightConnector1">
            <a:avLst/>
          </a:prstGeom>
          <a:ln w="57150">
            <a:solidFill>
              <a:schemeClr val="accent2">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2" name="圆角矩形 21">
            <a:extLst>
              <a:ext uri="{FF2B5EF4-FFF2-40B4-BE49-F238E27FC236}">
                <a16:creationId xmlns:a16="http://schemas.microsoft.com/office/drawing/2014/main" id="{854B0CA1-6C19-143E-3FF3-A0891E33905A}"/>
              </a:ext>
            </a:extLst>
          </p:cNvPr>
          <p:cNvSpPr/>
          <p:nvPr/>
        </p:nvSpPr>
        <p:spPr>
          <a:xfrm>
            <a:off x="9196725" y="2337643"/>
            <a:ext cx="2067122" cy="795775"/>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协调节点</a:t>
            </a:r>
          </a:p>
        </p:txBody>
      </p:sp>
      <p:grpSp>
        <p:nvGrpSpPr>
          <p:cNvPr id="23" name="组合 22">
            <a:extLst>
              <a:ext uri="{FF2B5EF4-FFF2-40B4-BE49-F238E27FC236}">
                <a16:creationId xmlns:a16="http://schemas.microsoft.com/office/drawing/2014/main" id="{2CFADAB2-A756-1E80-44B0-C5AB95CCAD80}"/>
              </a:ext>
            </a:extLst>
          </p:cNvPr>
          <p:cNvGrpSpPr/>
          <p:nvPr/>
        </p:nvGrpSpPr>
        <p:grpSpPr>
          <a:xfrm>
            <a:off x="8788920" y="3504298"/>
            <a:ext cx="1304516" cy="1221999"/>
            <a:chOff x="8023266" y="2788294"/>
            <a:chExt cx="1304516" cy="1221999"/>
          </a:xfrm>
        </p:grpSpPr>
        <p:sp>
          <p:nvSpPr>
            <p:cNvPr id="24" name="圆角矩形 23">
              <a:extLst>
                <a:ext uri="{FF2B5EF4-FFF2-40B4-BE49-F238E27FC236}">
                  <a16:creationId xmlns:a16="http://schemas.microsoft.com/office/drawing/2014/main" id="{83DE7B22-B4CE-D7F1-CEA5-61699399A1C9}"/>
                </a:ext>
              </a:extLst>
            </p:cNvPr>
            <p:cNvSpPr/>
            <p:nvPr/>
          </p:nvSpPr>
          <p:spPr>
            <a:xfrm>
              <a:off x="8023266" y="2788294"/>
              <a:ext cx="1282249" cy="1221999"/>
            </a:xfrm>
            <a:prstGeom prst="roundRect">
              <a:avLst/>
            </a:prstGeom>
            <a:solidFill>
              <a:srgbClr val="F2F2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数据节点</a:t>
              </a: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a:p>
              <a:pPr marL="0" marR="0" lvl="0" indent="0" algn="ctr" defTabSz="1219444"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25" name="Picture 2" descr="ERP Automation Benefits and Trends">
              <a:extLst>
                <a:ext uri="{FF2B5EF4-FFF2-40B4-BE49-F238E27FC236}">
                  <a16:creationId xmlns:a16="http://schemas.microsoft.com/office/drawing/2014/main" id="{25422C11-426F-FC25-7220-C12C2908B1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3605" t="62658" r="6935" b="24711"/>
            <a:stretch/>
          </p:blipFill>
          <p:spPr bwMode="auto">
            <a:xfrm>
              <a:off x="8107221" y="3298409"/>
              <a:ext cx="323850" cy="342901"/>
            </a:xfrm>
            <a:prstGeom prst="rect">
              <a:avLst/>
            </a:prstGeom>
            <a:noFill/>
            <a:extLst>
              <a:ext uri="{909E8E84-426E-40DD-AFC4-6F175D3DCCD1}">
                <a14:hiddenFill xmlns:a14="http://schemas.microsoft.com/office/drawing/2010/main">
                  <a:solidFill>
                    <a:srgbClr val="FFFFFF"/>
                  </a:solidFill>
                </a14:hiddenFill>
              </a:ext>
            </a:extLst>
          </p:spPr>
        </p:pic>
        <p:sp>
          <p:nvSpPr>
            <p:cNvPr id="26" name="文本框 25">
              <a:extLst>
                <a:ext uri="{FF2B5EF4-FFF2-40B4-BE49-F238E27FC236}">
                  <a16:creationId xmlns:a16="http://schemas.microsoft.com/office/drawing/2014/main" id="{05FD2E55-AA85-5438-D269-BD07C849CA73}"/>
                </a:ext>
              </a:extLst>
            </p:cNvPr>
            <p:cNvSpPr txBox="1"/>
            <p:nvPr/>
          </p:nvSpPr>
          <p:spPr>
            <a:xfrm>
              <a:off x="8443122" y="3345860"/>
              <a:ext cx="884660" cy="276999"/>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大量计算</a:t>
              </a:r>
            </a:p>
          </p:txBody>
        </p:sp>
        <p:sp>
          <p:nvSpPr>
            <p:cNvPr id="27" name="圆柱形 18">
              <a:extLst>
                <a:ext uri="{FF2B5EF4-FFF2-40B4-BE49-F238E27FC236}">
                  <a16:creationId xmlns:a16="http://schemas.microsoft.com/office/drawing/2014/main" id="{DBC69FBF-E3A0-9ECB-6CF4-27814B35C7C9}"/>
                </a:ext>
              </a:extLst>
            </p:cNvPr>
            <p:cNvSpPr/>
            <p:nvPr/>
          </p:nvSpPr>
          <p:spPr>
            <a:xfrm>
              <a:off x="8107221" y="3722261"/>
              <a:ext cx="323850" cy="21602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444"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8" name="文本框 27">
              <a:extLst>
                <a:ext uri="{FF2B5EF4-FFF2-40B4-BE49-F238E27FC236}">
                  <a16:creationId xmlns:a16="http://schemas.microsoft.com/office/drawing/2014/main" id="{904E5228-FDDF-9F00-5E91-B5DD3DA2B952}"/>
                </a:ext>
              </a:extLst>
            </p:cNvPr>
            <p:cNvSpPr txBox="1"/>
            <p:nvPr/>
          </p:nvSpPr>
          <p:spPr>
            <a:xfrm>
              <a:off x="8431071" y="3678076"/>
              <a:ext cx="884660" cy="276999"/>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本地访存</a:t>
              </a:r>
            </a:p>
          </p:txBody>
        </p:sp>
      </p:grpSp>
      <p:sp>
        <p:nvSpPr>
          <p:cNvPr id="29" name="文本框 28">
            <a:extLst>
              <a:ext uri="{FF2B5EF4-FFF2-40B4-BE49-F238E27FC236}">
                <a16:creationId xmlns:a16="http://schemas.microsoft.com/office/drawing/2014/main" id="{BA2E58FC-35CF-C4DD-E190-5BB5E96A35A9}"/>
              </a:ext>
            </a:extLst>
          </p:cNvPr>
          <p:cNvSpPr txBox="1"/>
          <p:nvPr/>
        </p:nvSpPr>
        <p:spPr>
          <a:xfrm>
            <a:off x="9800679" y="2735530"/>
            <a:ext cx="884660" cy="261610"/>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网络代理</a:t>
            </a:r>
          </a:p>
        </p:txBody>
      </p:sp>
      <p:cxnSp>
        <p:nvCxnSpPr>
          <p:cNvPr id="30" name="直接箭头连接符 22">
            <a:extLst>
              <a:ext uri="{FF2B5EF4-FFF2-40B4-BE49-F238E27FC236}">
                <a16:creationId xmlns:a16="http://schemas.microsoft.com/office/drawing/2014/main" id="{FED34439-A500-9ABD-6DA7-C05F0FBB40EA}"/>
              </a:ext>
            </a:extLst>
          </p:cNvPr>
          <p:cNvCxnSpPr/>
          <p:nvPr/>
        </p:nvCxnSpPr>
        <p:spPr>
          <a:xfrm flipV="1">
            <a:off x="9502216" y="3122770"/>
            <a:ext cx="740793" cy="381528"/>
          </a:xfrm>
          <a:prstGeom prst="straightConnector1">
            <a:avLst/>
          </a:prstGeom>
          <a:ln w="57150">
            <a:solidFill>
              <a:schemeClr val="accent2">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1" name="直接箭头连接符 23">
            <a:extLst>
              <a:ext uri="{FF2B5EF4-FFF2-40B4-BE49-F238E27FC236}">
                <a16:creationId xmlns:a16="http://schemas.microsoft.com/office/drawing/2014/main" id="{64CD0D70-0D0F-4CE1-5954-988727012225}"/>
              </a:ext>
            </a:extLst>
          </p:cNvPr>
          <p:cNvCxnSpPr>
            <a:endCxn id="22" idx="2"/>
          </p:cNvCxnSpPr>
          <p:nvPr/>
        </p:nvCxnSpPr>
        <p:spPr>
          <a:xfrm flipH="1" flipV="1">
            <a:off x="10230286" y="3133418"/>
            <a:ext cx="900029" cy="397887"/>
          </a:xfrm>
          <a:prstGeom prst="straightConnector1">
            <a:avLst/>
          </a:prstGeom>
          <a:ln w="57150">
            <a:solidFill>
              <a:schemeClr val="accent2">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直接箭头连接符 24">
            <a:extLst>
              <a:ext uri="{FF2B5EF4-FFF2-40B4-BE49-F238E27FC236}">
                <a16:creationId xmlns:a16="http://schemas.microsoft.com/office/drawing/2014/main" id="{90A73B79-0A09-D89E-FFDA-661AE800992D}"/>
              </a:ext>
            </a:extLst>
          </p:cNvPr>
          <p:cNvCxnSpPr/>
          <p:nvPr/>
        </p:nvCxnSpPr>
        <p:spPr>
          <a:xfrm flipH="1">
            <a:off x="9881444" y="3954823"/>
            <a:ext cx="798856" cy="14589"/>
          </a:xfrm>
          <a:prstGeom prst="straightConnector1">
            <a:avLst/>
          </a:prstGeom>
          <a:ln w="57150">
            <a:solidFill>
              <a:schemeClr val="accent2">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3" name="圆角矩形 32">
            <a:extLst>
              <a:ext uri="{FF2B5EF4-FFF2-40B4-BE49-F238E27FC236}">
                <a16:creationId xmlns:a16="http://schemas.microsoft.com/office/drawing/2014/main" id="{2ADE1B24-0789-7594-126D-3C327BEC2CCC}"/>
              </a:ext>
            </a:extLst>
          </p:cNvPr>
          <p:cNvSpPr/>
          <p:nvPr/>
        </p:nvSpPr>
        <p:spPr>
          <a:xfrm>
            <a:off x="1003745" y="2342538"/>
            <a:ext cx="2067122" cy="795775"/>
          </a:xfrm>
          <a:prstGeom prst="round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协调节点</a:t>
            </a:r>
          </a:p>
        </p:txBody>
      </p:sp>
      <p:grpSp>
        <p:nvGrpSpPr>
          <p:cNvPr id="34" name="组合 33">
            <a:extLst>
              <a:ext uri="{FF2B5EF4-FFF2-40B4-BE49-F238E27FC236}">
                <a16:creationId xmlns:a16="http://schemas.microsoft.com/office/drawing/2014/main" id="{4ECF44B6-9A09-3A9B-541B-D3AAEB488334}"/>
              </a:ext>
            </a:extLst>
          </p:cNvPr>
          <p:cNvGrpSpPr/>
          <p:nvPr/>
        </p:nvGrpSpPr>
        <p:grpSpPr>
          <a:xfrm>
            <a:off x="595940" y="3509193"/>
            <a:ext cx="1304516" cy="1221999"/>
            <a:chOff x="462361" y="2783859"/>
            <a:chExt cx="1304516" cy="1221999"/>
          </a:xfrm>
        </p:grpSpPr>
        <p:sp>
          <p:nvSpPr>
            <p:cNvPr id="35" name="圆角矩形 34">
              <a:extLst>
                <a:ext uri="{FF2B5EF4-FFF2-40B4-BE49-F238E27FC236}">
                  <a16:creationId xmlns:a16="http://schemas.microsoft.com/office/drawing/2014/main" id="{CDAFAA6F-CB3A-276A-1515-FDF214AB61A0}"/>
                </a:ext>
              </a:extLst>
            </p:cNvPr>
            <p:cNvSpPr/>
            <p:nvPr/>
          </p:nvSpPr>
          <p:spPr>
            <a:xfrm>
              <a:off x="462361" y="2783859"/>
              <a:ext cx="1282249" cy="1221999"/>
            </a:xfrm>
            <a:prstGeom prst="roundRect">
              <a:avLst/>
            </a:prstGeom>
            <a:solidFill>
              <a:srgbClr val="F2F2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数据节点</a:t>
              </a: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a:p>
              <a:pPr marL="0" marR="0" lvl="0" indent="0" algn="ctr" defTabSz="1219444"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36" name="Picture 2" descr="ERP Automation Benefits and Trends">
              <a:extLst>
                <a:ext uri="{FF2B5EF4-FFF2-40B4-BE49-F238E27FC236}">
                  <a16:creationId xmlns:a16="http://schemas.microsoft.com/office/drawing/2014/main" id="{73A62534-46C9-0B11-99D9-3129920863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3605" t="62658" r="6935" b="24711"/>
            <a:stretch/>
          </p:blipFill>
          <p:spPr bwMode="auto">
            <a:xfrm>
              <a:off x="546316" y="3293974"/>
              <a:ext cx="323850" cy="342901"/>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36">
              <a:extLst>
                <a:ext uri="{FF2B5EF4-FFF2-40B4-BE49-F238E27FC236}">
                  <a16:creationId xmlns:a16="http://schemas.microsoft.com/office/drawing/2014/main" id="{33BADE11-430B-D536-8E5F-B0F33F87F9E6}"/>
                </a:ext>
              </a:extLst>
            </p:cNvPr>
            <p:cNvSpPr txBox="1"/>
            <p:nvPr/>
          </p:nvSpPr>
          <p:spPr>
            <a:xfrm>
              <a:off x="882217" y="3341425"/>
              <a:ext cx="884660" cy="276999"/>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少量计算</a:t>
              </a:r>
            </a:p>
          </p:txBody>
        </p:sp>
        <p:sp>
          <p:nvSpPr>
            <p:cNvPr id="38" name="圆柱形 30">
              <a:extLst>
                <a:ext uri="{FF2B5EF4-FFF2-40B4-BE49-F238E27FC236}">
                  <a16:creationId xmlns:a16="http://schemas.microsoft.com/office/drawing/2014/main" id="{BF28466C-27B4-93FD-D97F-49185E330C0A}"/>
                </a:ext>
              </a:extLst>
            </p:cNvPr>
            <p:cNvSpPr/>
            <p:nvPr/>
          </p:nvSpPr>
          <p:spPr>
            <a:xfrm>
              <a:off x="546316" y="3717826"/>
              <a:ext cx="323850" cy="21602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444"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A0569D22-3E1A-3F1A-3F64-36122EAFA109}"/>
                </a:ext>
              </a:extLst>
            </p:cNvPr>
            <p:cNvSpPr txBox="1"/>
            <p:nvPr/>
          </p:nvSpPr>
          <p:spPr>
            <a:xfrm>
              <a:off x="870166" y="3673641"/>
              <a:ext cx="884660" cy="276999"/>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本地访存</a:t>
              </a:r>
            </a:p>
          </p:txBody>
        </p:sp>
      </p:grpSp>
      <p:cxnSp>
        <p:nvCxnSpPr>
          <p:cNvPr id="40" name="直接箭头连接符 33">
            <a:extLst>
              <a:ext uri="{FF2B5EF4-FFF2-40B4-BE49-F238E27FC236}">
                <a16:creationId xmlns:a16="http://schemas.microsoft.com/office/drawing/2014/main" id="{1A4E2786-86A6-470E-1E82-606F669BC3EB}"/>
              </a:ext>
            </a:extLst>
          </p:cNvPr>
          <p:cNvCxnSpPr/>
          <p:nvPr/>
        </p:nvCxnSpPr>
        <p:spPr>
          <a:xfrm flipV="1">
            <a:off x="1309236" y="3127665"/>
            <a:ext cx="740793" cy="381528"/>
          </a:xfrm>
          <a:prstGeom prst="straightConnector1">
            <a:avLst/>
          </a:prstGeom>
          <a:ln w="133350">
            <a:solidFill>
              <a:schemeClr val="accent2">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pic>
        <p:nvPicPr>
          <p:cNvPr id="41" name="Picture 2" descr="ERP Automation Benefits and Trends">
            <a:extLst>
              <a:ext uri="{FF2B5EF4-FFF2-40B4-BE49-F238E27FC236}">
                <a16:creationId xmlns:a16="http://schemas.microsoft.com/office/drawing/2014/main" id="{9EB8C84C-87FD-D555-BBA9-DF4D543812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3605" t="62658" r="6935" b="24711"/>
          <a:stretch/>
        </p:blipFill>
        <p:spPr bwMode="auto">
          <a:xfrm>
            <a:off x="1516530" y="2676615"/>
            <a:ext cx="323850" cy="342901"/>
          </a:xfrm>
          <a:prstGeom prst="rect">
            <a:avLst/>
          </a:prstGeom>
          <a:noFill/>
          <a:extLst>
            <a:ext uri="{909E8E84-426E-40DD-AFC4-6F175D3DCCD1}">
              <a14:hiddenFill xmlns:a14="http://schemas.microsoft.com/office/drawing/2010/main">
                <a:solidFill>
                  <a:srgbClr val="FFFFFF"/>
                </a:solidFill>
              </a14:hiddenFill>
            </a:ext>
          </a:extLst>
        </p:spPr>
      </p:pic>
      <p:sp>
        <p:nvSpPr>
          <p:cNvPr id="42" name="文本框 41">
            <a:extLst>
              <a:ext uri="{FF2B5EF4-FFF2-40B4-BE49-F238E27FC236}">
                <a16:creationId xmlns:a16="http://schemas.microsoft.com/office/drawing/2014/main" id="{BA7D9BC2-47BA-4719-4EFB-D59303ADC0D4}"/>
              </a:ext>
            </a:extLst>
          </p:cNvPr>
          <p:cNvSpPr txBox="1"/>
          <p:nvPr/>
        </p:nvSpPr>
        <p:spPr>
          <a:xfrm>
            <a:off x="1852431" y="2724066"/>
            <a:ext cx="884660" cy="261610"/>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大量计算</a:t>
            </a:r>
          </a:p>
        </p:txBody>
      </p:sp>
      <p:cxnSp>
        <p:nvCxnSpPr>
          <p:cNvPr id="43" name="直接箭头连接符 36">
            <a:extLst>
              <a:ext uri="{FF2B5EF4-FFF2-40B4-BE49-F238E27FC236}">
                <a16:creationId xmlns:a16="http://schemas.microsoft.com/office/drawing/2014/main" id="{3E36E758-F777-7113-44D7-9635B0BC89AB}"/>
              </a:ext>
            </a:extLst>
          </p:cNvPr>
          <p:cNvCxnSpPr>
            <a:endCxn id="33" idx="2"/>
          </p:cNvCxnSpPr>
          <p:nvPr/>
        </p:nvCxnSpPr>
        <p:spPr>
          <a:xfrm flipH="1" flipV="1">
            <a:off x="2037306" y="3138313"/>
            <a:ext cx="709423" cy="375775"/>
          </a:xfrm>
          <a:prstGeom prst="straightConnector1">
            <a:avLst/>
          </a:prstGeom>
          <a:ln w="133350">
            <a:solidFill>
              <a:schemeClr val="accent2">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nvGrpSpPr>
          <p:cNvPr id="44" name="组合 43">
            <a:extLst>
              <a:ext uri="{FF2B5EF4-FFF2-40B4-BE49-F238E27FC236}">
                <a16:creationId xmlns:a16="http://schemas.microsoft.com/office/drawing/2014/main" id="{1B3B50B6-EBE9-BE7D-E252-B909C976A4B8}"/>
              </a:ext>
            </a:extLst>
          </p:cNvPr>
          <p:cNvGrpSpPr/>
          <p:nvPr/>
        </p:nvGrpSpPr>
        <p:grpSpPr>
          <a:xfrm>
            <a:off x="2213243" y="3509193"/>
            <a:ext cx="1304516" cy="1221999"/>
            <a:chOff x="8023266" y="2788294"/>
            <a:chExt cx="1304516" cy="1221999"/>
          </a:xfrm>
        </p:grpSpPr>
        <p:sp>
          <p:nvSpPr>
            <p:cNvPr id="45" name="圆角矩形 44">
              <a:extLst>
                <a:ext uri="{FF2B5EF4-FFF2-40B4-BE49-F238E27FC236}">
                  <a16:creationId xmlns:a16="http://schemas.microsoft.com/office/drawing/2014/main" id="{AAC8AAE3-83BD-C9E3-BFED-2FF692F33D59}"/>
                </a:ext>
              </a:extLst>
            </p:cNvPr>
            <p:cNvSpPr/>
            <p:nvPr/>
          </p:nvSpPr>
          <p:spPr>
            <a:xfrm>
              <a:off x="8023266" y="2788294"/>
              <a:ext cx="1282249" cy="1221999"/>
            </a:xfrm>
            <a:prstGeom prst="roundRect">
              <a:avLst/>
            </a:prstGeom>
            <a:solidFill>
              <a:srgbClr val="F2F2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数据节点</a:t>
              </a: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a:p>
              <a:pPr marL="0" marR="0" lvl="0" indent="0" algn="ctr" defTabSz="1219444"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46" name="Picture 2" descr="ERP Automation Benefits and Trends">
              <a:extLst>
                <a:ext uri="{FF2B5EF4-FFF2-40B4-BE49-F238E27FC236}">
                  <a16:creationId xmlns:a16="http://schemas.microsoft.com/office/drawing/2014/main" id="{6DF38830-4F8E-725D-E404-4FC5D9F8F77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3605" t="62658" r="6935" b="24711"/>
            <a:stretch/>
          </p:blipFill>
          <p:spPr bwMode="auto">
            <a:xfrm>
              <a:off x="8107221" y="3298409"/>
              <a:ext cx="323850" cy="342901"/>
            </a:xfrm>
            <a:prstGeom prst="rect">
              <a:avLst/>
            </a:prstGeom>
            <a:noFill/>
            <a:extLst>
              <a:ext uri="{909E8E84-426E-40DD-AFC4-6F175D3DCCD1}">
                <a14:hiddenFill xmlns:a14="http://schemas.microsoft.com/office/drawing/2010/main">
                  <a:solidFill>
                    <a:srgbClr val="FFFFFF"/>
                  </a:solidFill>
                </a14:hiddenFill>
              </a:ext>
            </a:extLst>
          </p:spPr>
        </p:pic>
        <p:sp>
          <p:nvSpPr>
            <p:cNvPr id="47" name="文本框 46">
              <a:extLst>
                <a:ext uri="{FF2B5EF4-FFF2-40B4-BE49-F238E27FC236}">
                  <a16:creationId xmlns:a16="http://schemas.microsoft.com/office/drawing/2014/main" id="{591B5DCE-D09C-B2F7-4ECB-E2B570C23DB3}"/>
                </a:ext>
              </a:extLst>
            </p:cNvPr>
            <p:cNvSpPr txBox="1"/>
            <p:nvPr/>
          </p:nvSpPr>
          <p:spPr>
            <a:xfrm>
              <a:off x="8443122" y="3345860"/>
              <a:ext cx="884660" cy="276999"/>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少量计算</a:t>
              </a:r>
            </a:p>
          </p:txBody>
        </p:sp>
        <p:sp>
          <p:nvSpPr>
            <p:cNvPr id="48" name="圆柱形 41">
              <a:extLst>
                <a:ext uri="{FF2B5EF4-FFF2-40B4-BE49-F238E27FC236}">
                  <a16:creationId xmlns:a16="http://schemas.microsoft.com/office/drawing/2014/main" id="{9B2876C5-1B4D-E8D9-2468-F83A0599DAAA}"/>
                </a:ext>
              </a:extLst>
            </p:cNvPr>
            <p:cNvSpPr/>
            <p:nvPr/>
          </p:nvSpPr>
          <p:spPr>
            <a:xfrm>
              <a:off x="8107221" y="3722261"/>
              <a:ext cx="323850" cy="21602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444"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9" name="文本框 48">
              <a:extLst>
                <a:ext uri="{FF2B5EF4-FFF2-40B4-BE49-F238E27FC236}">
                  <a16:creationId xmlns:a16="http://schemas.microsoft.com/office/drawing/2014/main" id="{F3ADAC05-071E-A6AB-1EF4-2BB253DA6F67}"/>
                </a:ext>
              </a:extLst>
            </p:cNvPr>
            <p:cNvSpPr txBox="1"/>
            <p:nvPr/>
          </p:nvSpPr>
          <p:spPr>
            <a:xfrm>
              <a:off x="8431071" y="3678076"/>
              <a:ext cx="884660" cy="276999"/>
            </a:xfrm>
            <a:prstGeom prst="rect">
              <a:avLst/>
            </a:prstGeom>
            <a:noFill/>
          </p:spPr>
          <p:txBody>
            <a:bodyPr wrap="square" rtlCol="0">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本地访存</a:t>
              </a:r>
            </a:p>
          </p:txBody>
        </p:sp>
      </p:grpSp>
      <p:sp>
        <p:nvSpPr>
          <p:cNvPr id="50" name="文本框 49">
            <a:extLst>
              <a:ext uri="{FF2B5EF4-FFF2-40B4-BE49-F238E27FC236}">
                <a16:creationId xmlns:a16="http://schemas.microsoft.com/office/drawing/2014/main" id="{8991E5A8-EA40-6804-0823-10C72EADEE8E}"/>
              </a:ext>
            </a:extLst>
          </p:cNvPr>
          <p:cNvSpPr txBox="1"/>
          <p:nvPr/>
        </p:nvSpPr>
        <p:spPr>
          <a:xfrm>
            <a:off x="1643722" y="3307763"/>
            <a:ext cx="764799" cy="430887"/>
          </a:xfrm>
          <a:prstGeom prst="rect">
            <a:avLst/>
          </a:prstGeom>
          <a:noFill/>
        </p:spPr>
        <p:txBody>
          <a:bodyPr wrap="square" rtlCol="0">
            <a:spAutoFit/>
          </a:bodyPr>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大量数据传输</a:t>
            </a:r>
          </a:p>
        </p:txBody>
      </p:sp>
      <p:sp>
        <p:nvSpPr>
          <p:cNvPr id="51" name="文本框 50">
            <a:extLst>
              <a:ext uri="{FF2B5EF4-FFF2-40B4-BE49-F238E27FC236}">
                <a16:creationId xmlns:a16="http://schemas.microsoft.com/office/drawing/2014/main" id="{4940A3FA-808E-F8AE-630B-7D4B569E48AE}"/>
              </a:ext>
            </a:extLst>
          </p:cNvPr>
          <p:cNvSpPr txBox="1"/>
          <p:nvPr/>
        </p:nvSpPr>
        <p:spPr>
          <a:xfrm>
            <a:off x="6033795" y="3267208"/>
            <a:ext cx="1209466" cy="261610"/>
          </a:xfrm>
          <a:prstGeom prst="rect">
            <a:avLst/>
          </a:prstGeom>
          <a:noFill/>
        </p:spPr>
        <p:txBody>
          <a:bodyPr wrap="square" rtlCol="0">
            <a:spAutoFit/>
          </a:bodyPr>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少量数据传输</a:t>
            </a:r>
          </a:p>
        </p:txBody>
      </p:sp>
      <p:sp>
        <p:nvSpPr>
          <p:cNvPr id="52" name="文本框 51">
            <a:extLst>
              <a:ext uri="{FF2B5EF4-FFF2-40B4-BE49-F238E27FC236}">
                <a16:creationId xmlns:a16="http://schemas.microsoft.com/office/drawing/2014/main" id="{A0BCBE6F-982E-CF26-D4A5-6CFF5538ED91}"/>
              </a:ext>
            </a:extLst>
          </p:cNvPr>
          <p:cNvSpPr txBox="1"/>
          <p:nvPr/>
        </p:nvSpPr>
        <p:spPr>
          <a:xfrm>
            <a:off x="9827703" y="3263905"/>
            <a:ext cx="852597" cy="430887"/>
          </a:xfrm>
          <a:prstGeom prst="rect">
            <a:avLst/>
          </a:prstGeom>
          <a:noFill/>
        </p:spPr>
        <p:txBody>
          <a:bodyPr wrap="square" rtlCol="0">
            <a:spAutoFit/>
          </a:bodyPr>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1F497D">
                    <a:lumMod val="50000"/>
                  </a:srgbClr>
                </a:solidFill>
                <a:effectLst/>
                <a:uLnTx/>
                <a:uFillTx/>
                <a:latin typeface="微软雅黑" panose="020B0503020204020204" pitchFamily="34" charset="-122"/>
                <a:ea typeface="微软雅黑" panose="020B0503020204020204" pitchFamily="34" charset="-122"/>
                <a:cs typeface="+mn-cs"/>
              </a:rPr>
              <a:t>少量数据传输</a:t>
            </a:r>
          </a:p>
        </p:txBody>
      </p:sp>
      <p:sp>
        <p:nvSpPr>
          <p:cNvPr id="53" name="文本框 52">
            <a:extLst>
              <a:ext uri="{FF2B5EF4-FFF2-40B4-BE49-F238E27FC236}">
                <a16:creationId xmlns:a16="http://schemas.microsoft.com/office/drawing/2014/main" id="{AC52B4B9-A792-CAF8-241E-4555B731FA3F}"/>
              </a:ext>
            </a:extLst>
          </p:cNvPr>
          <p:cNvSpPr txBox="1"/>
          <p:nvPr/>
        </p:nvSpPr>
        <p:spPr>
          <a:xfrm>
            <a:off x="421354" y="1883044"/>
            <a:ext cx="3257350" cy="338554"/>
          </a:xfrm>
          <a:prstGeom prst="rect">
            <a:avLst/>
          </a:prstGeom>
          <a:noFill/>
        </p:spPr>
        <p:txBody>
          <a:bodyPr wrap="square" rtlCol="0">
            <a:spAutoFit/>
          </a:bodyPr>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传统分发</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汇聚的分布式计划</a:t>
            </a:r>
          </a:p>
        </p:txBody>
      </p:sp>
      <p:sp>
        <p:nvSpPr>
          <p:cNvPr id="54" name="文本框 53">
            <a:extLst>
              <a:ext uri="{FF2B5EF4-FFF2-40B4-BE49-F238E27FC236}">
                <a16:creationId xmlns:a16="http://schemas.microsoft.com/office/drawing/2014/main" id="{25D401EC-7263-B85B-36EC-66429169DF2B}"/>
              </a:ext>
            </a:extLst>
          </p:cNvPr>
          <p:cNvSpPr txBox="1"/>
          <p:nvPr/>
        </p:nvSpPr>
        <p:spPr>
          <a:xfrm>
            <a:off x="4689942" y="1870135"/>
            <a:ext cx="3257350" cy="338554"/>
          </a:xfrm>
          <a:prstGeom prst="rect">
            <a:avLst/>
          </a:prstGeom>
          <a:noFill/>
        </p:spPr>
        <p:txBody>
          <a:bodyPr wrap="square" rtlCol="0">
            <a:spAutoFit/>
          </a:bodyPr>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协调节点旁路技术</a:t>
            </a:r>
          </a:p>
        </p:txBody>
      </p:sp>
      <p:sp>
        <p:nvSpPr>
          <p:cNvPr id="55" name="文本框 54">
            <a:extLst>
              <a:ext uri="{FF2B5EF4-FFF2-40B4-BE49-F238E27FC236}">
                <a16:creationId xmlns:a16="http://schemas.microsoft.com/office/drawing/2014/main" id="{CFFF36AA-DC21-1398-C42A-DCEB830BA23D}"/>
              </a:ext>
            </a:extLst>
          </p:cNvPr>
          <p:cNvSpPr txBox="1"/>
          <p:nvPr/>
        </p:nvSpPr>
        <p:spPr>
          <a:xfrm>
            <a:off x="8594791" y="1880146"/>
            <a:ext cx="3257350" cy="338554"/>
          </a:xfrm>
          <a:prstGeom prst="rect">
            <a:avLst/>
          </a:prstGeom>
          <a:noFill/>
        </p:spPr>
        <p:txBody>
          <a:bodyPr wrap="square" rtlCol="0">
            <a:spAutoFit/>
          </a:bodyPr>
          <a:lstStyle/>
          <a:p>
            <a:pPr marL="0" marR="0" lvl="0" indent="0" algn="ctr" defTabSz="1219444"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数据节点自协同的流式计划</a:t>
            </a:r>
          </a:p>
        </p:txBody>
      </p:sp>
      <p:sp>
        <p:nvSpPr>
          <p:cNvPr id="56" name="燕尾形 55">
            <a:extLst>
              <a:ext uri="{FF2B5EF4-FFF2-40B4-BE49-F238E27FC236}">
                <a16:creationId xmlns:a16="http://schemas.microsoft.com/office/drawing/2014/main" id="{B5141229-A4BD-3430-3A82-3AF734E7E0EE}"/>
              </a:ext>
            </a:extLst>
          </p:cNvPr>
          <p:cNvSpPr/>
          <p:nvPr/>
        </p:nvSpPr>
        <p:spPr>
          <a:xfrm>
            <a:off x="4010551" y="3247052"/>
            <a:ext cx="563103" cy="303299"/>
          </a:xfrm>
          <a:prstGeom prst="chevron">
            <a:avLst/>
          </a:prstGeom>
          <a:solidFill>
            <a:srgbClr val="C54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444"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1309300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7526904-4393-4A45-5423-FF22B86C7FA5}"/>
              </a:ext>
            </a:extLst>
          </p:cNvPr>
          <p:cNvSpPr>
            <a:spLocks noGrp="1"/>
          </p:cNvSpPr>
          <p:nvPr>
            <p:ph type="sldNum" sz="quarter" idx="10"/>
          </p:nvPr>
        </p:nvSpPr>
        <p:spPr/>
        <p:txBody>
          <a:bodyPr/>
          <a:lstStyle/>
          <a:p>
            <a:fld id="{87BBDC00-B9E2-4EFD-9306-2934E87247C6}" type="slidenum">
              <a:rPr lang="zh-CN" altLang="en-US" smtClean="0"/>
              <a:pPr/>
              <a:t>58</a:t>
            </a:fld>
            <a:endParaRPr lang="zh-CN" altLang="en-US"/>
          </a:p>
        </p:txBody>
      </p:sp>
      <p:sp>
        <p:nvSpPr>
          <p:cNvPr id="3" name="标题 2">
            <a:extLst>
              <a:ext uri="{FF2B5EF4-FFF2-40B4-BE49-F238E27FC236}">
                <a16:creationId xmlns:a16="http://schemas.microsoft.com/office/drawing/2014/main" id="{613DFD80-0292-CFFC-C6F7-F7E1567286EA}"/>
              </a:ext>
            </a:extLst>
          </p:cNvPr>
          <p:cNvSpPr>
            <a:spLocks noGrp="1"/>
          </p:cNvSpPr>
          <p:nvPr>
            <p:ph type="title"/>
          </p:nvPr>
        </p:nvSpPr>
        <p:spPr/>
        <p:txBody>
          <a:bodyPr/>
          <a:lstStyle/>
          <a:p>
            <a:r>
              <a:rPr lang="zh-CN" altLang="en-US" sz="3600" dirty="0"/>
              <a:t>节点内多线程并行 </a:t>
            </a:r>
            <a:r>
              <a:rPr lang="en-US" altLang="zh-CN" sz="3600" dirty="0"/>
              <a:t>SMP</a:t>
            </a:r>
            <a:endParaRPr kumimoji="1" lang="zh-CN" altLang="en-US" dirty="0"/>
          </a:p>
        </p:txBody>
      </p:sp>
      <p:sp>
        <p:nvSpPr>
          <p:cNvPr id="4" name="内容占位符 3">
            <a:extLst>
              <a:ext uri="{FF2B5EF4-FFF2-40B4-BE49-F238E27FC236}">
                <a16:creationId xmlns:a16="http://schemas.microsoft.com/office/drawing/2014/main" id="{0BF412B3-8AE2-3312-A857-E0044F0655C0}"/>
              </a:ext>
            </a:extLst>
          </p:cNvPr>
          <p:cNvSpPr>
            <a:spLocks noGrp="1"/>
          </p:cNvSpPr>
          <p:nvPr>
            <p:ph idx="1"/>
          </p:nvPr>
        </p:nvSpPr>
        <p:spPr>
          <a:xfrm>
            <a:off x="457200" y="1125538"/>
            <a:ext cx="9985879" cy="2919535"/>
          </a:xfrm>
        </p:spPr>
        <p:txBody>
          <a:bodyPr/>
          <a:lstStyle/>
          <a:p>
            <a:pPr marL="457200" indent="-457200">
              <a:buFont typeface="+mj-ea"/>
              <a:buAutoNum type="circleNumDbPlain"/>
            </a:pPr>
            <a:r>
              <a:rPr kumimoji="1" lang="zh-CN" altLang="en-US" sz="2400" dirty="0"/>
              <a:t>算子间并行</a:t>
            </a:r>
            <a:endParaRPr kumimoji="1" lang="en-US" altLang="zh-CN" sz="2400" dirty="0"/>
          </a:p>
          <a:p>
            <a:pPr marL="826486" lvl="1" indent="-457200">
              <a:buFont typeface="Wingdings" pitchFamily="2" charset="2"/>
              <a:buChar char="p"/>
            </a:pPr>
            <a:r>
              <a:rPr lang="zh-CN" altLang="en-US" sz="2400" b="1" dirty="0">
                <a:latin typeface="微软雅黑" panose="020B0503020204020204" pitchFamily="34" charset="-122"/>
                <a:ea typeface="微软雅黑" panose="020B0503020204020204" pitchFamily="34" charset="-122"/>
              </a:rPr>
              <a:t>计划切分</a:t>
            </a:r>
            <a:endParaRPr lang="en-US" altLang="zh-CN" sz="2400" b="1" dirty="0">
              <a:latin typeface="微软雅黑" panose="020B0503020204020204" pitchFamily="34" charset="-122"/>
              <a:ea typeface="微软雅黑" panose="020B0503020204020204" pitchFamily="34" charset="-122"/>
            </a:endParaRPr>
          </a:p>
          <a:p>
            <a:pPr marL="826486" lvl="1" indent="-457200">
              <a:buFont typeface="Wingdings" pitchFamily="2" charset="2"/>
              <a:buChar char="p"/>
            </a:pPr>
            <a:r>
              <a:rPr lang="zh-CN" altLang="en-US" sz="2400" b="1" dirty="0">
                <a:latin typeface="微软雅黑" panose="020B0503020204020204" pitchFamily="34" charset="-122"/>
                <a:ea typeface="微软雅黑" panose="020B0503020204020204" pitchFamily="34" charset="-122"/>
              </a:rPr>
              <a:t>流水线</a:t>
            </a:r>
            <a:endParaRPr lang="en-US" altLang="zh-CN" sz="2400" b="1" dirty="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400" dirty="0"/>
              <a:t>算子内并行</a:t>
            </a:r>
            <a:endParaRPr lang="en-US" altLang="zh-CN" sz="2400" dirty="0"/>
          </a:p>
          <a:p>
            <a:pPr marL="685817" lvl="2" indent="-316531">
              <a:buFont typeface="Wingdings" charset="2"/>
              <a:buChar char="p"/>
            </a:pPr>
            <a:r>
              <a:rPr lang="zh-CN" altLang="en-US" b="1" dirty="0">
                <a:latin typeface="微软雅黑" panose="020B0503020204020204" pitchFamily="34" charset="-122"/>
                <a:ea typeface="微软雅黑" panose="020B0503020204020204" pitchFamily="34" charset="-122"/>
              </a:rPr>
              <a:t>算子</a:t>
            </a:r>
            <a:endParaRPr lang="en-US" altLang="zh-CN" b="1" dirty="0">
              <a:latin typeface="微软雅黑" panose="020B0503020204020204" pitchFamily="34" charset="-122"/>
              <a:ea typeface="微软雅黑" panose="020B0503020204020204" pitchFamily="34" charset="-122"/>
            </a:endParaRPr>
          </a:p>
          <a:p>
            <a:pPr marL="1134228" lvl="3" indent="-342900">
              <a:buFont typeface="Wingdings" pitchFamily="2" charset="2"/>
              <a:buChar char="ü"/>
            </a:pPr>
            <a:r>
              <a:rPr lang="zh-CN" altLang="en-US" b="1" dirty="0">
                <a:latin typeface="微软雅黑" panose="020B0503020204020204" pitchFamily="34" charset="-122"/>
                <a:ea typeface="微软雅黑" panose="020B0503020204020204" pitchFamily="34" charset="-122"/>
              </a:rPr>
              <a:t>扫描、插入</a:t>
            </a:r>
            <a:endParaRPr lang="en-US" altLang="zh-CN" b="1" dirty="0">
              <a:latin typeface="微软雅黑" panose="020B0503020204020204" pitchFamily="34" charset="-122"/>
              <a:ea typeface="微软雅黑" panose="020B0503020204020204" pitchFamily="34" charset="-122"/>
            </a:endParaRPr>
          </a:p>
          <a:p>
            <a:pPr marL="1134228" lvl="3" indent="-342900">
              <a:buFont typeface="Wingdings" pitchFamily="2" charset="2"/>
              <a:buChar char="ü"/>
            </a:pPr>
            <a:r>
              <a:rPr lang="en-US" altLang="zh-CN" b="1" dirty="0">
                <a:latin typeface="微软雅黑" panose="020B0503020204020204" pitchFamily="34" charset="-122"/>
                <a:ea typeface="微软雅黑" panose="020B0503020204020204" pitchFamily="34" charset="-122"/>
              </a:rPr>
              <a:t>Group</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aggregation</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sort</a:t>
            </a:r>
          </a:p>
          <a:p>
            <a:pPr marL="1134228" lvl="3" indent="-342900">
              <a:buFont typeface="Wingdings" pitchFamily="2" charset="2"/>
              <a:buChar char="ü"/>
            </a:pPr>
            <a:r>
              <a:rPr lang="en-US" altLang="zh-CN" b="1" dirty="0">
                <a:latin typeface="微软雅黑" panose="020B0503020204020204" pitchFamily="34" charset="-122"/>
                <a:ea typeface="微软雅黑" panose="020B0503020204020204" pitchFamily="34" charset="-122"/>
              </a:rPr>
              <a:t>Join</a:t>
            </a:r>
          </a:p>
          <a:p>
            <a:pPr marL="685817" lvl="2" indent="-316531">
              <a:buFont typeface="Wingdings" charset="2"/>
              <a:buChar char="p"/>
            </a:pPr>
            <a:r>
              <a:rPr lang="zh-CN" altLang="en-US" b="1" dirty="0">
                <a:latin typeface="微软雅黑" panose="020B0503020204020204" pitchFamily="34" charset="-122"/>
                <a:ea typeface="微软雅黑" panose="020B0503020204020204" pitchFamily="34" charset="-122"/>
              </a:rPr>
              <a:t>数据分区</a:t>
            </a:r>
          </a:p>
        </p:txBody>
      </p:sp>
      <p:sp>
        <p:nvSpPr>
          <p:cNvPr id="5" name="页脚占位符 4">
            <a:extLst>
              <a:ext uri="{FF2B5EF4-FFF2-40B4-BE49-F238E27FC236}">
                <a16:creationId xmlns:a16="http://schemas.microsoft.com/office/drawing/2014/main" id="{04F4B030-886F-6F4D-0528-D0B971889458}"/>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grpSp>
        <p:nvGrpSpPr>
          <p:cNvPr id="40" name="组合 39">
            <a:extLst>
              <a:ext uri="{FF2B5EF4-FFF2-40B4-BE49-F238E27FC236}">
                <a16:creationId xmlns:a16="http://schemas.microsoft.com/office/drawing/2014/main" id="{AC075A68-32E0-E88B-BE4F-A8AFE9FD1492}"/>
              </a:ext>
            </a:extLst>
          </p:cNvPr>
          <p:cNvGrpSpPr/>
          <p:nvPr/>
        </p:nvGrpSpPr>
        <p:grpSpPr>
          <a:xfrm>
            <a:off x="1273981" y="4603275"/>
            <a:ext cx="9169098" cy="1772027"/>
            <a:chOff x="937462" y="4245128"/>
            <a:chExt cx="9169098" cy="1772027"/>
          </a:xfrm>
        </p:grpSpPr>
        <p:sp>
          <p:nvSpPr>
            <p:cNvPr id="6" name="矩形 5">
              <a:extLst>
                <a:ext uri="{FF2B5EF4-FFF2-40B4-BE49-F238E27FC236}">
                  <a16:creationId xmlns:a16="http://schemas.microsoft.com/office/drawing/2014/main" id="{039DF4A9-E795-FB9F-6A05-38C86C96E4E7}"/>
                </a:ext>
              </a:extLst>
            </p:cNvPr>
            <p:cNvSpPr/>
            <p:nvPr/>
          </p:nvSpPr>
          <p:spPr bwMode="auto">
            <a:xfrm>
              <a:off x="2030598" y="4855779"/>
              <a:ext cx="1500878" cy="400110"/>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数据划分</a:t>
              </a:r>
            </a:p>
          </p:txBody>
        </p:sp>
        <p:sp>
          <p:nvSpPr>
            <p:cNvPr id="7" name="矩形 6">
              <a:extLst>
                <a:ext uri="{FF2B5EF4-FFF2-40B4-BE49-F238E27FC236}">
                  <a16:creationId xmlns:a16="http://schemas.microsoft.com/office/drawing/2014/main" id="{E81962E4-9BA6-5255-8364-147EE6C41F7F}"/>
                </a:ext>
              </a:extLst>
            </p:cNvPr>
            <p:cNvSpPr/>
            <p:nvPr/>
          </p:nvSpPr>
          <p:spPr bwMode="auto">
            <a:xfrm>
              <a:off x="4301883" y="4245128"/>
              <a:ext cx="1064699" cy="400110"/>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线程</a:t>
              </a:r>
              <a:r>
                <a:rPr kumimoji="1" lang="en-US" altLang="zh-CN"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1</a:t>
              </a:r>
              <a:endPar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8" name="矩形 7">
              <a:extLst>
                <a:ext uri="{FF2B5EF4-FFF2-40B4-BE49-F238E27FC236}">
                  <a16:creationId xmlns:a16="http://schemas.microsoft.com/office/drawing/2014/main" id="{5281EF8F-44E8-2CF5-A528-40BE2B91995D}"/>
                </a:ext>
              </a:extLst>
            </p:cNvPr>
            <p:cNvSpPr/>
            <p:nvPr/>
          </p:nvSpPr>
          <p:spPr bwMode="auto">
            <a:xfrm>
              <a:off x="4301883" y="4838366"/>
              <a:ext cx="1064699" cy="400110"/>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线程</a:t>
              </a:r>
              <a:r>
                <a:rPr kumimoji="1" lang="en-US" altLang="zh-CN" sz="2000" dirty="0">
                  <a:solidFill>
                    <a:schemeClr val="tx1"/>
                  </a:solidFill>
                  <a:latin typeface="Microsoft YaHei" panose="020B0503020204020204" pitchFamily="34" charset="-122"/>
                  <a:ea typeface="Microsoft YaHei" panose="020B0503020204020204" pitchFamily="34" charset="-122"/>
                </a:rPr>
                <a:t>2</a:t>
              </a:r>
              <a:endPar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9" name="矩形 8">
              <a:extLst>
                <a:ext uri="{FF2B5EF4-FFF2-40B4-BE49-F238E27FC236}">
                  <a16:creationId xmlns:a16="http://schemas.microsoft.com/office/drawing/2014/main" id="{D72A2907-C2E8-378B-E98F-4B68EDEB30E9}"/>
                </a:ext>
              </a:extLst>
            </p:cNvPr>
            <p:cNvSpPr/>
            <p:nvPr/>
          </p:nvSpPr>
          <p:spPr bwMode="auto">
            <a:xfrm>
              <a:off x="4301883" y="5600946"/>
              <a:ext cx="1064699" cy="400110"/>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线程</a:t>
              </a:r>
              <a:r>
                <a:rPr kumimoji="1" lang="en-US" altLang="zh-CN" sz="2000" dirty="0">
                  <a:solidFill>
                    <a:schemeClr val="tx1"/>
                  </a:solidFill>
                  <a:latin typeface="Microsoft YaHei" panose="020B0503020204020204" pitchFamily="34" charset="-122"/>
                  <a:ea typeface="Microsoft YaHei" panose="020B0503020204020204" pitchFamily="34" charset="-122"/>
                </a:rPr>
                <a:t>n</a:t>
              </a:r>
              <a:endPar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10" name="圆柱体 9">
              <a:extLst>
                <a:ext uri="{FF2B5EF4-FFF2-40B4-BE49-F238E27FC236}">
                  <a16:creationId xmlns:a16="http://schemas.microsoft.com/office/drawing/2014/main" id="{E6B407F8-A019-7BEF-A63F-CE427292B91B}"/>
                </a:ext>
              </a:extLst>
            </p:cNvPr>
            <p:cNvSpPr/>
            <p:nvPr/>
          </p:nvSpPr>
          <p:spPr bwMode="auto">
            <a:xfrm rot="5400000">
              <a:off x="1069369" y="4743772"/>
              <a:ext cx="481431" cy="670619"/>
            </a:xfrm>
            <a:prstGeom prst="can">
              <a:avLst/>
            </a:prstGeom>
            <a:noFill/>
            <a:ln w="38100"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12" name="文本框 11">
              <a:extLst>
                <a:ext uri="{FF2B5EF4-FFF2-40B4-BE49-F238E27FC236}">
                  <a16:creationId xmlns:a16="http://schemas.microsoft.com/office/drawing/2014/main" id="{628D9D3E-9CC6-AA51-80EC-93889C5B0E4A}"/>
                </a:ext>
              </a:extLst>
            </p:cNvPr>
            <p:cNvSpPr txBox="1"/>
            <p:nvPr/>
          </p:nvSpPr>
          <p:spPr>
            <a:xfrm>
              <a:off x="937462" y="4885423"/>
              <a:ext cx="837548" cy="369332"/>
            </a:xfrm>
            <a:prstGeom prst="rect">
              <a:avLst/>
            </a:prstGeom>
            <a:noFill/>
          </p:spPr>
          <p:txBody>
            <a:bodyPr wrap="square">
              <a:spAutoFit/>
            </a:bodyPr>
            <a:lstStyle/>
            <a:p>
              <a:r>
                <a:rPr kumimoji="1" lang="zh-CN" altLang="en-US" sz="18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数据</a:t>
              </a:r>
              <a:endParaRPr lang="zh-CN" altLang="en-US" dirty="0"/>
            </a:p>
          </p:txBody>
        </p:sp>
        <p:cxnSp>
          <p:nvCxnSpPr>
            <p:cNvPr id="14" name="直线箭头连接符 13">
              <a:extLst>
                <a:ext uri="{FF2B5EF4-FFF2-40B4-BE49-F238E27FC236}">
                  <a16:creationId xmlns:a16="http://schemas.microsoft.com/office/drawing/2014/main" id="{EAB8B86D-F72B-2589-B391-BE657CFC6E8C}"/>
                </a:ext>
              </a:extLst>
            </p:cNvPr>
            <p:cNvCxnSpPr>
              <a:cxnSpLocks/>
              <a:endCxn id="6" idx="1"/>
            </p:cNvCxnSpPr>
            <p:nvPr/>
          </p:nvCxnSpPr>
          <p:spPr bwMode="auto">
            <a:xfrm>
              <a:off x="1645394" y="5055834"/>
              <a:ext cx="385204" cy="0"/>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6" name="直线箭头连接符 15">
              <a:extLst>
                <a:ext uri="{FF2B5EF4-FFF2-40B4-BE49-F238E27FC236}">
                  <a16:creationId xmlns:a16="http://schemas.microsoft.com/office/drawing/2014/main" id="{DFC0BFF5-EABD-9AFB-8B6E-D46DE1AF8273}"/>
                </a:ext>
              </a:extLst>
            </p:cNvPr>
            <p:cNvCxnSpPr>
              <a:cxnSpLocks/>
              <a:endCxn id="7" idx="1"/>
            </p:cNvCxnSpPr>
            <p:nvPr/>
          </p:nvCxnSpPr>
          <p:spPr bwMode="auto">
            <a:xfrm flipV="1">
              <a:off x="3531476" y="4445183"/>
              <a:ext cx="770407" cy="416209"/>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8" name="直线箭头连接符 17">
              <a:extLst>
                <a:ext uri="{FF2B5EF4-FFF2-40B4-BE49-F238E27FC236}">
                  <a16:creationId xmlns:a16="http://schemas.microsoft.com/office/drawing/2014/main" id="{7C80DB85-8BF1-22DA-362F-B7A97F3A5754}"/>
                </a:ext>
              </a:extLst>
            </p:cNvPr>
            <p:cNvCxnSpPr>
              <a:cxnSpLocks/>
              <a:endCxn id="8" idx="1"/>
            </p:cNvCxnSpPr>
            <p:nvPr/>
          </p:nvCxnSpPr>
          <p:spPr bwMode="auto">
            <a:xfrm flipV="1">
              <a:off x="3531476" y="5038421"/>
              <a:ext cx="770407" cy="17413"/>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0" name="直线箭头连接符 19">
              <a:extLst>
                <a:ext uri="{FF2B5EF4-FFF2-40B4-BE49-F238E27FC236}">
                  <a16:creationId xmlns:a16="http://schemas.microsoft.com/office/drawing/2014/main" id="{1EE3A100-767F-BC22-5038-99B4695AAABB}"/>
                </a:ext>
              </a:extLst>
            </p:cNvPr>
            <p:cNvCxnSpPr>
              <a:cxnSpLocks/>
              <a:endCxn id="9" idx="1"/>
            </p:cNvCxnSpPr>
            <p:nvPr/>
          </p:nvCxnSpPr>
          <p:spPr bwMode="auto">
            <a:xfrm>
              <a:off x="3531476" y="5254755"/>
              <a:ext cx="770407" cy="546246"/>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6" name="矩形 25">
              <a:extLst>
                <a:ext uri="{FF2B5EF4-FFF2-40B4-BE49-F238E27FC236}">
                  <a16:creationId xmlns:a16="http://schemas.microsoft.com/office/drawing/2014/main" id="{E1EFD8DE-36E0-6512-B37E-F80099F77D69}"/>
                </a:ext>
              </a:extLst>
            </p:cNvPr>
            <p:cNvSpPr/>
            <p:nvPr/>
          </p:nvSpPr>
          <p:spPr bwMode="auto">
            <a:xfrm>
              <a:off x="6848107" y="4855779"/>
              <a:ext cx="1500878" cy="400110"/>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数据聚合</a:t>
              </a:r>
            </a:p>
          </p:txBody>
        </p:sp>
        <p:sp>
          <p:nvSpPr>
            <p:cNvPr id="27" name="圆柱体 26">
              <a:extLst>
                <a:ext uri="{FF2B5EF4-FFF2-40B4-BE49-F238E27FC236}">
                  <a16:creationId xmlns:a16="http://schemas.microsoft.com/office/drawing/2014/main" id="{658A62EF-3522-C64F-A241-6815AD21E193}"/>
                </a:ext>
              </a:extLst>
            </p:cNvPr>
            <p:cNvSpPr/>
            <p:nvPr/>
          </p:nvSpPr>
          <p:spPr bwMode="auto">
            <a:xfrm rot="5400000">
              <a:off x="9400919" y="4743772"/>
              <a:ext cx="481431" cy="670619"/>
            </a:xfrm>
            <a:prstGeom prst="can">
              <a:avLst/>
            </a:prstGeom>
            <a:noFill/>
            <a:ln w="381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28" name="文本框 27">
              <a:extLst>
                <a:ext uri="{FF2B5EF4-FFF2-40B4-BE49-F238E27FC236}">
                  <a16:creationId xmlns:a16="http://schemas.microsoft.com/office/drawing/2014/main" id="{78C3BCFD-D4F8-C72A-BE15-688743C2CE3F}"/>
                </a:ext>
              </a:extLst>
            </p:cNvPr>
            <p:cNvSpPr txBox="1"/>
            <p:nvPr/>
          </p:nvSpPr>
          <p:spPr>
            <a:xfrm>
              <a:off x="9269012" y="4885423"/>
              <a:ext cx="837548" cy="369332"/>
            </a:xfrm>
            <a:prstGeom prst="rect">
              <a:avLst/>
            </a:prstGeom>
            <a:noFill/>
          </p:spPr>
          <p:txBody>
            <a:bodyPr wrap="square">
              <a:spAutoFit/>
            </a:bodyPr>
            <a:lstStyle/>
            <a:p>
              <a:r>
                <a:rPr kumimoji="1" lang="zh-CN" altLang="en-US" sz="18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结果</a:t>
              </a:r>
              <a:endParaRPr lang="zh-CN" altLang="en-US" dirty="0"/>
            </a:p>
          </p:txBody>
        </p:sp>
        <p:sp>
          <p:nvSpPr>
            <p:cNvPr id="29" name="圆柱体 28">
              <a:extLst>
                <a:ext uri="{FF2B5EF4-FFF2-40B4-BE49-F238E27FC236}">
                  <a16:creationId xmlns:a16="http://schemas.microsoft.com/office/drawing/2014/main" id="{2B3FE7B0-9153-3CA3-1E8B-C57788F29DC8}"/>
                </a:ext>
              </a:extLst>
            </p:cNvPr>
            <p:cNvSpPr/>
            <p:nvPr/>
          </p:nvSpPr>
          <p:spPr bwMode="auto">
            <a:xfrm rot="5400000">
              <a:off x="5441723" y="4300300"/>
              <a:ext cx="416209" cy="305865"/>
            </a:xfrm>
            <a:prstGeom prst="can">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30" name="圆柱体 29">
              <a:extLst>
                <a:ext uri="{FF2B5EF4-FFF2-40B4-BE49-F238E27FC236}">
                  <a16:creationId xmlns:a16="http://schemas.microsoft.com/office/drawing/2014/main" id="{0E6AF6EB-9078-02D3-4E63-0DC70F32D66E}"/>
                </a:ext>
              </a:extLst>
            </p:cNvPr>
            <p:cNvSpPr/>
            <p:nvPr/>
          </p:nvSpPr>
          <p:spPr bwMode="auto">
            <a:xfrm rot="5400000">
              <a:off x="5441723" y="4885488"/>
              <a:ext cx="416209" cy="305865"/>
            </a:xfrm>
            <a:prstGeom prst="can">
              <a:avLst/>
            </a:prstGeom>
            <a:noFill/>
            <a:ln w="38100"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31" name="圆柱体 30">
              <a:extLst>
                <a:ext uri="{FF2B5EF4-FFF2-40B4-BE49-F238E27FC236}">
                  <a16:creationId xmlns:a16="http://schemas.microsoft.com/office/drawing/2014/main" id="{13ED2915-87BC-0674-869F-C18C2FB41A1F}"/>
                </a:ext>
              </a:extLst>
            </p:cNvPr>
            <p:cNvSpPr/>
            <p:nvPr/>
          </p:nvSpPr>
          <p:spPr bwMode="auto">
            <a:xfrm rot="5400000">
              <a:off x="5441723" y="5656118"/>
              <a:ext cx="416209" cy="305865"/>
            </a:xfrm>
            <a:prstGeom prst="can">
              <a:avLst/>
            </a:prstGeom>
            <a:noFill/>
            <a:ln w="38100" cap="flat" cmpd="sng" algn="ctr">
              <a:solidFill>
                <a:schemeClr val="bg2"/>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华文楷体" pitchFamily="2" charset="-122"/>
              </a:endParaRPr>
            </a:p>
          </p:txBody>
        </p:sp>
        <p:cxnSp>
          <p:nvCxnSpPr>
            <p:cNvPr id="32" name="直线箭头连接符 31">
              <a:extLst>
                <a:ext uri="{FF2B5EF4-FFF2-40B4-BE49-F238E27FC236}">
                  <a16:creationId xmlns:a16="http://schemas.microsoft.com/office/drawing/2014/main" id="{BBFFC81B-C45E-2B28-9014-3A0616F466EF}"/>
                </a:ext>
              </a:extLst>
            </p:cNvPr>
            <p:cNvCxnSpPr>
              <a:cxnSpLocks/>
              <a:endCxn id="26" idx="1"/>
            </p:cNvCxnSpPr>
            <p:nvPr/>
          </p:nvCxnSpPr>
          <p:spPr bwMode="auto">
            <a:xfrm>
              <a:off x="5802761" y="4453232"/>
              <a:ext cx="1045346" cy="602602"/>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4" name="直线箭头连接符 33">
              <a:extLst>
                <a:ext uri="{FF2B5EF4-FFF2-40B4-BE49-F238E27FC236}">
                  <a16:creationId xmlns:a16="http://schemas.microsoft.com/office/drawing/2014/main" id="{F2789D24-4E56-9BCD-3951-599C4C0CCC42}"/>
                </a:ext>
              </a:extLst>
            </p:cNvPr>
            <p:cNvCxnSpPr>
              <a:cxnSpLocks/>
              <a:endCxn id="26" idx="1"/>
            </p:cNvCxnSpPr>
            <p:nvPr/>
          </p:nvCxnSpPr>
          <p:spPr bwMode="auto">
            <a:xfrm flipV="1">
              <a:off x="5802760" y="5055834"/>
              <a:ext cx="1045347" cy="1397"/>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6" name="直线箭头连接符 35">
              <a:extLst>
                <a:ext uri="{FF2B5EF4-FFF2-40B4-BE49-F238E27FC236}">
                  <a16:creationId xmlns:a16="http://schemas.microsoft.com/office/drawing/2014/main" id="{AC04866B-BEB7-C213-F203-DC49DFDA7171}"/>
                </a:ext>
              </a:extLst>
            </p:cNvPr>
            <p:cNvCxnSpPr>
              <a:cxnSpLocks/>
              <a:endCxn id="26" idx="1"/>
            </p:cNvCxnSpPr>
            <p:nvPr/>
          </p:nvCxnSpPr>
          <p:spPr bwMode="auto">
            <a:xfrm flipV="1">
              <a:off x="5802761" y="5055834"/>
              <a:ext cx="1045346" cy="767836"/>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8" name="直线箭头连接符 37">
              <a:extLst>
                <a:ext uri="{FF2B5EF4-FFF2-40B4-BE49-F238E27FC236}">
                  <a16:creationId xmlns:a16="http://schemas.microsoft.com/office/drawing/2014/main" id="{1E9C6484-9057-EE07-57FF-FD63267B780E}"/>
                </a:ext>
              </a:extLst>
            </p:cNvPr>
            <p:cNvCxnSpPr>
              <a:cxnSpLocks/>
              <a:endCxn id="28" idx="1"/>
            </p:cNvCxnSpPr>
            <p:nvPr/>
          </p:nvCxnSpPr>
          <p:spPr bwMode="auto">
            <a:xfrm>
              <a:off x="8348985" y="5042839"/>
              <a:ext cx="920027" cy="27250"/>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pic>
        <p:nvPicPr>
          <p:cNvPr id="41" name="图片 40">
            <a:extLst>
              <a:ext uri="{FF2B5EF4-FFF2-40B4-BE49-F238E27FC236}">
                <a16:creationId xmlns:a16="http://schemas.microsoft.com/office/drawing/2014/main" id="{20EE7919-27F1-17C6-A7B8-DA1FCDBA84EB}"/>
              </a:ext>
            </a:extLst>
          </p:cNvPr>
          <p:cNvPicPr>
            <a:picLocks noChangeAspect="1"/>
          </p:cNvPicPr>
          <p:nvPr/>
        </p:nvPicPr>
        <p:blipFill>
          <a:blip r:embed="rId2"/>
          <a:stretch>
            <a:fillRect/>
          </a:stretch>
        </p:blipFill>
        <p:spPr>
          <a:xfrm>
            <a:off x="13884165" y="5112680"/>
            <a:ext cx="3657600" cy="2044700"/>
          </a:xfrm>
          <a:prstGeom prst="rect">
            <a:avLst/>
          </a:prstGeom>
        </p:spPr>
      </p:pic>
      <p:grpSp>
        <p:nvGrpSpPr>
          <p:cNvPr id="66" name="组合 65">
            <a:extLst>
              <a:ext uri="{FF2B5EF4-FFF2-40B4-BE49-F238E27FC236}">
                <a16:creationId xmlns:a16="http://schemas.microsoft.com/office/drawing/2014/main" id="{D98B182C-9CCA-4A08-9569-F11E50F93410}"/>
              </a:ext>
            </a:extLst>
          </p:cNvPr>
          <p:cNvGrpSpPr/>
          <p:nvPr/>
        </p:nvGrpSpPr>
        <p:grpSpPr>
          <a:xfrm>
            <a:off x="6139279" y="1190601"/>
            <a:ext cx="2847066" cy="1658825"/>
            <a:chOff x="6509057" y="1079242"/>
            <a:chExt cx="4011132" cy="2402595"/>
          </a:xfrm>
        </p:grpSpPr>
        <p:sp>
          <p:nvSpPr>
            <p:cNvPr id="42" name="椭圆 41">
              <a:extLst>
                <a:ext uri="{FF2B5EF4-FFF2-40B4-BE49-F238E27FC236}">
                  <a16:creationId xmlns:a16="http://schemas.microsoft.com/office/drawing/2014/main" id="{B392C9DE-FB09-2385-79B2-6075C7CCF6A8}"/>
                </a:ext>
              </a:extLst>
            </p:cNvPr>
            <p:cNvSpPr/>
            <p:nvPr/>
          </p:nvSpPr>
          <p:spPr bwMode="auto">
            <a:xfrm>
              <a:off x="7195383" y="2024292"/>
              <a:ext cx="577779" cy="561013"/>
            </a:xfrm>
            <a:prstGeom prst="ellips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43" name="椭圆 42">
              <a:extLst>
                <a:ext uri="{FF2B5EF4-FFF2-40B4-BE49-F238E27FC236}">
                  <a16:creationId xmlns:a16="http://schemas.microsoft.com/office/drawing/2014/main" id="{26611E08-869D-DC40-DB43-8B00BBCED33E}"/>
                </a:ext>
              </a:extLst>
            </p:cNvPr>
            <p:cNvSpPr/>
            <p:nvPr/>
          </p:nvSpPr>
          <p:spPr bwMode="auto">
            <a:xfrm>
              <a:off x="8396614" y="1079242"/>
              <a:ext cx="577779" cy="561013"/>
            </a:xfrm>
            <a:prstGeom prst="ellips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44" name="椭圆 43">
              <a:extLst>
                <a:ext uri="{FF2B5EF4-FFF2-40B4-BE49-F238E27FC236}">
                  <a16:creationId xmlns:a16="http://schemas.microsoft.com/office/drawing/2014/main" id="{AA5E719C-6C37-73F1-312F-98F98CC09158}"/>
                </a:ext>
              </a:extLst>
            </p:cNvPr>
            <p:cNvSpPr/>
            <p:nvPr/>
          </p:nvSpPr>
          <p:spPr bwMode="auto">
            <a:xfrm>
              <a:off x="9436458" y="2024292"/>
              <a:ext cx="577779" cy="561013"/>
            </a:xfrm>
            <a:prstGeom prst="ellips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45" name="椭圆 44">
              <a:extLst>
                <a:ext uri="{FF2B5EF4-FFF2-40B4-BE49-F238E27FC236}">
                  <a16:creationId xmlns:a16="http://schemas.microsoft.com/office/drawing/2014/main" id="{90BF5E6B-0A08-4319-1EF4-2456734146D4}"/>
                </a:ext>
              </a:extLst>
            </p:cNvPr>
            <p:cNvSpPr/>
            <p:nvPr/>
          </p:nvSpPr>
          <p:spPr bwMode="auto">
            <a:xfrm>
              <a:off x="6509057" y="2920824"/>
              <a:ext cx="577779" cy="561013"/>
            </a:xfrm>
            <a:prstGeom prst="ellips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46" name="椭圆 45">
              <a:extLst>
                <a:ext uri="{FF2B5EF4-FFF2-40B4-BE49-F238E27FC236}">
                  <a16:creationId xmlns:a16="http://schemas.microsoft.com/office/drawing/2014/main" id="{BD0A610A-BA07-2E62-95E4-B33714B729A1}"/>
                </a:ext>
              </a:extLst>
            </p:cNvPr>
            <p:cNvSpPr/>
            <p:nvPr/>
          </p:nvSpPr>
          <p:spPr bwMode="auto">
            <a:xfrm>
              <a:off x="7818835" y="2920824"/>
              <a:ext cx="577779" cy="561013"/>
            </a:xfrm>
            <a:prstGeom prst="ellips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47" name="椭圆 46">
              <a:extLst>
                <a:ext uri="{FF2B5EF4-FFF2-40B4-BE49-F238E27FC236}">
                  <a16:creationId xmlns:a16="http://schemas.microsoft.com/office/drawing/2014/main" id="{51899800-EF2D-92A1-4987-64844A423E67}"/>
                </a:ext>
              </a:extLst>
            </p:cNvPr>
            <p:cNvSpPr/>
            <p:nvPr/>
          </p:nvSpPr>
          <p:spPr bwMode="auto">
            <a:xfrm>
              <a:off x="8974393" y="2904047"/>
              <a:ext cx="577779" cy="561013"/>
            </a:xfrm>
            <a:prstGeom prst="ellips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48" name="椭圆 47">
              <a:extLst>
                <a:ext uri="{FF2B5EF4-FFF2-40B4-BE49-F238E27FC236}">
                  <a16:creationId xmlns:a16="http://schemas.microsoft.com/office/drawing/2014/main" id="{34343ED1-8A5D-E7EB-9FA2-A71A5A2400AA}"/>
                </a:ext>
              </a:extLst>
            </p:cNvPr>
            <p:cNvSpPr/>
            <p:nvPr/>
          </p:nvSpPr>
          <p:spPr bwMode="auto">
            <a:xfrm>
              <a:off x="9942410" y="2878593"/>
              <a:ext cx="577779" cy="561013"/>
            </a:xfrm>
            <a:prstGeom prst="ellips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cxnSp>
          <p:nvCxnSpPr>
            <p:cNvPr id="50" name="直线箭头连接符 49">
              <a:extLst>
                <a:ext uri="{FF2B5EF4-FFF2-40B4-BE49-F238E27FC236}">
                  <a16:creationId xmlns:a16="http://schemas.microsoft.com/office/drawing/2014/main" id="{07A72F92-89E4-53C2-64AF-ACED22485379}"/>
                </a:ext>
              </a:extLst>
            </p:cNvPr>
            <p:cNvCxnSpPr>
              <a:stCxn id="43" idx="3"/>
              <a:endCxn id="42" idx="0"/>
            </p:cNvCxnSpPr>
            <p:nvPr/>
          </p:nvCxnSpPr>
          <p:spPr bwMode="auto">
            <a:xfrm flipH="1">
              <a:off x="7484273" y="1558097"/>
              <a:ext cx="996955" cy="466195"/>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1" name="直线箭头连接符 50">
              <a:extLst>
                <a:ext uri="{FF2B5EF4-FFF2-40B4-BE49-F238E27FC236}">
                  <a16:creationId xmlns:a16="http://schemas.microsoft.com/office/drawing/2014/main" id="{1BD493C7-C248-31A3-FD7A-97BF733680F2}"/>
                </a:ext>
              </a:extLst>
            </p:cNvPr>
            <p:cNvCxnSpPr>
              <a:cxnSpLocks/>
              <a:stCxn id="43" idx="5"/>
              <a:endCxn id="44" idx="0"/>
            </p:cNvCxnSpPr>
            <p:nvPr/>
          </p:nvCxnSpPr>
          <p:spPr bwMode="auto">
            <a:xfrm>
              <a:off x="8889779" y="1558097"/>
              <a:ext cx="835569" cy="466195"/>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4" name="直线箭头连接符 53">
              <a:extLst>
                <a:ext uri="{FF2B5EF4-FFF2-40B4-BE49-F238E27FC236}">
                  <a16:creationId xmlns:a16="http://schemas.microsoft.com/office/drawing/2014/main" id="{A525829E-A87B-EBB7-F1D9-FC2F575994DD}"/>
                </a:ext>
              </a:extLst>
            </p:cNvPr>
            <p:cNvCxnSpPr>
              <a:cxnSpLocks/>
              <a:stCxn id="42" idx="3"/>
              <a:endCxn id="45" idx="0"/>
            </p:cNvCxnSpPr>
            <p:nvPr/>
          </p:nvCxnSpPr>
          <p:spPr bwMode="auto">
            <a:xfrm flipH="1">
              <a:off x="6797947" y="2503147"/>
              <a:ext cx="482050" cy="417677"/>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7" name="直线箭头连接符 56">
              <a:extLst>
                <a:ext uri="{FF2B5EF4-FFF2-40B4-BE49-F238E27FC236}">
                  <a16:creationId xmlns:a16="http://schemas.microsoft.com/office/drawing/2014/main" id="{36280E0A-C467-FD6A-07CA-D212BAD92E1A}"/>
                </a:ext>
              </a:extLst>
            </p:cNvPr>
            <p:cNvCxnSpPr>
              <a:cxnSpLocks/>
              <a:stCxn id="42" idx="5"/>
              <a:endCxn id="46" idx="0"/>
            </p:cNvCxnSpPr>
            <p:nvPr/>
          </p:nvCxnSpPr>
          <p:spPr bwMode="auto">
            <a:xfrm>
              <a:off x="7688548" y="2503147"/>
              <a:ext cx="419177" cy="417677"/>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0" name="直线箭头连接符 59">
              <a:extLst>
                <a:ext uri="{FF2B5EF4-FFF2-40B4-BE49-F238E27FC236}">
                  <a16:creationId xmlns:a16="http://schemas.microsoft.com/office/drawing/2014/main" id="{D2CBCAE5-02F4-F094-9FEF-DB9C8588E549}"/>
                </a:ext>
              </a:extLst>
            </p:cNvPr>
            <p:cNvCxnSpPr>
              <a:cxnSpLocks/>
              <a:stCxn id="44" idx="4"/>
              <a:endCxn id="47" idx="0"/>
            </p:cNvCxnSpPr>
            <p:nvPr/>
          </p:nvCxnSpPr>
          <p:spPr bwMode="auto">
            <a:xfrm flipH="1">
              <a:off x="9263283" y="2585305"/>
              <a:ext cx="462065" cy="318742"/>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3" name="直线箭头连接符 62">
              <a:extLst>
                <a:ext uri="{FF2B5EF4-FFF2-40B4-BE49-F238E27FC236}">
                  <a16:creationId xmlns:a16="http://schemas.microsoft.com/office/drawing/2014/main" id="{AAAB48B1-CED0-AC2F-51CA-1EBF0AA9F611}"/>
                </a:ext>
              </a:extLst>
            </p:cNvPr>
            <p:cNvCxnSpPr>
              <a:cxnSpLocks/>
              <a:stCxn id="44" idx="4"/>
              <a:endCxn id="48" idx="0"/>
            </p:cNvCxnSpPr>
            <p:nvPr/>
          </p:nvCxnSpPr>
          <p:spPr bwMode="auto">
            <a:xfrm>
              <a:off x="9725348" y="2585305"/>
              <a:ext cx="505952" cy="293288"/>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sp>
        <p:nvSpPr>
          <p:cNvPr id="67" name="矩形 66">
            <a:extLst>
              <a:ext uri="{FF2B5EF4-FFF2-40B4-BE49-F238E27FC236}">
                <a16:creationId xmlns:a16="http://schemas.microsoft.com/office/drawing/2014/main" id="{766A89C1-B37D-DF61-594D-06EA0501C63C}"/>
              </a:ext>
            </a:extLst>
          </p:cNvPr>
          <p:cNvSpPr/>
          <p:nvPr/>
        </p:nvSpPr>
        <p:spPr bwMode="auto">
          <a:xfrm>
            <a:off x="6041592" y="1722455"/>
            <a:ext cx="1497517" cy="1224395"/>
          </a:xfrm>
          <a:prstGeom prst="rect">
            <a:avLst/>
          </a:prstGeom>
          <a:noFill/>
          <a:ln>
            <a:prstDash val="sysDot"/>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68" name="矩形 67">
            <a:extLst>
              <a:ext uri="{FF2B5EF4-FFF2-40B4-BE49-F238E27FC236}">
                <a16:creationId xmlns:a16="http://schemas.microsoft.com/office/drawing/2014/main" id="{E09037CE-E88B-45B3-8CAF-11F3753A8BEE}"/>
              </a:ext>
            </a:extLst>
          </p:cNvPr>
          <p:cNvSpPr/>
          <p:nvPr/>
        </p:nvSpPr>
        <p:spPr bwMode="auto">
          <a:xfrm>
            <a:off x="7744161" y="1736101"/>
            <a:ext cx="1497517" cy="1224395"/>
          </a:xfrm>
          <a:prstGeom prst="rect">
            <a:avLst/>
          </a:prstGeom>
          <a:noFill/>
          <a:ln>
            <a:prstDash val="sysDot"/>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69" name="矩形 68">
            <a:extLst>
              <a:ext uri="{FF2B5EF4-FFF2-40B4-BE49-F238E27FC236}">
                <a16:creationId xmlns:a16="http://schemas.microsoft.com/office/drawing/2014/main" id="{6ACB5645-7AD6-9A14-D4B6-6461A737A0D7}"/>
              </a:ext>
            </a:extLst>
          </p:cNvPr>
          <p:cNvSpPr/>
          <p:nvPr/>
        </p:nvSpPr>
        <p:spPr bwMode="auto">
          <a:xfrm>
            <a:off x="7273999" y="1103462"/>
            <a:ext cx="820205" cy="532002"/>
          </a:xfrm>
          <a:prstGeom prst="rect">
            <a:avLst/>
          </a:prstGeom>
          <a:noFill/>
          <a:ln>
            <a:prstDash val="sysDot"/>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19503860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hape6">
            <a:extLst>
              <a:ext uri="{FF2B5EF4-FFF2-40B4-BE49-F238E27FC236}">
                <a16:creationId xmlns:a16="http://schemas.microsoft.com/office/drawing/2014/main" id="{6222A071-28FF-4109-A328-4AF46EC0213B}"/>
              </a:ext>
            </a:extLst>
          </p:cNvPr>
          <p:cNvSpPr/>
          <p:nvPr/>
        </p:nvSpPr>
        <p:spPr>
          <a:xfrm>
            <a:off x="794195" y="2812689"/>
            <a:ext cx="10601324" cy="2803671"/>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44" name="任意多边形: 形状 43">
            <a:extLst>
              <a:ext uri="{FF2B5EF4-FFF2-40B4-BE49-F238E27FC236}">
                <a16:creationId xmlns:a16="http://schemas.microsoft.com/office/drawing/2014/main" id="{D2EF8D41-01DD-4322-A0AF-3864E7ECF06B}"/>
              </a:ext>
            </a:extLst>
          </p:cNvPr>
          <p:cNvSpPr/>
          <p:nvPr/>
        </p:nvSpPr>
        <p:spPr bwMode="auto">
          <a:xfrm>
            <a:off x="795338" y="1090707"/>
            <a:ext cx="10601324" cy="1410363"/>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单指令流多数据 </a:t>
            </a:r>
            <a:r>
              <a:rPr lang="en-US" altLang="zh-CN" sz="3600" dirty="0">
                <a:latin typeface="微软雅黑" panose="020B0503020204020204" pitchFamily="82" charset="2"/>
                <a:ea typeface="微软雅黑" panose="020B0503020204020204" pitchFamily="82" charset="2"/>
              </a:rPr>
              <a:t>SIMD</a:t>
            </a:r>
            <a:endParaRPr lang="zh-CN" altLang="en-US" sz="3600" dirty="0">
              <a:latin typeface="微软雅黑" panose="020B0503020204020204" pitchFamily="82" charset="2"/>
              <a:ea typeface="微软雅黑" panose="020B0503020204020204" pitchFamily="82" charset="2"/>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119188" y="1402326"/>
            <a:ext cx="9953625" cy="678470"/>
          </a:xfrm>
        </p:spPr>
        <p:txBody>
          <a:bodyPr/>
          <a:lstStyle/>
          <a:p>
            <a:pPr>
              <a:lnSpc>
                <a:spcPct val="150000"/>
              </a:lnSpc>
            </a:pPr>
            <a:r>
              <a:rPr lang="zh-CN" altLang="en-US" sz="1800" b="1" dirty="0">
                <a:solidFill>
                  <a:srgbClr val="6F1687"/>
                </a:solidFill>
                <a:latin typeface="微软雅黑" panose="020B0503020204020204" pitchFamily="34" charset="-122"/>
                <a:ea typeface="微软雅黑" panose="020B0503020204020204" pitchFamily="34" charset="-122"/>
              </a:rPr>
              <a:t>单指令流多数据流（</a:t>
            </a:r>
            <a:r>
              <a:rPr lang="en-US" altLang="zh-CN" sz="1800" b="1" dirty="0">
                <a:solidFill>
                  <a:srgbClr val="6F1687"/>
                </a:solidFill>
                <a:latin typeface="微软雅黑" panose="020B0503020204020204" pitchFamily="34" charset="-122"/>
                <a:ea typeface="微软雅黑" panose="020B0503020204020204" pitchFamily="34" charset="-122"/>
              </a:rPr>
              <a:t>single instruction multiple data</a:t>
            </a:r>
            <a:r>
              <a:rPr lang="zh-CN" altLang="en-US" sz="1800" b="1" dirty="0">
                <a:solidFill>
                  <a:srgbClr val="6F1687"/>
                </a:solidFill>
                <a:latin typeface="微软雅黑" panose="020B0503020204020204" pitchFamily="34" charset="-122"/>
                <a:ea typeface="微软雅黑" panose="020B0503020204020204" pitchFamily="34" charset="-122"/>
              </a:rPr>
              <a:t>，</a:t>
            </a:r>
            <a:r>
              <a:rPr lang="en-US" altLang="zh-CN" sz="1800" b="1" dirty="0">
                <a:solidFill>
                  <a:srgbClr val="6F1687"/>
                </a:solidFill>
                <a:latin typeface="微软雅黑" panose="020B0503020204020204" pitchFamily="34" charset="-122"/>
                <a:ea typeface="微软雅黑" panose="020B0503020204020204" pitchFamily="34" charset="-122"/>
              </a:rPr>
              <a:t>SIMD</a:t>
            </a:r>
            <a:r>
              <a:rPr lang="zh-CN" altLang="en-US" sz="1800" b="1" dirty="0">
                <a:solidFill>
                  <a:srgbClr val="6F1687"/>
                </a:solidFill>
                <a:latin typeface="微软雅黑" panose="020B0503020204020204" pitchFamily="34" charset="-122"/>
                <a:ea typeface="微软雅黑" panose="020B0503020204020204" pitchFamily="34" charset="-122"/>
              </a:rPr>
              <a:t>）是一种允许同一个处理器在多个数据点上执行相同操作，进而形成并行计算的技术。</a:t>
            </a:r>
          </a:p>
          <a:p>
            <a:endParaRPr kumimoji="1" lang="zh-CN" altLang="en-US" sz="1800" b="1" dirty="0">
              <a:solidFill>
                <a:srgbClr val="6F1687"/>
              </a:solidFill>
              <a:latin typeface="微软雅黑" panose="020B0503020204020204" pitchFamily="34" charset="-122"/>
              <a:ea typeface="微软雅黑" panose="020B0503020204020204" pitchFamily="34" charset="-122"/>
            </a:endParaRPr>
          </a:p>
        </p:txBody>
      </p:sp>
      <p:grpSp>
        <p:nvGrpSpPr>
          <p:cNvPr id="43" name="组合 42">
            <a:extLst>
              <a:ext uri="{FF2B5EF4-FFF2-40B4-BE49-F238E27FC236}">
                <a16:creationId xmlns:a16="http://schemas.microsoft.com/office/drawing/2014/main" id="{E96507A7-8BFD-4473-9AF6-207E8B51B504}"/>
              </a:ext>
            </a:extLst>
          </p:cNvPr>
          <p:cNvGrpSpPr/>
          <p:nvPr/>
        </p:nvGrpSpPr>
        <p:grpSpPr>
          <a:xfrm>
            <a:off x="2843014" y="3046999"/>
            <a:ext cx="6505972" cy="2300865"/>
            <a:chOff x="2502642" y="3074614"/>
            <a:chExt cx="6505972" cy="2300865"/>
          </a:xfrm>
        </p:grpSpPr>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5F984F6A-1101-4EB0-8E88-D0A74107AFB1}"/>
                    </a:ext>
                  </a:extLst>
                </p:cNvPr>
                <p:cNvSpPr/>
                <p:nvPr/>
              </p:nvSpPr>
              <p:spPr>
                <a:xfrm>
                  <a:off x="2502642" y="3763142"/>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altLang="zh-CN" b="0" dirty="0">
                    <a:latin typeface="微软雅黑" panose="020B0503020204020204" pitchFamily="34" charset="-122"/>
                    <a:ea typeface="微软雅黑" panose="020B0503020204020204" pitchFamily="34" charset="-122"/>
                  </a:endParaRPr>
                </a:p>
              </p:txBody>
            </p:sp>
          </mc:Choice>
          <mc:Fallback xmlns="">
            <p:sp>
              <p:nvSpPr>
                <p:cNvPr id="4" name="矩形 3">
                  <a:extLst>
                    <a:ext uri="{FF2B5EF4-FFF2-40B4-BE49-F238E27FC236}">
                      <a16:creationId xmlns:a16="http://schemas.microsoft.com/office/drawing/2014/main" id="{5F984F6A-1101-4EB0-8E88-D0A74107AFB1}"/>
                    </a:ext>
                  </a:extLst>
                </p:cNvPr>
                <p:cNvSpPr>
                  <a:spLocks noRot="1" noChangeAspect="1" noMove="1" noResize="1" noEditPoints="1" noAdjustHandles="1" noChangeArrowheads="1" noChangeShapeType="1" noTextEdit="1"/>
                </p:cNvSpPr>
                <p:nvPr/>
              </p:nvSpPr>
              <p:spPr>
                <a:xfrm>
                  <a:off x="2502642" y="3763142"/>
                  <a:ext cx="481476" cy="38032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D2356350-EF56-4F84-A70F-116DD3565D93}"/>
                    </a:ext>
                  </a:extLst>
                </p:cNvPr>
                <p:cNvSpPr/>
                <p:nvPr/>
              </p:nvSpPr>
              <p:spPr>
                <a:xfrm>
                  <a:off x="2502642" y="4143468"/>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5" name="矩形 4">
                  <a:extLst>
                    <a:ext uri="{FF2B5EF4-FFF2-40B4-BE49-F238E27FC236}">
                      <a16:creationId xmlns:a16="http://schemas.microsoft.com/office/drawing/2014/main" id="{D2356350-EF56-4F84-A70F-116DD3565D93}"/>
                    </a:ext>
                  </a:extLst>
                </p:cNvPr>
                <p:cNvSpPr>
                  <a:spLocks noRot="1" noChangeAspect="1" noMove="1" noResize="1" noEditPoints="1" noAdjustHandles="1" noChangeArrowheads="1" noChangeShapeType="1" noTextEdit="1"/>
                </p:cNvSpPr>
                <p:nvPr/>
              </p:nvSpPr>
              <p:spPr>
                <a:xfrm>
                  <a:off x="2502642" y="4143468"/>
                  <a:ext cx="481476" cy="380326"/>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92C3E419-9735-42F8-A94A-94616F2623CB}"/>
                    </a:ext>
                  </a:extLst>
                </p:cNvPr>
                <p:cNvSpPr/>
                <p:nvPr/>
              </p:nvSpPr>
              <p:spPr>
                <a:xfrm>
                  <a:off x="2502642" y="4523794"/>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6" name="矩形 5">
                  <a:extLst>
                    <a:ext uri="{FF2B5EF4-FFF2-40B4-BE49-F238E27FC236}">
                      <a16:creationId xmlns:a16="http://schemas.microsoft.com/office/drawing/2014/main" id="{92C3E419-9735-42F8-A94A-94616F2623CB}"/>
                    </a:ext>
                  </a:extLst>
                </p:cNvPr>
                <p:cNvSpPr>
                  <a:spLocks noRot="1" noChangeAspect="1" noMove="1" noResize="1" noEditPoints="1" noAdjustHandles="1" noChangeArrowheads="1" noChangeShapeType="1" noTextEdit="1"/>
                </p:cNvSpPr>
                <p:nvPr/>
              </p:nvSpPr>
              <p:spPr>
                <a:xfrm>
                  <a:off x="2502642" y="4523794"/>
                  <a:ext cx="481476" cy="380326"/>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88121062-FAD8-4E30-9A90-1D9AEE0272D8}"/>
                    </a:ext>
                  </a:extLst>
                </p:cNvPr>
                <p:cNvSpPr/>
                <p:nvPr/>
              </p:nvSpPr>
              <p:spPr>
                <a:xfrm>
                  <a:off x="2502642" y="4904120"/>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4</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7" name="矩形 6">
                  <a:extLst>
                    <a:ext uri="{FF2B5EF4-FFF2-40B4-BE49-F238E27FC236}">
                      <a16:creationId xmlns:a16="http://schemas.microsoft.com/office/drawing/2014/main" id="{88121062-FAD8-4E30-9A90-1D9AEE0272D8}"/>
                    </a:ext>
                  </a:extLst>
                </p:cNvPr>
                <p:cNvSpPr>
                  <a:spLocks noRot="1" noChangeAspect="1" noMove="1" noResize="1" noEditPoints="1" noAdjustHandles="1" noChangeArrowheads="1" noChangeShapeType="1" noTextEdit="1"/>
                </p:cNvSpPr>
                <p:nvPr/>
              </p:nvSpPr>
              <p:spPr>
                <a:xfrm>
                  <a:off x="2502642" y="4904120"/>
                  <a:ext cx="481476" cy="380326"/>
                </a:xfrm>
                <a:prstGeom prst="rect">
                  <a:avLst/>
                </a:prstGeom>
                <a:blipFill>
                  <a:blip r:embed="rId6"/>
                  <a:stretch>
                    <a:fillRect/>
                  </a:stretch>
                </a:blipFill>
              </p:spPr>
              <p:txBody>
                <a:bodyPr/>
                <a:lstStyle/>
                <a:p>
                  <a:r>
                    <a:rPr lang="zh-CN" altLang="en-US">
                      <a:noFill/>
                    </a:rPr>
                    <a:t> </a:t>
                  </a:r>
                </a:p>
              </p:txBody>
            </p:sp>
          </mc:Fallback>
        </mc:AlternateContent>
        <p:sp>
          <p:nvSpPr>
            <p:cNvPr id="8" name="加号 7">
              <a:extLst>
                <a:ext uri="{FF2B5EF4-FFF2-40B4-BE49-F238E27FC236}">
                  <a16:creationId xmlns:a16="http://schemas.microsoft.com/office/drawing/2014/main" id="{42704985-F3F2-4B0F-BA5C-CDB0D4F790B1}"/>
                </a:ext>
              </a:extLst>
            </p:cNvPr>
            <p:cNvSpPr/>
            <p:nvPr/>
          </p:nvSpPr>
          <p:spPr>
            <a:xfrm>
              <a:off x="3058973" y="4337677"/>
              <a:ext cx="365911" cy="380326"/>
            </a:xfrm>
            <a:prstGeom prst="mathPlus">
              <a:avLst/>
            </a:prstGeom>
            <a:solidFill>
              <a:srgbClr val="0432FF"/>
            </a:solidFill>
            <a:ln>
              <a:solidFill>
                <a:srgbClr val="6F1687"/>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等号 8">
              <a:extLst>
                <a:ext uri="{FF2B5EF4-FFF2-40B4-BE49-F238E27FC236}">
                  <a16:creationId xmlns:a16="http://schemas.microsoft.com/office/drawing/2014/main" id="{883A9326-CA5A-4F38-A770-4FDFC8CD9142}"/>
                </a:ext>
              </a:extLst>
            </p:cNvPr>
            <p:cNvSpPr/>
            <p:nvPr/>
          </p:nvSpPr>
          <p:spPr>
            <a:xfrm>
              <a:off x="4062874" y="4337672"/>
              <a:ext cx="346562" cy="380326"/>
            </a:xfrm>
            <a:prstGeom prst="mathEqual">
              <a:avLst/>
            </a:prstGeom>
            <a:solidFill>
              <a:srgbClr val="0432FF"/>
            </a:solidFill>
            <a:ln>
              <a:solidFill>
                <a:srgbClr val="6F1687"/>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66A30B54-99A4-4553-9BA3-7324D2F4DE2C}"/>
                    </a:ext>
                  </a:extLst>
                </p:cNvPr>
                <p:cNvSpPr/>
                <p:nvPr/>
              </p:nvSpPr>
              <p:spPr>
                <a:xfrm>
                  <a:off x="3514146" y="3767188"/>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oMath>
                    </m:oMathPara>
                  </a14:m>
                  <a:endParaRPr lang="en-US" altLang="zh-CN" b="0" dirty="0">
                    <a:latin typeface="微软雅黑" panose="020B0503020204020204" pitchFamily="34" charset="-122"/>
                    <a:ea typeface="微软雅黑" panose="020B0503020204020204" pitchFamily="34" charset="-122"/>
                  </a:endParaRPr>
                </a:p>
              </p:txBody>
            </p:sp>
          </mc:Choice>
          <mc:Fallback xmlns="">
            <p:sp>
              <p:nvSpPr>
                <p:cNvPr id="10" name="矩形 9">
                  <a:extLst>
                    <a:ext uri="{FF2B5EF4-FFF2-40B4-BE49-F238E27FC236}">
                      <a16:creationId xmlns:a16="http://schemas.microsoft.com/office/drawing/2014/main" id="{66A30B54-99A4-4553-9BA3-7324D2F4DE2C}"/>
                    </a:ext>
                  </a:extLst>
                </p:cNvPr>
                <p:cNvSpPr>
                  <a:spLocks noRot="1" noChangeAspect="1" noMove="1" noResize="1" noEditPoints="1" noAdjustHandles="1" noChangeArrowheads="1" noChangeShapeType="1" noTextEdit="1"/>
                </p:cNvSpPr>
                <p:nvPr/>
              </p:nvSpPr>
              <p:spPr>
                <a:xfrm>
                  <a:off x="3514146" y="3767188"/>
                  <a:ext cx="481476" cy="380326"/>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A854723A-90AD-497D-A51C-492091D4266F}"/>
                    </a:ext>
                  </a:extLst>
                </p:cNvPr>
                <p:cNvSpPr/>
                <p:nvPr/>
              </p:nvSpPr>
              <p:spPr>
                <a:xfrm>
                  <a:off x="3514146" y="4147514"/>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2</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11" name="矩形 10">
                  <a:extLst>
                    <a:ext uri="{FF2B5EF4-FFF2-40B4-BE49-F238E27FC236}">
                      <a16:creationId xmlns:a16="http://schemas.microsoft.com/office/drawing/2014/main" id="{A854723A-90AD-497D-A51C-492091D4266F}"/>
                    </a:ext>
                  </a:extLst>
                </p:cNvPr>
                <p:cNvSpPr>
                  <a:spLocks noRot="1" noChangeAspect="1" noMove="1" noResize="1" noEditPoints="1" noAdjustHandles="1" noChangeArrowheads="1" noChangeShapeType="1" noTextEdit="1"/>
                </p:cNvSpPr>
                <p:nvPr/>
              </p:nvSpPr>
              <p:spPr>
                <a:xfrm>
                  <a:off x="3514146" y="4147514"/>
                  <a:ext cx="481476" cy="38032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C424D4BE-5A63-4E42-B832-E4CA884AF2B9}"/>
                    </a:ext>
                  </a:extLst>
                </p:cNvPr>
                <p:cNvSpPr/>
                <p:nvPr/>
              </p:nvSpPr>
              <p:spPr>
                <a:xfrm>
                  <a:off x="3514146" y="4527840"/>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3</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12" name="矩形 11">
                  <a:extLst>
                    <a:ext uri="{FF2B5EF4-FFF2-40B4-BE49-F238E27FC236}">
                      <a16:creationId xmlns:a16="http://schemas.microsoft.com/office/drawing/2014/main" id="{C424D4BE-5A63-4E42-B832-E4CA884AF2B9}"/>
                    </a:ext>
                  </a:extLst>
                </p:cNvPr>
                <p:cNvSpPr>
                  <a:spLocks noRot="1" noChangeAspect="1" noMove="1" noResize="1" noEditPoints="1" noAdjustHandles="1" noChangeArrowheads="1" noChangeShapeType="1" noTextEdit="1"/>
                </p:cNvSpPr>
                <p:nvPr/>
              </p:nvSpPr>
              <p:spPr>
                <a:xfrm>
                  <a:off x="3514146" y="4527840"/>
                  <a:ext cx="481476" cy="380326"/>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BCDE9F6E-5B11-4A8E-A726-8B76BFFCF942}"/>
                    </a:ext>
                  </a:extLst>
                </p:cNvPr>
                <p:cNvSpPr/>
                <p:nvPr/>
              </p:nvSpPr>
              <p:spPr>
                <a:xfrm>
                  <a:off x="3514146" y="4908166"/>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4</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13" name="矩形 12">
                  <a:extLst>
                    <a:ext uri="{FF2B5EF4-FFF2-40B4-BE49-F238E27FC236}">
                      <a16:creationId xmlns:a16="http://schemas.microsoft.com/office/drawing/2014/main" id="{BCDE9F6E-5B11-4A8E-A726-8B76BFFCF942}"/>
                    </a:ext>
                  </a:extLst>
                </p:cNvPr>
                <p:cNvSpPr>
                  <a:spLocks noRot="1" noChangeAspect="1" noMove="1" noResize="1" noEditPoints="1" noAdjustHandles="1" noChangeArrowheads="1" noChangeShapeType="1" noTextEdit="1"/>
                </p:cNvSpPr>
                <p:nvPr/>
              </p:nvSpPr>
              <p:spPr>
                <a:xfrm>
                  <a:off x="3514146" y="4908166"/>
                  <a:ext cx="481476" cy="380326"/>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BDEED0FA-1BEE-48CA-84DD-859161A3114A}"/>
                    </a:ext>
                  </a:extLst>
                </p:cNvPr>
                <p:cNvSpPr/>
                <p:nvPr/>
              </p:nvSpPr>
              <p:spPr>
                <a:xfrm>
                  <a:off x="4534752" y="3759096"/>
                  <a:ext cx="942724"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oMath>
                    </m:oMathPara>
                  </a14:m>
                  <a:endParaRPr lang="en-US" altLang="zh-CN" b="0" dirty="0">
                    <a:latin typeface="微软雅黑" panose="020B0503020204020204" pitchFamily="34" charset="-122"/>
                    <a:ea typeface="微软雅黑" panose="020B0503020204020204" pitchFamily="34" charset="-122"/>
                  </a:endParaRPr>
                </a:p>
              </p:txBody>
            </p:sp>
          </mc:Choice>
          <mc:Fallback xmlns="">
            <p:sp>
              <p:nvSpPr>
                <p:cNvPr id="14" name="矩形 13">
                  <a:extLst>
                    <a:ext uri="{FF2B5EF4-FFF2-40B4-BE49-F238E27FC236}">
                      <a16:creationId xmlns:a16="http://schemas.microsoft.com/office/drawing/2014/main" id="{BDEED0FA-1BEE-48CA-84DD-859161A3114A}"/>
                    </a:ext>
                  </a:extLst>
                </p:cNvPr>
                <p:cNvSpPr>
                  <a:spLocks noRot="1" noChangeAspect="1" noMove="1" noResize="1" noEditPoints="1" noAdjustHandles="1" noChangeArrowheads="1" noChangeShapeType="1" noTextEdit="1"/>
                </p:cNvSpPr>
                <p:nvPr/>
              </p:nvSpPr>
              <p:spPr>
                <a:xfrm>
                  <a:off x="4534752" y="3759096"/>
                  <a:ext cx="942724" cy="380326"/>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8348EB89-52FA-4538-AC06-A7D0749E0467}"/>
                    </a:ext>
                  </a:extLst>
                </p:cNvPr>
                <p:cNvSpPr/>
                <p:nvPr/>
              </p:nvSpPr>
              <p:spPr>
                <a:xfrm>
                  <a:off x="4534751" y="4139422"/>
                  <a:ext cx="942725"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2</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15" name="矩形 14">
                  <a:extLst>
                    <a:ext uri="{FF2B5EF4-FFF2-40B4-BE49-F238E27FC236}">
                      <a16:creationId xmlns:a16="http://schemas.microsoft.com/office/drawing/2014/main" id="{8348EB89-52FA-4538-AC06-A7D0749E0467}"/>
                    </a:ext>
                  </a:extLst>
                </p:cNvPr>
                <p:cNvSpPr>
                  <a:spLocks noRot="1" noChangeAspect="1" noMove="1" noResize="1" noEditPoints="1" noAdjustHandles="1" noChangeArrowheads="1" noChangeShapeType="1" noTextEdit="1"/>
                </p:cNvSpPr>
                <p:nvPr/>
              </p:nvSpPr>
              <p:spPr>
                <a:xfrm>
                  <a:off x="4534751" y="4139422"/>
                  <a:ext cx="942725" cy="380326"/>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E5DB3AC6-BAA2-4FBA-9080-BD2C041EB861}"/>
                    </a:ext>
                  </a:extLst>
                </p:cNvPr>
                <p:cNvSpPr/>
                <p:nvPr/>
              </p:nvSpPr>
              <p:spPr>
                <a:xfrm>
                  <a:off x="4534752" y="4519748"/>
                  <a:ext cx="942724"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3</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16" name="矩形 15">
                  <a:extLst>
                    <a:ext uri="{FF2B5EF4-FFF2-40B4-BE49-F238E27FC236}">
                      <a16:creationId xmlns:a16="http://schemas.microsoft.com/office/drawing/2014/main" id="{E5DB3AC6-BAA2-4FBA-9080-BD2C041EB861}"/>
                    </a:ext>
                  </a:extLst>
                </p:cNvPr>
                <p:cNvSpPr>
                  <a:spLocks noRot="1" noChangeAspect="1" noMove="1" noResize="1" noEditPoints="1" noAdjustHandles="1" noChangeArrowheads="1" noChangeShapeType="1" noTextEdit="1"/>
                </p:cNvSpPr>
                <p:nvPr/>
              </p:nvSpPr>
              <p:spPr>
                <a:xfrm>
                  <a:off x="4534752" y="4519748"/>
                  <a:ext cx="942724" cy="380326"/>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25EFDEFD-AF95-4BD9-B76B-D0FDCAF6293C}"/>
                    </a:ext>
                  </a:extLst>
                </p:cNvPr>
                <p:cNvSpPr/>
                <p:nvPr/>
              </p:nvSpPr>
              <p:spPr>
                <a:xfrm>
                  <a:off x="4534751" y="4900074"/>
                  <a:ext cx="942724"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4</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17" name="矩形 16">
                  <a:extLst>
                    <a:ext uri="{FF2B5EF4-FFF2-40B4-BE49-F238E27FC236}">
                      <a16:creationId xmlns:a16="http://schemas.microsoft.com/office/drawing/2014/main" id="{25EFDEFD-AF95-4BD9-B76B-D0FDCAF6293C}"/>
                    </a:ext>
                  </a:extLst>
                </p:cNvPr>
                <p:cNvSpPr>
                  <a:spLocks noRot="1" noChangeAspect="1" noMove="1" noResize="1" noEditPoints="1" noAdjustHandles="1" noChangeArrowheads="1" noChangeShapeType="1" noTextEdit="1"/>
                </p:cNvSpPr>
                <p:nvPr/>
              </p:nvSpPr>
              <p:spPr>
                <a:xfrm>
                  <a:off x="4534751" y="4900074"/>
                  <a:ext cx="942724" cy="380326"/>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E68C0F29-A24A-43FA-8472-A92869309071}"/>
                    </a:ext>
                  </a:extLst>
                </p:cNvPr>
                <p:cNvSpPr/>
                <p:nvPr/>
              </p:nvSpPr>
              <p:spPr>
                <a:xfrm>
                  <a:off x="6016604" y="3621533"/>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altLang="zh-CN" b="0" dirty="0">
                    <a:latin typeface="微软雅黑" panose="020B0503020204020204" pitchFamily="34" charset="-122"/>
                    <a:ea typeface="微软雅黑" panose="020B0503020204020204" pitchFamily="34" charset="-122"/>
                  </a:endParaRPr>
                </a:p>
              </p:txBody>
            </p:sp>
          </mc:Choice>
          <mc:Fallback xmlns="">
            <p:sp>
              <p:nvSpPr>
                <p:cNvPr id="18" name="矩形 17">
                  <a:extLst>
                    <a:ext uri="{FF2B5EF4-FFF2-40B4-BE49-F238E27FC236}">
                      <a16:creationId xmlns:a16="http://schemas.microsoft.com/office/drawing/2014/main" id="{E68C0F29-A24A-43FA-8472-A92869309071}"/>
                    </a:ext>
                  </a:extLst>
                </p:cNvPr>
                <p:cNvSpPr>
                  <a:spLocks noRot="1" noChangeAspect="1" noMove="1" noResize="1" noEditPoints="1" noAdjustHandles="1" noChangeArrowheads="1" noChangeShapeType="1" noTextEdit="1"/>
                </p:cNvSpPr>
                <p:nvPr/>
              </p:nvSpPr>
              <p:spPr>
                <a:xfrm>
                  <a:off x="6016604" y="3621533"/>
                  <a:ext cx="481476" cy="380326"/>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23B9957A-3BC3-4376-808A-AA6983E85EEA}"/>
                    </a:ext>
                  </a:extLst>
                </p:cNvPr>
                <p:cNvSpPr/>
                <p:nvPr/>
              </p:nvSpPr>
              <p:spPr>
                <a:xfrm>
                  <a:off x="6016604" y="4076709"/>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19" name="矩形 18">
                  <a:extLst>
                    <a:ext uri="{FF2B5EF4-FFF2-40B4-BE49-F238E27FC236}">
                      <a16:creationId xmlns:a16="http://schemas.microsoft.com/office/drawing/2014/main" id="{23B9957A-3BC3-4376-808A-AA6983E85EEA}"/>
                    </a:ext>
                  </a:extLst>
                </p:cNvPr>
                <p:cNvSpPr>
                  <a:spLocks noRot="1" noChangeAspect="1" noMove="1" noResize="1" noEditPoints="1" noAdjustHandles="1" noChangeArrowheads="1" noChangeShapeType="1" noTextEdit="1"/>
                </p:cNvSpPr>
                <p:nvPr/>
              </p:nvSpPr>
              <p:spPr>
                <a:xfrm>
                  <a:off x="6016604" y="4076709"/>
                  <a:ext cx="481476" cy="380326"/>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9AE50650-64C9-4885-BA01-F5BCED8F30C2}"/>
                    </a:ext>
                  </a:extLst>
                </p:cNvPr>
                <p:cNvSpPr/>
                <p:nvPr/>
              </p:nvSpPr>
              <p:spPr>
                <a:xfrm>
                  <a:off x="6016604" y="4531885"/>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20" name="矩形 19">
                  <a:extLst>
                    <a:ext uri="{FF2B5EF4-FFF2-40B4-BE49-F238E27FC236}">
                      <a16:creationId xmlns:a16="http://schemas.microsoft.com/office/drawing/2014/main" id="{9AE50650-64C9-4885-BA01-F5BCED8F30C2}"/>
                    </a:ext>
                  </a:extLst>
                </p:cNvPr>
                <p:cNvSpPr>
                  <a:spLocks noRot="1" noChangeAspect="1" noMove="1" noResize="1" noEditPoints="1" noAdjustHandles="1" noChangeArrowheads="1" noChangeShapeType="1" noTextEdit="1"/>
                </p:cNvSpPr>
                <p:nvPr/>
              </p:nvSpPr>
              <p:spPr>
                <a:xfrm>
                  <a:off x="6016604" y="4531885"/>
                  <a:ext cx="481476" cy="380326"/>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0D61C4F6-E6E0-496F-B85A-A9A3CAB59EDE}"/>
                    </a:ext>
                  </a:extLst>
                </p:cNvPr>
                <p:cNvSpPr/>
                <p:nvPr/>
              </p:nvSpPr>
              <p:spPr>
                <a:xfrm>
                  <a:off x="6016604" y="4987061"/>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4</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21" name="矩形 20">
                  <a:extLst>
                    <a:ext uri="{FF2B5EF4-FFF2-40B4-BE49-F238E27FC236}">
                      <a16:creationId xmlns:a16="http://schemas.microsoft.com/office/drawing/2014/main" id="{0D61C4F6-E6E0-496F-B85A-A9A3CAB59EDE}"/>
                    </a:ext>
                  </a:extLst>
                </p:cNvPr>
                <p:cNvSpPr>
                  <a:spLocks noRot="1" noChangeAspect="1" noMove="1" noResize="1" noEditPoints="1" noAdjustHandles="1" noChangeArrowheads="1" noChangeShapeType="1" noTextEdit="1"/>
                </p:cNvSpPr>
                <p:nvPr/>
              </p:nvSpPr>
              <p:spPr>
                <a:xfrm>
                  <a:off x="6016604" y="4987061"/>
                  <a:ext cx="481476" cy="380326"/>
                </a:xfrm>
                <a:prstGeom prst="rect">
                  <a:avLst/>
                </a:prstGeom>
                <a:blipFill>
                  <a:blip r:embed="rId18"/>
                  <a:stretch>
                    <a:fillRect/>
                  </a:stretch>
                </a:blipFill>
              </p:spPr>
              <p:txBody>
                <a:bodyPr/>
                <a:lstStyle/>
                <a:p>
                  <a:r>
                    <a:rPr lang="zh-CN" altLang="en-US">
                      <a:noFill/>
                    </a:rPr>
                    <a:t> </a:t>
                  </a:r>
                </a:p>
              </p:txBody>
            </p:sp>
          </mc:Fallback>
        </mc:AlternateContent>
        <p:sp>
          <p:nvSpPr>
            <p:cNvPr id="22" name="加号 21">
              <a:extLst>
                <a:ext uri="{FF2B5EF4-FFF2-40B4-BE49-F238E27FC236}">
                  <a16:creationId xmlns:a16="http://schemas.microsoft.com/office/drawing/2014/main" id="{D930596C-2AE9-4A15-AEB8-D352568845CD}"/>
                </a:ext>
              </a:extLst>
            </p:cNvPr>
            <p:cNvSpPr/>
            <p:nvPr/>
          </p:nvSpPr>
          <p:spPr>
            <a:xfrm>
              <a:off x="6609712" y="3672109"/>
              <a:ext cx="300030" cy="295358"/>
            </a:xfrm>
            <a:prstGeom prst="mathPlus">
              <a:avLst/>
            </a:prstGeom>
            <a:ln>
              <a:solidFill>
                <a:srgbClr val="6F1687"/>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3" name="等号 22">
              <a:extLst>
                <a:ext uri="{FF2B5EF4-FFF2-40B4-BE49-F238E27FC236}">
                  <a16:creationId xmlns:a16="http://schemas.microsoft.com/office/drawing/2014/main" id="{73343A46-72F9-44C5-9739-380138F07DEA}"/>
                </a:ext>
              </a:extLst>
            </p:cNvPr>
            <p:cNvSpPr/>
            <p:nvPr/>
          </p:nvSpPr>
          <p:spPr>
            <a:xfrm>
              <a:off x="7656764" y="3672109"/>
              <a:ext cx="273502" cy="307498"/>
            </a:xfrm>
            <a:prstGeom prst="mathEqual">
              <a:avLst/>
            </a:prstGeom>
            <a:ln>
              <a:solidFill>
                <a:srgbClr val="6F1687"/>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6BD70C8E-69F9-4466-B48F-A5B9B4659E5E}"/>
                    </a:ext>
                  </a:extLst>
                </p:cNvPr>
                <p:cNvSpPr/>
                <p:nvPr/>
              </p:nvSpPr>
              <p:spPr>
                <a:xfrm>
                  <a:off x="7042515" y="3629625"/>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oMath>
                    </m:oMathPara>
                  </a14:m>
                  <a:endParaRPr lang="en-US" altLang="zh-CN" b="0" dirty="0">
                    <a:latin typeface="微软雅黑" panose="020B0503020204020204" pitchFamily="34" charset="-122"/>
                    <a:ea typeface="微软雅黑" panose="020B0503020204020204" pitchFamily="34" charset="-122"/>
                  </a:endParaRPr>
                </a:p>
              </p:txBody>
            </p:sp>
          </mc:Choice>
          <mc:Fallback xmlns="">
            <p:sp>
              <p:nvSpPr>
                <p:cNvPr id="24" name="矩形 23">
                  <a:extLst>
                    <a:ext uri="{FF2B5EF4-FFF2-40B4-BE49-F238E27FC236}">
                      <a16:creationId xmlns:a16="http://schemas.microsoft.com/office/drawing/2014/main" id="{6BD70C8E-69F9-4466-B48F-A5B9B4659E5E}"/>
                    </a:ext>
                  </a:extLst>
                </p:cNvPr>
                <p:cNvSpPr>
                  <a:spLocks noRot="1" noChangeAspect="1" noMove="1" noResize="1" noEditPoints="1" noAdjustHandles="1" noChangeArrowheads="1" noChangeShapeType="1" noTextEdit="1"/>
                </p:cNvSpPr>
                <p:nvPr/>
              </p:nvSpPr>
              <p:spPr>
                <a:xfrm>
                  <a:off x="7042515" y="3629625"/>
                  <a:ext cx="481476" cy="380326"/>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174D6AFC-F35E-4F0B-A801-DC284487859E}"/>
                    </a:ext>
                  </a:extLst>
                </p:cNvPr>
                <p:cNvSpPr/>
                <p:nvPr/>
              </p:nvSpPr>
              <p:spPr>
                <a:xfrm>
                  <a:off x="7042515" y="4084801"/>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2</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25" name="矩形 24">
                  <a:extLst>
                    <a:ext uri="{FF2B5EF4-FFF2-40B4-BE49-F238E27FC236}">
                      <a16:creationId xmlns:a16="http://schemas.microsoft.com/office/drawing/2014/main" id="{174D6AFC-F35E-4F0B-A801-DC284487859E}"/>
                    </a:ext>
                  </a:extLst>
                </p:cNvPr>
                <p:cNvSpPr>
                  <a:spLocks noRot="1" noChangeAspect="1" noMove="1" noResize="1" noEditPoints="1" noAdjustHandles="1" noChangeArrowheads="1" noChangeShapeType="1" noTextEdit="1"/>
                </p:cNvSpPr>
                <p:nvPr/>
              </p:nvSpPr>
              <p:spPr>
                <a:xfrm>
                  <a:off x="7042515" y="4084801"/>
                  <a:ext cx="481476" cy="380326"/>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C803FE32-90B5-4878-B487-1470D0D3B5BD}"/>
                    </a:ext>
                  </a:extLst>
                </p:cNvPr>
                <p:cNvSpPr/>
                <p:nvPr/>
              </p:nvSpPr>
              <p:spPr>
                <a:xfrm>
                  <a:off x="7042515" y="4539977"/>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3</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26" name="矩形 25">
                  <a:extLst>
                    <a:ext uri="{FF2B5EF4-FFF2-40B4-BE49-F238E27FC236}">
                      <a16:creationId xmlns:a16="http://schemas.microsoft.com/office/drawing/2014/main" id="{C803FE32-90B5-4878-B487-1470D0D3B5BD}"/>
                    </a:ext>
                  </a:extLst>
                </p:cNvPr>
                <p:cNvSpPr>
                  <a:spLocks noRot="1" noChangeAspect="1" noMove="1" noResize="1" noEditPoints="1" noAdjustHandles="1" noChangeArrowheads="1" noChangeShapeType="1" noTextEdit="1"/>
                </p:cNvSpPr>
                <p:nvPr/>
              </p:nvSpPr>
              <p:spPr>
                <a:xfrm>
                  <a:off x="7042515" y="4539977"/>
                  <a:ext cx="481476" cy="380326"/>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155DE515-0914-43CB-BC00-54BB8950F9E6}"/>
                    </a:ext>
                  </a:extLst>
                </p:cNvPr>
                <p:cNvSpPr/>
                <p:nvPr/>
              </p:nvSpPr>
              <p:spPr>
                <a:xfrm>
                  <a:off x="7042515" y="4995153"/>
                  <a:ext cx="481476"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4</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27" name="矩形 26">
                  <a:extLst>
                    <a:ext uri="{FF2B5EF4-FFF2-40B4-BE49-F238E27FC236}">
                      <a16:creationId xmlns:a16="http://schemas.microsoft.com/office/drawing/2014/main" id="{155DE515-0914-43CB-BC00-54BB8950F9E6}"/>
                    </a:ext>
                  </a:extLst>
                </p:cNvPr>
                <p:cNvSpPr>
                  <a:spLocks noRot="1" noChangeAspect="1" noMove="1" noResize="1" noEditPoints="1" noAdjustHandles="1" noChangeArrowheads="1" noChangeShapeType="1" noTextEdit="1"/>
                </p:cNvSpPr>
                <p:nvPr/>
              </p:nvSpPr>
              <p:spPr>
                <a:xfrm>
                  <a:off x="7042515" y="4995153"/>
                  <a:ext cx="481476" cy="380326"/>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C139F4AF-6984-4948-BE3D-FD2EFE9F2826}"/>
                    </a:ext>
                  </a:extLst>
                </p:cNvPr>
                <p:cNvSpPr/>
                <p:nvPr/>
              </p:nvSpPr>
              <p:spPr>
                <a:xfrm>
                  <a:off x="8065890" y="3617485"/>
                  <a:ext cx="942724"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oMath>
                    </m:oMathPara>
                  </a14:m>
                  <a:endParaRPr lang="en-US" altLang="zh-CN" b="0" dirty="0">
                    <a:latin typeface="微软雅黑" panose="020B0503020204020204" pitchFamily="34" charset="-122"/>
                    <a:ea typeface="微软雅黑" panose="020B0503020204020204" pitchFamily="34" charset="-122"/>
                  </a:endParaRPr>
                </a:p>
              </p:txBody>
            </p:sp>
          </mc:Choice>
          <mc:Fallback xmlns="">
            <p:sp>
              <p:nvSpPr>
                <p:cNvPr id="28" name="矩形 27">
                  <a:extLst>
                    <a:ext uri="{FF2B5EF4-FFF2-40B4-BE49-F238E27FC236}">
                      <a16:creationId xmlns:a16="http://schemas.microsoft.com/office/drawing/2014/main" id="{C139F4AF-6984-4948-BE3D-FD2EFE9F2826}"/>
                    </a:ext>
                  </a:extLst>
                </p:cNvPr>
                <p:cNvSpPr>
                  <a:spLocks noRot="1" noChangeAspect="1" noMove="1" noResize="1" noEditPoints="1" noAdjustHandles="1" noChangeArrowheads="1" noChangeShapeType="1" noTextEdit="1"/>
                </p:cNvSpPr>
                <p:nvPr/>
              </p:nvSpPr>
              <p:spPr>
                <a:xfrm>
                  <a:off x="8065890" y="3617485"/>
                  <a:ext cx="942724" cy="380326"/>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18A68CB1-BCFC-427D-AEBD-3CD1698A1503}"/>
                    </a:ext>
                  </a:extLst>
                </p:cNvPr>
                <p:cNvSpPr/>
                <p:nvPr/>
              </p:nvSpPr>
              <p:spPr>
                <a:xfrm>
                  <a:off x="8065889" y="4072661"/>
                  <a:ext cx="942725"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2</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29" name="矩形 28">
                  <a:extLst>
                    <a:ext uri="{FF2B5EF4-FFF2-40B4-BE49-F238E27FC236}">
                      <a16:creationId xmlns:a16="http://schemas.microsoft.com/office/drawing/2014/main" id="{18A68CB1-BCFC-427D-AEBD-3CD1698A1503}"/>
                    </a:ext>
                  </a:extLst>
                </p:cNvPr>
                <p:cNvSpPr>
                  <a:spLocks noRot="1" noChangeAspect="1" noMove="1" noResize="1" noEditPoints="1" noAdjustHandles="1" noChangeArrowheads="1" noChangeShapeType="1" noTextEdit="1"/>
                </p:cNvSpPr>
                <p:nvPr/>
              </p:nvSpPr>
              <p:spPr>
                <a:xfrm>
                  <a:off x="8065889" y="4072661"/>
                  <a:ext cx="942725" cy="380326"/>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67C22A70-393C-4633-8E83-D6C77531C775}"/>
                    </a:ext>
                  </a:extLst>
                </p:cNvPr>
                <p:cNvSpPr/>
                <p:nvPr/>
              </p:nvSpPr>
              <p:spPr>
                <a:xfrm>
                  <a:off x="8065890" y="4527837"/>
                  <a:ext cx="942724"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3</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30" name="矩形 29">
                  <a:extLst>
                    <a:ext uri="{FF2B5EF4-FFF2-40B4-BE49-F238E27FC236}">
                      <a16:creationId xmlns:a16="http://schemas.microsoft.com/office/drawing/2014/main" id="{67C22A70-393C-4633-8E83-D6C77531C775}"/>
                    </a:ext>
                  </a:extLst>
                </p:cNvPr>
                <p:cNvSpPr>
                  <a:spLocks noRot="1" noChangeAspect="1" noMove="1" noResize="1" noEditPoints="1" noAdjustHandles="1" noChangeArrowheads="1" noChangeShapeType="1" noTextEdit="1"/>
                </p:cNvSpPr>
                <p:nvPr/>
              </p:nvSpPr>
              <p:spPr>
                <a:xfrm>
                  <a:off x="8065890" y="4527837"/>
                  <a:ext cx="942724" cy="380326"/>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12A7DF90-1B1E-4CD5-BAED-E7DCCC451E1E}"/>
                    </a:ext>
                  </a:extLst>
                </p:cNvPr>
                <p:cNvSpPr/>
                <p:nvPr/>
              </p:nvSpPr>
              <p:spPr>
                <a:xfrm>
                  <a:off x="8065889" y="4983013"/>
                  <a:ext cx="942724" cy="38032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4</m:t>
                            </m:r>
                          </m:sub>
                        </m:sSub>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31" name="矩形 30">
                  <a:extLst>
                    <a:ext uri="{FF2B5EF4-FFF2-40B4-BE49-F238E27FC236}">
                      <a16:creationId xmlns:a16="http://schemas.microsoft.com/office/drawing/2014/main" id="{12A7DF90-1B1E-4CD5-BAED-E7DCCC451E1E}"/>
                    </a:ext>
                  </a:extLst>
                </p:cNvPr>
                <p:cNvSpPr>
                  <a:spLocks noRot="1" noChangeAspect="1" noMove="1" noResize="1" noEditPoints="1" noAdjustHandles="1" noChangeArrowheads="1" noChangeShapeType="1" noTextEdit="1"/>
                </p:cNvSpPr>
                <p:nvPr/>
              </p:nvSpPr>
              <p:spPr>
                <a:xfrm>
                  <a:off x="8065889" y="4983013"/>
                  <a:ext cx="942724" cy="380326"/>
                </a:xfrm>
                <a:prstGeom prst="rect">
                  <a:avLst/>
                </a:prstGeom>
                <a:blipFill>
                  <a:blip r:embed="rId26"/>
                  <a:stretch>
                    <a:fillRect/>
                  </a:stretch>
                </a:blipFill>
              </p:spPr>
              <p:txBody>
                <a:bodyPr/>
                <a:lstStyle/>
                <a:p>
                  <a:r>
                    <a:rPr lang="zh-CN" altLang="en-US">
                      <a:noFill/>
                    </a:rPr>
                    <a:t> </a:t>
                  </a:r>
                </a:p>
              </p:txBody>
            </p:sp>
          </mc:Fallback>
        </mc:AlternateContent>
        <p:sp>
          <p:nvSpPr>
            <p:cNvPr id="32" name="加号 31">
              <a:extLst>
                <a:ext uri="{FF2B5EF4-FFF2-40B4-BE49-F238E27FC236}">
                  <a16:creationId xmlns:a16="http://schemas.microsoft.com/office/drawing/2014/main" id="{033F5386-387E-46DB-80F5-7551CAF18D6A}"/>
                </a:ext>
              </a:extLst>
            </p:cNvPr>
            <p:cNvSpPr/>
            <p:nvPr/>
          </p:nvSpPr>
          <p:spPr>
            <a:xfrm>
              <a:off x="6609712" y="4139422"/>
              <a:ext cx="300031" cy="295358"/>
            </a:xfrm>
            <a:prstGeom prst="mathPlus">
              <a:avLst/>
            </a:prstGeom>
            <a:ln>
              <a:solidFill>
                <a:srgbClr val="6F1687"/>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F46BA7BE-C7E0-48EE-B94C-A35B6860AE5A}"/>
                </a:ext>
              </a:extLst>
            </p:cNvPr>
            <p:cNvSpPr txBox="1"/>
            <p:nvPr/>
          </p:nvSpPr>
          <p:spPr>
            <a:xfrm>
              <a:off x="3350029" y="3074614"/>
              <a:ext cx="1290173" cy="369332"/>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SIMD</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模式</a:t>
              </a:r>
            </a:p>
          </p:txBody>
        </p:sp>
        <p:sp>
          <p:nvSpPr>
            <p:cNvPr id="34" name="文本框 33">
              <a:extLst>
                <a:ext uri="{FF2B5EF4-FFF2-40B4-BE49-F238E27FC236}">
                  <a16:creationId xmlns:a16="http://schemas.microsoft.com/office/drawing/2014/main" id="{55E7B0F9-0D0A-442B-B90E-CB583B7BFB12}"/>
                </a:ext>
              </a:extLst>
            </p:cNvPr>
            <p:cNvSpPr txBox="1"/>
            <p:nvPr/>
          </p:nvSpPr>
          <p:spPr>
            <a:xfrm>
              <a:off x="6878904" y="3074614"/>
              <a:ext cx="1290173"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标量模式</a:t>
              </a:r>
            </a:p>
          </p:txBody>
        </p:sp>
        <p:sp>
          <p:nvSpPr>
            <p:cNvPr id="35" name="加号 34">
              <a:extLst>
                <a:ext uri="{FF2B5EF4-FFF2-40B4-BE49-F238E27FC236}">
                  <a16:creationId xmlns:a16="http://schemas.microsoft.com/office/drawing/2014/main" id="{4324665A-9B17-4B09-B2EB-695BA09A64DA}"/>
                </a:ext>
              </a:extLst>
            </p:cNvPr>
            <p:cNvSpPr/>
            <p:nvPr/>
          </p:nvSpPr>
          <p:spPr>
            <a:xfrm>
              <a:off x="6607990" y="4588528"/>
              <a:ext cx="300030" cy="295358"/>
            </a:xfrm>
            <a:prstGeom prst="mathPlus">
              <a:avLst/>
            </a:prstGeom>
            <a:ln>
              <a:solidFill>
                <a:srgbClr val="6F1687"/>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6" name="加号 35">
              <a:extLst>
                <a:ext uri="{FF2B5EF4-FFF2-40B4-BE49-F238E27FC236}">
                  <a16:creationId xmlns:a16="http://schemas.microsoft.com/office/drawing/2014/main" id="{7BA65C3B-6FEC-4248-8CF3-FBE7413356EE}"/>
                </a:ext>
              </a:extLst>
            </p:cNvPr>
            <p:cNvSpPr/>
            <p:nvPr/>
          </p:nvSpPr>
          <p:spPr>
            <a:xfrm>
              <a:off x="6607990" y="5041678"/>
              <a:ext cx="300031" cy="295358"/>
            </a:xfrm>
            <a:prstGeom prst="mathPlus">
              <a:avLst/>
            </a:prstGeom>
            <a:ln>
              <a:solidFill>
                <a:srgbClr val="6F1687"/>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7" name="等号 36">
              <a:extLst>
                <a:ext uri="{FF2B5EF4-FFF2-40B4-BE49-F238E27FC236}">
                  <a16:creationId xmlns:a16="http://schemas.microsoft.com/office/drawing/2014/main" id="{C005DD30-E719-4CB7-8B50-073EFA2ADCE8}"/>
                </a:ext>
              </a:extLst>
            </p:cNvPr>
            <p:cNvSpPr/>
            <p:nvPr/>
          </p:nvSpPr>
          <p:spPr>
            <a:xfrm>
              <a:off x="7656764" y="4109075"/>
              <a:ext cx="273502" cy="307498"/>
            </a:xfrm>
            <a:prstGeom prst="mathEqual">
              <a:avLst/>
            </a:prstGeom>
            <a:ln>
              <a:solidFill>
                <a:srgbClr val="6F1687"/>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38" name="等号 37">
              <a:extLst>
                <a:ext uri="{FF2B5EF4-FFF2-40B4-BE49-F238E27FC236}">
                  <a16:creationId xmlns:a16="http://schemas.microsoft.com/office/drawing/2014/main" id="{57B5F739-2D9E-4ECE-BF04-EBDE80875F95}"/>
                </a:ext>
              </a:extLst>
            </p:cNvPr>
            <p:cNvSpPr/>
            <p:nvPr/>
          </p:nvSpPr>
          <p:spPr>
            <a:xfrm>
              <a:off x="7656764" y="4556162"/>
              <a:ext cx="273502" cy="307498"/>
            </a:xfrm>
            <a:prstGeom prst="mathEqual">
              <a:avLst/>
            </a:prstGeom>
            <a:ln>
              <a:solidFill>
                <a:srgbClr val="6F1687"/>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39" name="等号 38">
              <a:extLst>
                <a:ext uri="{FF2B5EF4-FFF2-40B4-BE49-F238E27FC236}">
                  <a16:creationId xmlns:a16="http://schemas.microsoft.com/office/drawing/2014/main" id="{E423B7C7-57AE-49DB-96EA-17E5947F5F0F}"/>
                </a:ext>
              </a:extLst>
            </p:cNvPr>
            <p:cNvSpPr/>
            <p:nvPr/>
          </p:nvSpPr>
          <p:spPr>
            <a:xfrm>
              <a:off x="7670816" y="5019427"/>
              <a:ext cx="273502" cy="307498"/>
            </a:xfrm>
            <a:prstGeom prst="mathEqual">
              <a:avLst/>
            </a:prstGeom>
            <a:ln>
              <a:solidFill>
                <a:srgbClr val="6F1687"/>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40" name="灯片编号占位符 39">
            <a:extLst>
              <a:ext uri="{FF2B5EF4-FFF2-40B4-BE49-F238E27FC236}">
                <a16:creationId xmlns:a16="http://schemas.microsoft.com/office/drawing/2014/main" id="{E053CA48-C554-4466-8DD0-1814B095AF71}"/>
              </a:ext>
            </a:extLst>
          </p:cNvPr>
          <p:cNvSpPr>
            <a:spLocks noGrp="1"/>
          </p:cNvSpPr>
          <p:nvPr>
            <p:ph type="sldNum" sz="quarter" idx="12"/>
          </p:nvPr>
        </p:nvSpPr>
        <p:spPr/>
        <p:txBody>
          <a:bodyPr/>
          <a:lstStyle/>
          <a:p>
            <a:fld id="{4B0D34C0-35A8-654C-9FBA-7B4E017BD630}" type="slidenum">
              <a:rPr lang="en-US" altLang="zh-CN" smtClean="0"/>
              <a:t>59</a:t>
            </a:fld>
            <a:endParaRPr kumimoji="1" lang="zh-CN" altLang="en-US"/>
          </a:p>
        </p:txBody>
      </p:sp>
      <p:sp>
        <p:nvSpPr>
          <p:cNvPr id="41" name="页脚占位符 40">
            <a:extLst>
              <a:ext uri="{FF2B5EF4-FFF2-40B4-BE49-F238E27FC236}">
                <a16:creationId xmlns:a16="http://schemas.microsoft.com/office/drawing/2014/main" id="{B699806F-1C29-3213-D924-B124C9C50368}"/>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7956207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en-US" altLang="zh-CN" sz="3600" dirty="0">
                <a:latin typeface="微软雅黑" panose="020B0503020204020204" pitchFamily="82" charset="2"/>
                <a:ea typeface="微软雅黑" panose="020B0503020204020204" pitchFamily="82" charset="2"/>
              </a:rPr>
              <a:t>SIMD</a:t>
            </a:r>
            <a:r>
              <a:rPr lang="zh-CN" altLang="en-US" sz="3600" dirty="0">
                <a:latin typeface="微软雅黑" panose="020B0503020204020204" pitchFamily="82" charset="2"/>
                <a:ea typeface="微软雅黑" panose="020B0503020204020204" pitchFamily="82" charset="2"/>
              </a:rPr>
              <a:t>支持的部分指令</a:t>
            </a:r>
          </a:p>
        </p:txBody>
      </p:sp>
      <p:graphicFrame>
        <p:nvGraphicFramePr>
          <p:cNvPr id="6" name="内容占位符 5">
            <a:extLst>
              <a:ext uri="{FF2B5EF4-FFF2-40B4-BE49-F238E27FC236}">
                <a16:creationId xmlns:a16="http://schemas.microsoft.com/office/drawing/2014/main" id="{FD5EB043-21D6-40CA-809B-80CA0112EF65}"/>
              </a:ext>
            </a:extLst>
          </p:cNvPr>
          <p:cNvGraphicFramePr>
            <a:graphicFrameLocks noGrp="1"/>
          </p:cNvGraphicFramePr>
          <p:nvPr>
            <p:ph idx="1"/>
            <p:extLst>
              <p:ext uri="{D42A27DB-BD31-4B8C-83A1-F6EECF244321}">
                <p14:modId xmlns:p14="http://schemas.microsoft.com/office/powerpoint/2010/main" val="2634355959"/>
              </p:ext>
            </p:extLst>
          </p:nvPr>
        </p:nvGraphicFramePr>
        <p:xfrm>
          <a:off x="1270056" y="1455739"/>
          <a:ext cx="9651889" cy="4120074"/>
        </p:xfrm>
        <a:graphic>
          <a:graphicData uri="http://schemas.openxmlformats.org/drawingml/2006/table">
            <a:tbl>
              <a:tblPr firstRow="1" firstCol="1" bandRow="1">
                <a:tableStyleId>{93296810-A885-4BE3-A3E7-6D5BEEA58F35}</a:tableStyleId>
              </a:tblPr>
              <a:tblGrid>
                <a:gridCol w="2470605">
                  <a:extLst>
                    <a:ext uri="{9D8B030D-6E8A-4147-A177-3AD203B41FA5}">
                      <a16:colId xmlns:a16="http://schemas.microsoft.com/office/drawing/2014/main" val="2628698630"/>
                    </a:ext>
                  </a:extLst>
                </a:gridCol>
                <a:gridCol w="7181284">
                  <a:extLst>
                    <a:ext uri="{9D8B030D-6E8A-4147-A177-3AD203B41FA5}">
                      <a16:colId xmlns:a16="http://schemas.microsoft.com/office/drawing/2014/main" val="3941535272"/>
                    </a:ext>
                  </a:extLst>
                </a:gridCol>
              </a:tblGrid>
              <a:tr h="0">
                <a:tc>
                  <a:txBody>
                    <a:bodyPr/>
                    <a:lstStyle/>
                    <a:p>
                      <a:pPr indent="127000" algn="l">
                        <a:lnSpc>
                          <a:spcPct val="200000"/>
                        </a:lnSpc>
                        <a:spcAft>
                          <a:spcPts val="0"/>
                        </a:spcAft>
                      </a:pPr>
                      <a:r>
                        <a:rPr lang="zh-CN" sz="2000" kern="100" dirty="0">
                          <a:effectLst/>
                          <a:latin typeface="微软雅黑" panose="020B0503020204020204" pitchFamily="34" charset="-122"/>
                          <a:ea typeface="微软雅黑" panose="020B0503020204020204" pitchFamily="34" charset="-122"/>
                        </a:rPr>
                        <a:t>指令</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200000"/>
                        </a:lnSpc>
                        <a:spcAft>
                          <a:spcPts val="0"/>
                        </a:spcAft>
                      </a:pPr>
                      <a:r>
                        <a:rPr lang="zh-CN" sz="2000" kern="100" dirty="0">
                          <a:effectLst/>
                          <a:latin typeface="微软雅黑" panose="020B0503020204020204" pitchFamily="34" charset="-122"/>
                          <a:ea typeface="微软雅黑" panose="020B0503020204020204" pitchFamily="34" charset="-122"/>
                        </a:rPr>
                        <a:t>示例</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45477035"/>
                  </a:ext>
                </a:extLst>
              </a:tr>
              <a:tr h="0">
                <a:tc>
                  <a:txBody>
                    <a:bodyPr/>
                    <a:lstStyle/>
                    <a:p>
                      <a:pPr indent="127000" algn="l">
                        <a:lnSpc>
                          <a:spcPct val="200000"/>
                        </a:lnSpc>
                        <a:spcAft>
                          <a:spcPts val="0"/>
                        </a:spcAft>
                      </a:pPr>
                      <a:r>
                        <a:rPr lang="zh-CN" sz="2000" kern="100" dirty="0">
                          <a:effectLst/>
                          <a:latin typeface="微软雅黑" panose="020B0503020204020204" pitchFamily="34" charset="-122"/>
                          <a:ea typeface="微软雅黑" panose="020B0503020204020204" pitchFamily="34" charset="-122"/>
                        </a:rPr>
                        <a:t>数据移动</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200000"/>
                        </a:lnSpc>
                        <a:spcAft>
                          <a:spcPts val="0"/>
                        </a:spcAft>
                      </a:pPr>
                      <a:r>
                        <a:rPr lang="zh-CN" sz="1800" kern="100" dirty="0">
                          <a:effectLst/>
                          <a:latin typeface="微软雅黑" panose="020B0503020204020204" pitchFamily="34" charset="-122"/>
                          <a:ea typeface="微软雅黑" panose="020B0503020204020204" pitchFamily="34" charset="-122"/>
                        </a:rPr>
                        <a:t>将数据移入或移除寄存器</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60243424"/>
                  </a:ext>
                </a:extLst>
              </a:tr>
              <a:tr h="0">
                <a:tc>
                  <a:txBody>
                    <a:bodyPr/>
                    <a:lstStyle/>
                    <a:p>
                      <a:pPr indent="127000" algn="l">
                        <a:lnSpc>
                          <a:spcPct val="200000"/>
                        </a:lnSpc>
                        <a:spcAft>
                          <a:spcPts val="0"/>
                        </a:spcAft>
                      </a:pPr>
                      <a:r>
                        <a:rPr lang="zh-CN" sz="2000" kern="100">
                          <a:effectLst/>
                          <a:latin typeface="微软雅黑" panose="020B0503020204020204" pitchFamily="34" charset="-122"/>
                          <a:ea typeface="微软雅黑" panose="020B0503020204020204" pitchFamily="34" charset="-122"/>
                        </a:rPr>
                        <a:t>算术运算</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200000"/>
                        </a:lnSpc>
                        <a:spcAft>
                          <a:spcPts val="0"/>
                        </a:spcAft>
                      </a:pPr>
                      <a:r>
                        <a:rPr lang="en-US" sz="1800" kern="100" dirty="0">
                          <a:effectLst/>
                          <a:latin typeface="微软雅黑" panose="020B0503020204020204" pitchFamily="34" charset="-122"/>
                          <a:ea typeface="微软雅黑" panose="020B0503020204020204" pitchFamily="34" charset="-122"/>
                        </a:rPr>
                        <a:t>ADD</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SUB</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MUL</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DIV</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SQRT</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MAX</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MIN</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27292245"/>
                  </a:ext>
                </a:extLst>
              </a:tr>
              <a:tr h="0">
                <a:tc>
                  <a:txBody>
                    <a:bodyPr/>
                    <a:lstStyle/>
                    <a:p>
                      <a:pPr indent="127000" algn="l">
                        <a:lnSpc>
                          <a:spcPct val="200000"/>
                        </a:lnSpc>
                        <a:spcAft>
                          <a:spcPts val="0"/>
                        </a:spcAft>
                      </a:pPr>
                      <a:r>
                        <a:rPr lang="zh-CN" sz="2000" kern="100">
                          <a:effectLst/>
                          <a:latin typeface="微软雅黑" panose="020B0503020204020204" pitchFamily="34" charset="-122"/>
                          <a:ea typeface="微软雅黑" panose="020B0503020204020204" pitchFamily="34" charset="-122"/>
                        </a:rPr>
                        <a:t>逻辑指令</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200000"/>
                        </a:lnSpc>
                        <a:spcAft>
                          <a:spcPts val="0"/>
                        </a:spcAft>
                      </a:pPr>
                      <a:r>
                        <a:rPr lang="en-US" sz="1800" kern="100" dirty="0">
                          <a:effectLst/>
                          <a:latin typeface="微软雅黑" panose="020B0503020204020204" pitchFamily="34" charset="-122"/>
                          <a:ea typeface="微软雅黑" panose="020B0503020204020204" pitchFamily="34" charset="-122"/>
                        </a:rPr>
                        <a:t>AND</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OR</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XOR</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ANDN</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ANDPS</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ANDNPS</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46993700"/>
                  </a:ext>
                </a:extLst>
              </a:tr>
              <a:tr h="0">
                <a:tc>
                  <a:txBody>
                    <a:bodyPr/>
                    <a:lstStyle/>
                    <a:p>
                      <a:pPr indent="127000" algn="l">
                        <a:lnSpc>
                          <a:spcPct val="200000"/>
                        </a:lnSpc>
                        <a:spcAft>
                          <a:spcPts val="0"/>
                        </a:spcAft>
                      </a:pPr>
                      <a:r>
                        <a:rPr lang="zh-CN" sz="2000" kern="100">
                          <a:effectLst/>
                          <a:latin typeface="微软雅黑" panose="020B0503020204020204" pitchFamily="34" charset="-122"/>
                          <a:ea typeface="微软雅黑" panose="020B0503020204020204" pitchFamily="34" charset="-122"/>
                        </a:rPr>
                        <a:t>比较指令</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200000"/>
                        </a:lnSpc>
                        <a:spcAft>
                          <a:spcPts val="0"/>
                        </a:spcAft>
                      </a:pPr>
                      <a:r>
                        <a:rPr lang="en-US" sz="1800" kern="100" dirty="0">
                          <a:effectLst/>
                          <a:latin typeface="微软雅黑" panose="020B0503020204020204" pitchFamily="34" charset="-122"/>
                          <a:ea typeface="微软雅黑" panose="020B0503020204020204" pitchFamily="34" charset="-122"/>
                        </a:rPr>
                        <a:t>==</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&lt;</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&lt;=</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&gt;</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&gt;=</a:t>
                      </a:r>
                      <a:r>
                        <a:rPr lang="zh-CN" sz="1800" kern="100" dirty="0">
                          <a:effectLst/>
                          <a:latin typeface="微软雅黑" panose="020B0503020204020204" pitchFamily="34" charset="-122"/>
                          <a:ea typeface="微软雅黑" panose="020B0503020204020204" pitchFamily="34" charset="-122"/>
                        </a:rPr>
                        <a:t>，</a:t>
                      </a:r>
                      <a:r>
                        <a:rPr lang="en-US" sz="1800" kern="100" dirty="0">
                          <a:effectLst/>
                          <a:latin typeface="微软雅黑" panose="020B0503020204020204" pitchFamily="34" charset="-122"/>
                          <a:ea typeface="微软雅黑" panose="020B0503020204020204" pitchFamily="34" charset="-122"/>
                        </a:rPr>
                        <a:t>!=</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28431127"/>
                  </a:ext>
                </a:extLst>
              </a:tr>
              <a:tr h="0">
                <a:tc>
                  <a:txBody>
                    <a:bodyPr/>
                    <a:lstStyle/>
                    <a:p>
                      <a:pPr indent="127000" algn="l">
                        <a:lnSpc>
                          <a:spcPct val="200000"/>
                        </a:lnSpc>
                        <a:spcAft>
                          <a:spcPts val="0"/>
                        </a:spcAft>
                      </a:pPr>
                      <a:r>
                        <a:rPr lang="en-US" sz="2000" kern="100">
                          <a:effectLst/>
                          <a:latin typeface="微软雅黑" panose="020B0503020204020204" pitchFamily="34" charset="-122"/>
                          <a:ea typeface="微软雅黑" panose="020B0503020204020204" pitchFamily="34" charset="-122"/>
                        </a:rPr>
                        <a:t>Shuffle</a:t>
                      </a:r>
                      <a:r>
                        <a:rPr lang="zh-CN" sz="2000" kern="100">
                          <a:effectLst/>
                          <a:latin typeface="微软雅黑" panose="020B0503020204020204" pitchFamily="34" charset="-122"/>
                          <a:ea typeface="微软雅黑" panose="020B0503020204020204" pitchFamily="34" charset="-122"/>
                        </a:rPr>
                        <a:t>指令</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200000"/>
                        </a:lnSpc>
                        <a:spcAft>
                          <a:spcPts val="0"/>
                        </a:spcAft>
                      </a:pPr>
                      <a:r>
                        <a:rPr lang="zh-CN" sz="1800" kern="100" dirty="0">
                          <a:effectLst/>
                          <a:latin typeface="微软雅黑" panose="020B0503020204020204" pitchFamily="34" charset="-122"/>
                          <a:ea typeface="微软雅黑" panose="020B0503020204020204" pitchFamily="34" charset="-122"/>
                        </a:rPr>
                        <a:t>在寄存器之间转移数据</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14224258"/>
                  </a:ext>
                </a:extLst>
              </a:tr>
              <a:tr h="0">
                <a:tc>
                  <a:txBody>
                    <a:bodyPr/>
                    <a:lstStyle/>
                    <a:p>
                      <a:pPr indent="127000" algn="l">
                        <a:lnSpc>
                          <a:spcPct val="200000"/>
                        </a:lnSpc>
                        <a:spcAft>
                          <a:spcPts val="0"/>
                        </a:spcAft>
                      </a:pPr>
                      <a:r>
                        <a:rPr lang="zh-CN" sz="2000" kern="100" dirty="0">
                          <a:effectLst/>
                          <a:latin typeface="微软雅黑" panose="020B0503020204020204" pitchFamily="34" charset="-122"/>
                          <a:ea typeface="微软雅黑" panose="020B0503020204020204" pitchFamily="34" charset="-122"/>
                        </a:rPr>
                        <a:t>其他</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127000" algn="l">
                        <a:lnSpc>
                          <a:spcPct val="200000"/>
                        </a:lnSpc>
                        <a:spcAft>
                          <a:spcPts val="0"/>
                        </a:spcAft>
                      </a:pPr>
                      <a:r>
                        <a:rPr lang="zh-CN" sz="1800" kern="100" dirty="0">
                          <a:effectLst/>
                          <a:latin typeface="微软雅黑" panose="020B0503020204020204" pitchFamily="34" charset="-122"/>
                          <a:ea typeface="微软雅黑" panose="020B0503020204020204" pitchFamily="34" charset="-122"/>
                        </a:rPr>
                        <a:t>转换指令：在</a:t>
                      </a:r>
                      <a:r>
                        <a:rPr lang="en-US" sz="1800" kern="100" dirty="0">
                          <a:effectLst/>
                          <a:latin typeface="微软雅黑" panose="020B0503020204020204" pitchFamily="34" charset="-122"/>
                          <a:ea typeface="微软雅黑" panose="020B0503020204020204" pitchFamily="34" charset="-122"/>
                        </a:rPr>
                        <a:t>x86</a:t>
                      </a:r>
                      <a:r>
                        <a:rPr lang="zh-CN" sz="1800" kern="100" dirty="0">
                          <a:effectLst/>
                          <a:latin typeface="微软雅黑" panose="020B0503020204020204" pitchFamily="34" charset="-122"/>
                          <a:ea typeface="微软雅黑" panose="020B0503020204020204" pitchFamily="34" charset="-122"/>
                        </a:rPr>
                        <a:t>和</a:t>
                      </a:r>
                      <a:r>
                        <a:rPr lang="en-US" sz="1800" kern="100" dirty="0">
                          <a:effectLst/>
                          <a:latin typeface="微软雅黑" panose="020B0503020204020204" pitchFamily="34" charset="-122"/>
                          <a:ea typeface="微软雅黑" panose="020B0503020204020204" pitchFamily="34" charset="-122"/>
                        </a:rPr>
                        <a:t>SIMD</a:t>
                      </a:r>
                      <a:r>
                        <a:rPr lang="zh-CN" sz="1800" kern="100" dirty="0">
                          <a:effectLst/>
                          <a:latin typeface="微软雅黑" panose="020B0503020204020204" pitchFamily="34" charset="-122"/>
                          <a:ea typeface="微软雅黑" panose="020B0503020204020204" pitchFamily="34" charset="-122"/>
                        </a:rPr>
                        <a:t>寄存器之间转换数据；</a:t>
                      </a:r>
                    </a:p>
                    <a:p>
                      <a:pPr indent="127000" algn="l">
                        <a:lnSpc>
                          <a:spcPct val="200000"/>
                        </a:lnSpc>
                        <a:spcAft>
                          <a:spcPts val="0"/>
                        </a:spcAft>
                      </a:pPr>
                      <a:r>
                        <a:rPr lang="zh-CN" sz="1800" kern="100" dirty="0">
                          <a:effectLst/>
                          <a:latin typeface="微软雅黑" panose="020B0503020204020204" pitchFamily="34" charset="-122"/>
                          <a:ea typeface="微软雅黑" panose="020B0503020204020204" pitchFamily="34" charset="-122"/>
                        </a:rPr>
                        <a:t>缓存控制：将数据从</a:t>
                      </a:r>
                      <a:r>
                        <a:rPr lang="en-US" sz="1800" kern="100" dirty="0">
                          <a:effectLst/>
                          <a:latin typeface="微软雅黑" panose="020B0503020204020204" pitchFamily="34" charset="-122"/>
                          <a:ea typeface="微软雅黑" panose="020B0503020204020204" pitchFamily="34" charset="-122"/>
                        </a:rPr>
                        <a:t>SIMD</a:t>
                      </a:r>
                      <a:r>
                        <a:rPr lang="zh-CN" sz="1800" kern="100" dirty="0">
                          <a:effectLst/>
                          <a:latin typeface="微软雅黑" panose="020B0503020204020204" pitchFamily="34" charset="-122"/>
                          <a:ea typeface="微软雅黑" panose="020B0503020204020204" pitchFamily="34" charset="-122"/>
                        </a:rPr>
                        <a:t>寄存器中直接转移到内存中</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93604932"/>
                  </a:ext>
                </a:extLst>
              </a:tr>
            </a:tbl>
          </a:graphicData>
        </a:graphic>
      </p:graphicFrame>
      <p:sp>
        <p:nvSpPr>
          <p:cNvPr id="3" name="灯片编号占位符 2">
            <a:extLst>
              <a:ext uri="{FF2B5EF4-FFF2-40B4-BE49-F238E27FC236}">
                <a16:creationId xmlns:a16="http://schemas.microsoft.com/office/drawing/2014/main" id="{C69170A9-693C-45FA-9991-E0E939FFD98C}"/>
              </a:ext>
            </a:extLst>
          </p:cNvPr>
          <p:cNvSpPr>
            <a:spLocks noGrp="1"/>
          </p:cNvSpPr>
          <p:nvPr>
            <p:ph type="sldNum" sz="quarter" idx="12"/>
          </p:nvPr>
        </p:nvSpPr>
        <p:spPr/>
        <p:txBody>
          <a:bodyPr/>
          <a:lstStyle/>
          <a:p>
            <a:fld id="{4B0D34C0-35A8-654C-9FBA-7B4E017BD630}" type="slidenum">
              <a:rPr lang="en-US" altLang="zh-CN" smtClean="0"/>
              <a:t>60</a:t>
            </a:fld>
            <a:endParaRPr kumimoji="1" lang="zh-CN" altLang="en-US"/>
          </a:p>
        </p:txBody>
      </p:sp>
      <p:sp>
        <p:nvSpPr>
          <p:cNvPr id="4" name="页脚占位符 3">
            <a:extLst>
              <a:ext uri="{FF2B5EF4-FFF2-40B4-BE49-F238E27FC236}">
                <a16:creationId xmlns:a16="http://schemas.microsoft.com/office/drawing/2014/main" id="{A4CFDB35-F9B0-7DBC-8DC3-525759DACCD6}"/>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16878205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a:xfrm>
            <a:off x="971550" y="128441"/>
            <a:ext cx="10090897" cy="678470"/>
          </a:xfrm>
        </p:spPr>
        <p:txBody>
          <a:bodyPr/>
          <a:lstStyle/>
          <a:p>
            <a:r>
              <a:rPr lang="zh-CN" altLang="en-US" sz="3600" dirty="0">
                <a:latin typeface="微软雅黑" panose="020B0503020204020204" pitchFamily="82" charset="2"/>
                <a:ea typeface="微软雅黑" panose="020B0503020204020204" pitchFamily="82" charset="2"/>
              </a:rPr>
              <a:t>目录</a:t>
            </a:r>
          </a:p>
        </p:txBody>
      </p:sp>
      <p:sp>
        <p:nvSpPr>
          <p:cNvPr id="4" name="页脚占位符 3">
            <a:extLst>
              <a:ext uri="{FF2B5EF4-FFF2-40B4-BE49-F238E27FC236}">
                <a16:creationId xmlns:a16="http://schemas.microsoft.com/office/drawing/2014/main" id="{BB4E260B-AA0A-3CBF-B9C0-0FB2B9CE693E}"/>
              </a:ext>
            </a:extLst>
          </p:cNvPr>
          <p:cNvSpPr>
            <a:spLocks noGrp="1"/>
          </p:cNvSpPr>
          <p:nvPr>
            <p:ph type="ftr" sz="quarter" idx="3"/>
          </p:nvPr>
        </p:nvSpPr>
        <p:spPr>
          <a:xfrm>
            <a:off x="4368800" y="6593840"/>
            <a:ext cx="3784600" cy="264160"/>
          </a:xfrm>
          <a:prstGeom prst="rect">
            <a:avLst/>
          </a:prstGeom>
        </p:spPr>
        <p:txBody>
          <a:bodyPr vert="horz" lIns="91440" tIns="45720" rIns="91440" bIns="45720" rtlCol="0" anchor="ctr"/>
          <a:lstStyle>
            <a:defPPr>
              <a:defRPr lang="zh-CN"/>
            </a:defPPr>
            <a:lvl1pPr marL="0" algn="ctr" defTabSz="914400" rtl="0" eaLnBrk="1" latinLnBrk="0" hangingPunct="1">
              <a:defRPr sz="1600" kern="1200">
                <a:solidFill>
                  <a:schemeClr val="tx1">
                    <a:tint val="75000"/>
                  </a:schemeClr>
                </a:solidFill>
                <a:latin typeface="SimHei" panose="02010609060101010101" pitchFamily="49" charset="-122"/>
                <a:ea typeface="SimHei"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a:t>数据库 </a:t>
            </a:r>
            <a:r>
              <a:rPr kumimoji="1" lang="en-US" altLang="zh-CN"/>
              <a:t>- </a:t>
            </a:r>
            <a:r>
              <a:rPr kumimoji="1" lang="zh-CN" altLang="en-US"/>
              <a:t>概述</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EF3277EB-9B57-874C-5CC3-E2905549047A}"/>
              </a:ext>
            </a:extLst>
          </p:cNvPr>
          <p:cNvSpPr>
            <a:spLocks noGrp="1"/>
          </p:cNvSpPr>
          <p:nvPr>
            <p:ph type="sldNum" sz="quarter" idx="12"/>
          </p:nvPr>
        </p:nvSpPr>
        <p:spPr/>
        <p:txBody>
          <a:bodyPr/>
          <a:lstStyle/>
          <a:p>
            <a:fld id="{4B0D34C0-35A8-654C-9FBA-7B4E017BD630}" type="slidenum">
              <a:rPr lang="en-US" altLang="zh-CN" smtClean="0"/>
              <a:t>61</a:t>
            </a:fld>
            <a:endParaRPr kumimoji="1" lang="zh-CN" altLang="en-US"/>
          </a:p>
        </p:txBody>
      </p:sp>
      <p:sp>
        <p:nvSpPr>
          <p:cNvPr id="3" name="Shape9">
            <a:extLst>
              <a:ext uri="{FF2B5EF4-FFF2-40B4-BE49-F238E27FC236}">
                <a16:creationId xmlns:a16="http://schemas.microsoft.com/office/drawing/2014/main" id="{220E0B96-46D9-74AF-7A8E-266C382B1A26}"/>
              </a:ext>
            </a:extLst>
          </p:cNvPr>
          <p:cNvSpPr/>
          <p:nvPr/>
        </p:nvSpPr>
        <p:spPr>
          <a:xfrm rot="10800000">
            <a:off x="4125551" y="4961772"/>
            <a:ext cx="6316353" cy="66501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0">
                <a:srgbClr val="6F1787">
                  <a:alpha val="62000"/>
                </a:srgbClr>
              </a:gs>
              <a:gs pos="100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grpSp>
        <p:nvGrpSpPr>
          <p:cNvPr id="9" name="组合 8">
            <a:extLst>
              <a:ext uri="{FF2B5EF4-FFF2-40B4-BE49-F238E27FC236}">
                <a16:creationId xmlns:a16="http://schemas.microsoft.com/office/drawing/2014/main" id="{2364DFCC-9730-CB24-3A70-F94E448238F5}"/>
              </a:ext>
            </a:extLst>
          </p:cNvPr>
          <p:cNvGrpSpPr/>
          <p:nvPr/>
        </p:nvGrpSpPr>
        <p:grpSpPr>
          <a:xfrm>
            <a:off x="4020047" y="1349051"/>
            <a:ext cx="4634349" cy="665018"/>
            <a:chOff x="4135652" y="1885567"/>
            <a:chExt cx="4634349" cy="665018"/>
          </a:xfrm>
        </p:grpSpPr>
        <p:sp>
          <p:nvSpPr>
            <p:cNvPr id="19" name="Shape7">
              <a:extLst>
                <a:ext uri="{FF2B5EF4-FFF2-40B4-BE49-F238E27FC236}">
                  <a16:creationId xmlns:a16="http://schemas.microsoft.com/office/drawing/2014/main" id="{918ACDF6-7A09-24A3-C5CE-C101BEF0CEA5}"/>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pitchFamily="82" charset="2"/>
                  <a:ea typeface="微软雅黑" panose="020B0503020204020204" pitchFamily="82" charset="2"/>
                  <a:cs typeface="Arial" panose="020B0604020202020204" pitchFamily="34" charset="0"/>
                </a:rPr>
                <a:t>01</a:t>
              </a:r>
              <a:endParaRPr kumimoji="1" lang="zh-CN" altLang="en-US" sz="2400" b="1" dirty="0">
                <a:latin typeface="微软雅黑" panose="020B0503020204020204" pitchFamily="82" charset="2"/>
                <a:ea typeface="微软雅黑" panose="020B0503020204020204" pitchFamily="82" charset="2"/>
              </a:endParaRPr>
            </a:p>
          </p:txBody>
        </p:sp>
        <p:sp>
          <p:nvSpPr>
            <p:cNvPr id="20" name="Shape11">
              <a:extLst>
                <a:ext uri="{FF2B5EF4-FFF2-40B4-BE49-F238E27FC236}">
                  <a16:creationId xmlns:a16="http://schemas.microsoft.com/office/drawing/2014/main" id="{44755C16-F1B4-E1AB-5289-6F012B371737}"/>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执行器概述</a:t>
              </a:r>
              <a:endParaRPr lang="en-US" altLang="zh-CN" sz="2800" b="1" dirty="0">
                <a:latin typeface="微软雅黑" panose="020B0503020204020204" pitchFamily="82" charset="2"/>
                <a:ea typeface="微软雅黑" panose="020B0503020204020204" pitchFamily="82" charset="2"/>
              </a:endParaRPr>
            </a:p>
          </p:txBody>
        </p:sp>
      </p:grpSp>
      <p:grpSp>
        <p:nvGrpSpPr>
          <p:cNvPr id="22" name="组合 21">
            <a:extLst>
              <a:ext uri="{FF2B5EF4-FFF2-40B4-BE49-F238E27FC236}">
                <a16:creationId xmlns:a16="http://schemas.microsoft.com/office/drawing/2014/main" id="{847C29BC-94B2-67B6-F4AF-A4A95C6441F8}"/>
              </a:ext>
            </a:extLst>
          </p:cNvPr>
          <p:cNvGrpSpPr/>
          <p:nvPr/>
        </p:nvGrpSpPr>
        <p:grpSpPr>
          <a:xfrm>
            <a:off x="4020047" y="2233212"/>
            <a:ext cx="4634349" cy="665018"/>
            <a:chOff x="4135652" y="1885567"/>
            <a:chExt cx="4634349" cy="665018"/>
          </a:xfrm>
        </p:grpSpPr>
        <p:sp>
          <p:nvSpPr>
            <p:cNvPr id="23" name="Shape7">
              <a:extLst>
                <a:ext uri="{FF2B5EF4-FFF2-40B4-BE49-F238E27FC236}">
                  <a16:creationId xmlns:a16="http://schemas.microsoft.com/office/drawing/2014/main" id="{9B8F24DA-EB6B-51AC-97A7-3457E7DFADD2}"/>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02</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24" name="Shape11">
              <a:extLst>
                <a:ext uri="{FF2B5EF4-FFF2-40B4-BE49-F238E27FC236}">
                  <a16:creationId xmlns:a16="http://schemas.microsoft.com/office/drawing/2014/main" id="{BFDC873E-2994-35C8-0BAC-7F98B904862C}"/>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拉取式模型</a:t>
              </a:r>
              <a:endParaRPr lang="en-US" altLang="zh-CN" sz="2800" b="1" dirty="0">
                <a:latin typeface="微软雅黑" panose="020B0503020204020204" pitchFamily="82" charset="2"/>
                <a:ea typeface="微软雅黑" panose="020B0503020204020204" pitchFamily="82" charset="2"/>
              </a:endParaRPr>
            </a:p>
          </p:txBody>
        </p:sp>
      </p:grpSp>
      <p:grpSp>
        <p:nvGrpSpPr>
          <p:cNvPr id="25" name="组合 24">
            <a:extLst>
              <a:ext uri="{FF2B5EF4-FFF2-40B4-BE49-F238E27FC236}">
                <a16:creationId xmlns:a16="http://schemas.microsoft.com/office/drawing/2014/main" id="{54F1B3C7-75C3-D346-E3C4-0A91162AD1CE}"/>
              </a:ext>
            </a:extLst>
          </p:cNvPr>
          <p:cNvGrpSpPr/>
          <p:nvPr/>
        </p:nvGrpSpPr>
        <p:grpSpPr>
          <a:xfrm>
            <a:off x="4020047" y="3117373"/>
            <a:ext cx="4634349" cy="665018"/>
            <a:chOff x="4135652" y="1885567"/>
            <a:chExt cx="4634349" cy="665018"/>
          </a:xfrm>
        </p:grpSpPr>
        <p:sp>
          <p:nvSpPr>
            <p:cNvPr id="26" name="Shape7">
              <a:extLst>
                <a:ext uri="{FF2B5EF4-FFF2-40B4-BE49-F238E27FC236}">
                  <a16:creationId xmlns:a16="http://schemas.microsoft.com/office/drawing/2014/main" id="{9C863429-80DD-DF40-7BCF-AEEB37B16B61}"/>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03</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27" name="Shape11">
              <a:extLst>
                <a:ext uri="{FF2B5EF4-FFF2-40B4-BE49-F238E27FC236}">
                  <a16:creationId xmlns:a16="http://schemas.microsoft.com/office/drawing/2014/main" id="{E6208981-A1A0-3B4A-C981-714E4143FF88}"/>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推送式模型</a:t>
              </a:r>
              <a:endParaRPr lang="en-US" altLang="zh-CN" sz="2800" b="1" dirty="0">
                <a:latin typeface="微软雅黑" panose="020B0503020204020204" pitchFamily="82" charset="2"/>
                <a:ea typeface="微软雅黑" panose="020B0503020204020204" pitchFamily="82" charset="2"/>
              </a:endParaRPr>
            </a:p>
          </p:txBody>
        </p:sp>
      </p:grpSp>
      <p:grpSp>
        <p:nvGrpSpPr>
          <p:cNvPr id="28" name="组合 27">
            <a:extLst>
              <a:ext uri="{FF2B5EF4-FFF2-40B4-BE49-F238E27FC236}">
                <a16:creationId xmlns:a16="http://schemas.microsoft.com/office/drawing/2014/main" id="{C6396296-0BDA-8946-7D9E-D136CE71318E}"/>
              </a:ext>
            </a:extLst>
          </p:cNvPr>
          <p:cNvGrpSpPr/>
          <p:nvPr/>
        </p:nvGrpSpPr>
        <p:grpSpPr>
          <a:xfrm>
            <a:off x="4020047" y="4001534"/>
            <a:ext cx="4634349" cy="665018"/>
            <a:chOff x="4135652" y="1885567"/>
            <a:chExt cx="4634349" cy="665018"/>
          </a:xfrm>
        </p:grpSpPr>
        <p:sp>
          <p:nvSpPr>
            <p:cNvPr id="29" name="Shape7">
              <a:extLst>
                <a:ext uri="{FF2B5EF4-FFF2-40B4-BE49-F238E27FC236}">
                  <a16:creationId xmlns:a16="http://schemas.microsoft.com/office/drawing/2014/main" id="{89068428-0D96-3738-F132-4AD7D620D9BD}"/>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04</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30" name="Shape11">
              <a:extLst>
                <a:ext uri="{FF2B5EF4-FFF2-40B4-BE49-F238E27FC236}">
                  <a16:creationId xmlns:a16="http://schemas.microsoft.com/office/drawing/2014/main" id="{0C73EB16-5360-7445-AA12-B82F4A01A727}"/>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并行执行</a:t>
              </a:r>
            </a:p>
          </p:txBody>
        </p:sp>
      </p:grpSp>
      <p:grpSp>
        <p:nvGrpSpPr>
          <p:cNvPr id="31" name="组合 30">
            <a:extLst>
              <a:ext uri="{FF2B5EF4-FFF2-40B4-BE49-F238E27FC236}">
                <a16:creationId xmlns:a16="http://schemas.microsoft.com/office/drawing/2014/main" id="{6A1D5BD6-1021-A8AA-1A4D-CE341DB0DC3C}"/>
              </a:ext>
            </a:extLst>
          </p:cNvPr>
          <p:cNvGrpSpPr/>
          <p:nvPr/>
        </p:nvGrpSpPr>
        <p:grpSpPr>
          <a:xfrm>
            <a:off x="4020047" y="4956594"/>
            <a:ext cx="4634349" cy="665018"/>
            <a:chOff x="4135652" y="1885567"/>
            <a:chExt cx="4634349" cy="665018"/>
          </a:xfrm>
        </p:grpSpPr>
        <p:sp>
          <p:nvSpPr>
            <p:cNvPr id="32" name="Shape7">
              <a:extLst>
                <a:ext uri="{FF2B5EF4-FFF2-40B4-BE49-F238E27FC236}">
                  <a16:creationId xmlns:a16="http://schemas.microsoft.com/office/drawing/2014/main" id="{27C6CEB8-94E9-D82E-7E79-58ADED617D7A}"/>
                </a:ext>
              </a:extLst>
            </p:cNvPr>
            <p:cNvSpPr/>
            <p:nvPr/>
          </p:nvSpPr>
          <p:spPr>
            <a:xfrm>
              <a:off x="4135652" y="1885567"/>
              <a:ext cx="665020" cy="665018"/>
            </a:xfrm>
            <a:prstGeom prst="roundRect">
              <a:avLst/>
            </a:prstGeom>
            <a:gradFill>
              <a:gsLst>
                <a:gs pos="0">
                  <a:schemeClr val="bg1"/>
                </a:gs>
                <a:gs pos="99000">
                  <a:srgbClr val="6F1787"/>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rgbClr val="FFFFFF"/>
                  </a:solidFill>
                  <a:latin typeface="微软雅黑" panose="020B0503020204020204" pitchFamily="82" charset="2"/>
                  <a:ea typeface="微软雅黑" panose="020B0503020204020204" pitchFamily="82" charset="2"/>
                  <a:cs typeface="Arial" panose="020B0604020202020204" pitchFamily="34" charset="0"/>
                </a:rPr>
                <a:t>05</a:t>
              </a:r>
              <a:endParaRPr kumimoji="1" lang="zh-CN" altLang="en-US" sz="2400" b="1" dirty="0">
                <a:solidFill>
                  <a:srgbClr val="FFFFFF"/>
                </a:solidFill>
                <a:latin typeface="微软雅黑" panose="020B0503020204020204" pitchFamily="82" charset="2"/>
                <a:ea typeface="微软雅黑" panose="020B0503020204020204" pitchFamily="82" charset="2"/>
              </a:endParaRPr>
            </a:p>
          </p:txBody>
        </p:sp>
        <p:sp>
          <p:nvSpPr>
            <p:cNvPr id="33" name="Shape11">
              <a:extLst>
                <a:ext uri="{FF2B5EF4-FFF2-40B4-BE49-F238E27FC236}">
                  <a16:creationId xmlns:a16="http://schemas.microsoft.com/office/drawing/2014/main" id="{180DA6E5-550A-E32E-4113-5025322A55F6}"/>
                </a:ext>
              </a:extLst>
            </p:cNvPr>
            <p:cNvSpPr txBox="1"/>
            <p:nvPr/>
          </p:nvSpPr>
          <p:spPr>
            <a:xfrm>
              <a:off x="5036202" y="1956466"/>
              <a:ext cx="3733799" cy="523220"/>
            </a:xfrm>
            <a:prstGeom prst="rect">
              <a:avLst/>
            </a:prstGeom>
            <a:noFill/>
          </p:spPr>
          <p:txBody>
            <a:bodyPr wrap="square" rtlCol="0">
              <a:spAutoFit/>
            </a:bodyPr>
            <a:lstStyle/>
            <a:p>
              <a:r>
                <a:rPr lang="zh-CN" altLang="en-US" sz="2800" b="1" dirty="0">
                  <a:latin typeface="微软雅黑" panose="020B0503020204020204" pitchFamily="82" charset="2"/>
                  <a:ea typeface="微软雅黑" panose="020B0503020204020204" pitchFamily="82" charset="2"/>
                </a:rPr>
                <a:t>编译执行</a:t>
              </a:r>
            </a:p>
          </p:txBody>
        </p:sp>
      </p:grpSp>
    </p:spTree>
    <p:extLst>
      <p:ext uri="{BB962C8B-B14F-4D97-AF65-F5344CB8AC3E}">
        <p14:creationId xmlns:p14="http://schemas.microsoft.com/office/powerpoint/2010/main" val="26557715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C9512B28-C733-495F-87C0-2119614084B3}"/>
              </a:ext>
            </a:extLst>
          </p:cNvPr>
          <p:cNvSpPr/>
          <p:nvPr/>
        </p:nvSpPr>
        <p:spPr>
          <a:xfrm>
            <a:off x="812520" y="1410478"/>
            <a:ext cx="11054802" cy="418525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灯片编号占位符 1">
            <a:extLst>
              <a:ext uri="{FF2B5EF4-FFF2-40B4-BE49-F238E27FC236}">
                <a16:creationId xmlns:a16="http://schemas.microsoft.com/office/drawing/2014/main" id="{DECD081C-8CB5-B043-9EBA-B795613C7173}"/>
              </a:ext>
            </a:extLst>
          </p:cNvPr>
          <p:cNvSpPr>
            <a:spLocks noGrp="1"/>
          </p:cNvSpPr>
          <p:nvPr>
            <p:ph type="sldNum" sz="quarter" idx="10"/>
          </p:nvPr>
        </p:nvSpPr>
        <p:spPr/>
        <p:txBody>
          <a:bodyPr/>
          <a:lstStyle/>
          <a:p>
            <a:fld id="{87BBDC00-B9E2-4EFD-9306-2934E87247C6}" type="slidenum">
              <a:rPr lang="zh-CN" altLang="en-US" smtClean="0"/>
              <a:pPr/>
              <a:t>62</a:t>
            </a:fld>
            <a:endParaRPr lang="zh-CN" altLang="en-US"/>
          </a:p>
        </p:txBody>
      </p:sp>
      <p:sp>
        <p:nvSpPr>
          <p:cNvPr id="3" name="标题 2">
            <a:extLst>
              <a:ext uri="{FF2B5EF4-FFF2-40B4-BE49-F238E27FC236}">
                <a16:creationId xmlns:a16="http://schemas.microsoft.com/office/drawing/2014/main" id="{78482682-8636-ABC5-40BA-79867F2F379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编译执行</a:t>
            </a:r>
          </a:p>
        </p:txBody>
      </p:sp>
      <p:sp>
        <p:nvSpPr>
          <p:cNvPr id="4" name="内容占位符 3">
            <a:extLst>
              <a:ext uri="{FF2B5EF4-FFF2-40B4-BE49-F238E27FC236}">
                <a16:creationId xmlns:a16="http://schemas.microsoft.com/office/drawing/2014/main" id="{EE131998-9C6D-291C-A505-32B3C5FF7C78}"/>
              </a:ext>
            </a:extLst>
          </p:cNvPr>
          <p:cNvSpPr>
            <a:spLocks noGrp="1"/>
          </p:cNvSpPr>
          <p:nvPr>
            <p:ph idx="1"/>
          </p:nvPr>
        </p:nvSpPr>
        <p:spPr>
          <a:xfrm>
            <a:off x="812520" y="1629339"/>
            <a:ext cx="10566960" cy="3289507"/>
          </a:xfrm>
        </p:spPr>
        <p:txBody>
          <a:bodyPr/>
          <a:lstStyle/>
          <a:p>
            <a:pPr>
              <a:lnSpc>
                <a:spcPct val="150000"/>
              </a:lnSpc>
              <a:buFont typeface="Wingdings" panose="05000000000000000000" pitchFamily="2" charset="2"/>
              <a:buChar char="Ø"/>
            </a:pPr>
            <a:r>
              <a:rPr kumimoji="1" lang="zh-CN" altLang="en-US" sz="2400" b="1" dirty="0">
                <a:solidFill>
                  <a:srgbClr val="6F1687"/>
                </a:solidFill>
                <a:latin typeface="微软雅黑" panose="020B0503020204020204" pitchFamily="34" charset="-122"/>
                <a:ea typeface="微软雅黑" panose="020B0503020204020204" pitchFamily="34" charset="-122"/>
              </a:rPr>
              <a:t>通过编译执行技术避免大量虚函数调用，并裁剪了大量执行中的分支判断等指令，减少了无用指令数量；</a:t>
            </a:r>
          </a:p>
          <a:p>
            <a:pPr>
              <a:lnSpc>
                <a:spcPct val="150000"/>
              </a:lnSpc>
              <a:buFont typeface="Wingdings" panose="05000000000000000000" pitchFamily="2" charset="2"/>
              <a:buChar char="Ø"/>
            </a:pPr>
            <a:r>
              <a:rPr kumimoji="1" lang="zh-CN" altLang="en-US" sz="2400" b="1" dirty="0">
                <a:solidFill>
                  <a:srgbClr val="6F1687"/>
                </a:solidFill>
                <a:latin typeface="微软雅黑" panose="020B0503020204020204" pitchFamily="34" charset="-122"/>
                <a:ea typeface="微软雅黑" panose="020B0503020204020204" pitchFamily="34" charset="-122"/>
              </a:rPr>
              <a:t>在火山模型中，每次获取数据都需要访问一次内存，编译执行避免迭代调用过程，通过多级存储和预取技术将数据缓存在</a:t>
            </a:r>
            <a:r>
              <a:rPr kumimoji="1" lang="en" altLang="zh-CN" sz="2400" b="1" dirty="0">
                <a:solidFill>
                  <a:srgbClr val="6F1687"/>
                </a:solidFill>
                <a:latin typeface="微软雅黑" panose="020B0503020204020204" pitchFamily="34" charset="-122"/>
                <a:ea typeface="微软雅黑" panose="020B0503020204020204" pitchFamily="34" charset="-122"/>
              </a:rPr>
              <a:t>CPU</a:t>
            </a:r>
            <a:r>
              <a:rPr kumimoji="1" lang="zh-CN" altLang="en" sz="2400" b="1" dirty="0">
                <a:solidFill>
                  <a:srgbClr val="6F1687"/>
                </a:solidFill>
                <a:latin typeface="微软雅黑" panose="020B0503020204020204" pitchFamily="34" charset="-122"/>
                <a:ea typeface="微软雅黑" panose="020B0503020204020204" pitchFamily="34" charset="-122"/>
              </a:rPr>
              <a:t>，</a:t>
            </a:r>
            <a:r>
              <a:rPr kumimoji="1" lang="zh-CN" altLang="en-US" sz="2400" b="1" dirty="0">
                <a:solidFill>
                  <a:srgbClr val="6F1687"/>
                </a:solidFill>
                <a:latin typeface="微软雅黑" panose="020B0503020204020204" pitchFamily="34" charset="-122"/>
                <a:ea typeface="微软雅黑" panose="020B0503020204020204" pitchFamily="34" charset="-122"/>
              </a:rPr>
              <a:t>提升了缓存命中率；</a:t>
            </a:r>
          </a:p>
          <a:p>
            <a:pPr>
              <a:lnSpc>
                <a:spcPct val="150000"/>
              </a:lnSpc>
              <a:buFont typeface="Wingdings" panose="05000000000000000000" pitchFamily="2" charset="2"/>
              <a:buChar char="Ø"/>
            </a:pPr>
            <a:r>
              <a:rPr kumimoji="1" lang="zh-CN" altLang="en-US" sz="2400" b="1" dirty="0">
                <a:solidFill>
                  <a:srgbClr val="6F1687"/>
                </a:solidFill>
                <a:latin typeface="微软雅黑" panose="020B0503020204020204" pitchFamily="34" charset="-122"/>
                <a:ea typeface="微软雅黑" panose="020B0503020204020204" pitchFamily="34" charset="-122"/>
              </a:rPr>
              <a:t>循环展开和优化，通过流水线和指令重排序技术，提升了循环的运行效率。</a:t>
            </a:r>
          </a:p>
          <a:p>
            <a:pPr>
              <a:lnSpc>
                <a:spcPct val="150000"/>
              </a:lnSpc>
            </a:pPr>
            <a:endParaRPr kumimoji="1" lang="zh-CN" altLang="en-US" b="1" dirty="0">
              <a:solidFill>
                <a:srgbClr val="6F1687"/>
              </a:solidFill>
              <a:latin typeface="微软雅黑" panose="020B0503020204020204" pitchFamily="34" charset="-122"/>
              <a:ea typeface="微软雅黑" panose="020B0503020204020204" pitchFamily="34" charset="-122"/>
            </a:endParaRPr>
          </a:p>
        </p:txBody>
      </p:sp>
      <p:sp>
        <p:nvSpPr>
          <p:cNvPr id="5" name="页脚占位符 4">
            <a:extLst>
              <a:ext uri="{FF2B5EF4-FFF2-40B4-BE49-F238E27FC236}">
                <a16:creationId xmlns:a16="http://schemas.microsoft.com/office/drawing/2014/main" id="{FCE55C1E-9E7D-AEF3-D278-9C702E6D8E86}"/>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spTree>
    <p:extLst>
      <p:ext uri="{BB962C8B-B14F-4D97-AF65-F5344CB8AC3E}">
        <p14:creationId xmlns:p14="http://schemas.microsoft.com/office/powerpoint/2010/main" val="30102705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9">
            <a:extLst>
              <a:ext uri="{FF2B5EF4-FFF2-40B4-BE49-F238E27FC236}">
                <a16:creationId xmlns:a16="http://schemas.microsoft.com/office/drawing/2014/main" id="{D911A815-587F-4A6A-A51B-F4DD2E649D21}"/>
              </a:ext>
            </a:extLst>
          </p:cNvPr>
          <p:cNvSpPr/>
          <p:nvPr/>
        </p:nvSpPr>
        <p:spPr>
          <a:xfrm>
            <a:off x="812520" y="1410480"/>
            <a:ext cx="10566960" cy="382844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灯片编号占位符 1">
            <a:extLst>
              <a:ext uri="{FF2B5EF4-FFF2-40B4-BE49-F238E27FC236}">
                <a16:creationId xmlns:a16="http://schemas.microsoft.com/office/drawing/2014/main" id="{DECD081C-8CB5-B043-9EBA-B795613C7173}"/>
              </a:ext>
            </a:extLst>
          </p:cNvPr>
          <p:cNvSpPr>
            <a:spLocks noGrp="1"/>
          </p:cNvSpPr>
          <p:nvPr>
            <p:ph type="sldNum" sz="quarter" idx="10"/>
          </p:nvPr>
        </p:nvSpPr>
        <p:spPr/>
        <p:txBody>
          <a:bodyPr/>
          <a:lstStyle/>
          <a:p>
            <a:fld id="{87BBDC00-B9E2-4EFD-9306-2934E87247C6}" type="slidenum">
              <a:rPr lang="zh-CN" altLang="en-US" smtClean="0"/>
              <a:pPr/>
              <a:t>63</a:t>
            </a:fld>
            <a:endParaRPr lang="zh-CN" altLang="en-US"/>
          </a:p>
        </p:txBody>
      </p:sp>
      <p:sp>
        <p:nvSpPr>
          <p:cNvPr id="3" name="标题 2">
            <a:extLst>
              <a:ext uri="{FF2B5EF4-FFF2-40B4-BE49-F238E27FC236}">
                <a16:creationId xmlns:a16="http://schemas.microsoft.com/office/drawing/2014/main" id="{78482682-8636-ABC5-40BA-79867F2F379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编译执行</a:t>
            </a:r>
          </a:p>
        </p:txBody>
      </p:sp>
      <p:sp>
        <p:nvSpPr>
          <p:cNvPr id="4" name="内容占位符 3">
            <a:extLst>
              <a:ext uri="{FF2B5EF4-FFF2-40B4-BE49-F238E27FC236}">
                <a16:creationId xmlns:a16="http://schemas.microsoft.com/office/drawing/2014/main" id="{EE131998-9C6D-291C-A505-32B3C5FF7C78}"/>
              </a:ext>
            </a:extLst>
          </p:cNvPr>
          <p:cNvSpPr>
            <a:spLocks noGrp="1"/>
          </p:cNvSpPr>
          <p:nvPr>
            <p:ph idx="1"/>
          </p:nvPr>
        </p:nvSpPr>
        <p:spPr>
          <a:xfrm>
            <a:off x="1949311" y="1619076"/>
            <a:ext cx="9013550" cy="2475086"/>
          </a:xfrm>
        </p:spPr>
        <p:txBody>
          <a:bodyPr/>
          <a:lstStyle/>
          <a:p>
            <a:pPr>
              <a:lnSpc>
                <a:spcPct val="150000"/>
              </a:lnSpc>
              <a:buFont typeface="Wingdings" panose="05000000000000000000" pitchFamily="2" charset="2"/>
              <a:buChar char="Ø"/>
            </a:pPr>
            <a:r>
              <a:rPr lang="zh-CN" altLang="en-US" sz="2800" dirty="0">
                <a:solidFill>
                  <a:srgbClr val="6F1687"/>
                </a:solidFill>
              </a:rPr>
              <a:t>两种编译执行方法</a:t>
            </a:r>
            <a:endParaRPr lang="en-US" altLang="zh-CN" sz="2800" dirty="0">
              <a:solidFill>
                <a:srgbClr val="6F1687"/>
              </a:solidFill>
            </a:endParaRPr>
          </a:p>
          <a:p>
            <a:pPr lvl="1">
              <a:lnSpc>
                <a:spcPct val="150000"/>
              </a:lnSpc>
              <a:buFont typeface="Arial" panose="020B0604020202020204" pitchFamily="34" charset="0"/>
              <a:buChar char="•"/>
            </a:pPr>
            <a:r>
              <a:rPr kumimoji="1" lang="zh-CN" altLang="en-US" sz="2400" dirty="0">
                <a:latin typeface="微软雅黑" panose="020B0503020204020204" pitchFamily="34" charset="-122"/>
                <a:ea typeface="微软雅黑" panose="020B0503020204020204" pitchFamily="34" charset="-122"/>
              </a:rPr>
              <a:t>查询执行计划</a:t>
            </a:r>
            <a:r>
              <a:rPr kumimoji="1" lang="en-US" altLang="zh-CN" sz="2400" dirty="0">
                <a:latin typeface="微软雅黑" panose="020B0503020204020204" pitchFamily="34" charset="-122"/>
                <a:ea typeface="微软雅黑" panose="020B0503020204020204" pitchFamily="34" charset="-122"/>
                <a:sym typeface="Wingdings" pitchFamily="2" charset="2"/>
              </a:rPr>
              <a:t></a:t>
            </a:r>
            <a:r>
              <a:rPr kumimoji="1" lang="zh-CN" altLang="en-US" sz="2400" dirty="0">
                <a:latin typeface="微软雅黑" panose="020B0503020204020204" pitchFamily="34" charset="-122"/>
                <a:ea typeface="微软雅黑" panose="020B0503020204020204" pitchFamily="34" charset="-122"/>
              </a:rPr>
              <a:t>高级语言代码（例如</a:t>
            </a:r>
            <a:r>
              <a:rPr kumimoji="1" lang="en" altLang="zh-CN" sz="2400" dirty="0">
                <a:latin typeface="微软雅黑" panose="020B0503020204020204" pitchFamily="34" charset="-122"/>
                <a:ea typeface="微软雅黑" panose="020B0503020204020204" pitchFamily="34" charset="-122"/>
              </a:rPr>
              <a:t>C</a:t>
            </a:r>
            <a:r>
              <a:rPr kumimoji="1" lang="zh-CN" altLang="e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sym typeface="Wingdings" pitchFamily="2" charset="2"/>
              </a:rPr>
              <a:t></a:t>
            </a:r>
            <a:r>
              <a:rPr lang="zh-CN" altLang="en-US" sz="2400" dirty="0">
                <a:latin typeface="微软雅黑" panose="020B0503020204020204" pitchFamily="34" charset="-122"/>
                <a:ea typeface="微软雅黑" panose="020B0503020204020204" pitchFamily="34" charset="-122"/>
                <a:sym typeface="Wingdings" pitchFamily="2" charset="2"/>
              </a:rPr>
              <a:t>可</a:t>
            </a:r>
            <a:r>
              <a:rPr kumimoji="1" lang="zh-CN" altLang="en-US" sz="2400" dirty="0">
                <a:latin typeface="微软雅黑" panose="020B0503020204020204" pitchFamily="34" charset="-122"/>
                <a:ea typeface="微软雅黑" panose="020B0503020204020204" pitchFamily="34" charset="-122"/>
              </a:rPr>
              <a:t>执行代码</a:t>
            </a:r>
            <a:endParaRPr kumimoji="1" lang="en-US" altLang="zh-CN" sz="2400" dirty="0">
              <a:latin typeface="微软雅黑" panose="020B0503020204020204" pitchFamily="34" charset="-122"/>
              <a:ea typeface="微软雅黑" panose="020B0503020204020204" pitchFamily="34" charset="-122"/>
            </a:endParaRPr>
          </a:p>
          <a:p>
            <a:pPr lvl="1">
              <a:lnSpc>
                <a:spcPct val="150000"/>
              </a:lnSpc>
              <a:buFont typeface="Arial" panose="020B0604020202020204" pitchFamily="34" charset="0"/>
              <a:buChar char="•"/>
            </a:pPr>
            <a:r>
              <a:rPr kumimoji="1" lang="zh-CN" altLang="en-US" sz="2400" dirty="0">
                <a:latin typeface="微软雅黑" panose="020B0503020204020204" pitchFamily="34" charset="-122"/>
                <a:ea typeface="微软雅黑" panose="020B0503020204020204" pitchFamily="34" charset="-122"/>
              </a:rPr>
              <a:t>查询执行计划</a:t>
            </a:r>
            <a:r>
              <a:rPr kumimoji="1" lang="en-US" altLang="zh-CN" sz="2400" dirty="0">
                <a:latin typeface="微软雅黑" panose="020B0503020204020204" pitchFamily="34" charset="-122"/>
                <a:ea typeface="微软雅黑" panose="020B0503020204020204" pitchFamily="34" charset="-122"/>
                <a:sym typeface="Wingdings" pitchFamily="2" charset="2"/>
              </a:rPr>
              <a:t></a:t>
            </a:r>
            <a:r>
              <a:rPr kumimoji="1" lang="zh-CN" altLang="en-US" sz="2400" dirty="0">
                <a:latin typeface="微软雅黑" panose="020B0503020204020204" pitchFamily="34" charset="-122"/>
                <a:ea typeface="微软雅黑" panose="020B0503020204020204" pitchFamily="34" charset="-122"/>
                <a:sym typeface="Wingdings" pitchFamily="2" charset="2"/>
              </a:rPr>
              <a:t>中间表示</a:t>
            </a:r>
            <a:r>
              <a:rPr kumimoji="1" lang="en-US" altLang="zh-CN" sz="2400" dirty="0">
                <a:latin typeface="微软雅黑" panose="020B0503020204020204" pitchFamily="34" charset="-122"/>
                <a:ea typeface="微软雅黑" panose="020B0503020204020204" pitchFamily="34" charset="-122"/>
                <a:sym typeface="Wingdings" pitchFamily="2" charset="2"/>
              </a:rPr>
              <a:t>IR</a:t>
            </a:r>
            <a:r>
              <a:rPr kumimoji="1" lang="zh-CN" altLang="en-US" sz="2400" dirty="0">
                <a:latin typeface="微软雅黑" panose="020B0503020204020204" pitchFamily="34" charset="-122"/>
                <a:ea typeface="微软雅黑" panose="020B0503020204020204" pitchFamily="34" charset="-122"/>
              </a:rPr>
              <a:t>（</a:t>
            </a:r>
            <a:r>
              <a:rPr kumimoji="1" lang="en-US" altLang="zh-CN" sz="2400" dirty="0">
                <a:latin typeface="微软雅黑" panose="020B0503020204020204" pitchFamily="34" charset="-122"/>
                <a:ea typeface="微软雅黑" panose="020B0503020204020204" pitchFamily="34" charset="-122"/>
              </a:rPr>
              <a:t>LLVM</a:t>
            </a:r>
            <a:r>
              <a:rPr kumimoji="1" lang="zh-CN" altLang="e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sym typeface="Wingdings" pitchFamily="2" charset="2"/>
              </a:rPr>
              <a:t></a:t>
            </a:r>
            <a:r>
              <a:rPr lang="zh-CN" altLang="en-US" sz="2400" dirty="0">
                <a:latin typeface="微软雅黑" panose="020B0503020204020204" pitchFamily="34" charset="-122"/>
                <a:ea typeface="微软雅黑" panose="020B0503020204020204" pitchFamily="34" charset="-122"/>
                <a:sym typeface="Wingdings" pitchFamily="2" charset="2"/>
              </a:rPr>
              <a:t>可</a:t>
            </a:r>
            <a:r>
              <a:rPr kumimoji="1" lang="zh-CN" altLang="en-US" sz="2400" dirty="0">
                <a:latin typeface="微软雅黑" panose="020B0503020204020204" pitchFamily="34" charset="-122"/>
                <a:ea typeface="微软雅黑" panose="020B0503020204020204" pitchFamily="34" charset="-122"/>
              </a:rPr>
              <a:t>执行代码</a:t>
            </a:r>
            <a:endParaRPr kumimoji="1" lang="en-US" altLang="zh-CN" sz="24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en-US" altLang="zh-CN" sz="2800" dirty="0">
                <a:solidFill>
                  <a:srgbClr val="6F1687"/>
                </a:solidFill>
              </a:rPr>
              <a:t>IR</a:t>
            </a:r>
            <a:r>
              <a:rPr lang="zh-CN" altLang="en-US" sz="2800" dirty="0">
                <a:solidFill>
                  <a:srgbClr val="6F1687"/>
                </a:solidFill>
              </a:rPr>
              <a:t>：</a:t>
            </a:r>
            <a:r>
              <a:rPr lang="en" altLang="zh-CN" sz="2800" dirty="0">
                <a:solidFill>
                  <a:srgbClr val="6F1687"/>
                </a:solidFill>
              </a:rPr>
              <a:t>intermediate representation</a:t>
            </a:r>
            <a:endParaRPr lang="en-US" altLang="zh-CN" sz="2800" dirty="0">
              <a:solidFill>
                <a:srgbClr val="6F1687"/>
              </a:solidFill>
            </a:endParaRPr>
          </a:p>
          <a:p>
            <a:pPr>
              <a:lnSpc>
                <a:spcPct val="150000"/>
              </a:lnSpc>
              <a:buFont typeface="Wingdings" panose="05000000000000000000" pitchFamily="2" charset="2"/>
              <a:buChar char="Ø"/>
            </a:pPr>
            <a:r>
              <a:rPr lang="zh-CN" altLang="en-US" sz="2800" dirty="0">
                <a:solidFill>
                  <a:srgbClr val="6F1687"/>
                </a:solidFill>
              </a:rPr>
              <a:t>第一种编译代价高</a:t>
            </a:r>
          </a:p>
          <a:p>
            <a:pPr>
              <a:lnSpc>
                <a:spcPct val="150000"/>
              </a:lnSpc>
            </a:pPr>
            <a:endParaRPr kumimoji="1" lang="zh-CN" altLang="en-US" sz="2400" dirty="0">
              <a:latin typeface="微软雅黑" panose="020B0503020204020204" pitchFamily="34" charset="-122"/>
              <a:ea typeface="微软雅黑" panose="020B0503020204020204" pitchFamily="34" charset="-122"/>
            </a:endParaRPr>
          </a:p>
        </p:txBody>
      </p:sp>
      <p:sp>
        <p:nvSpPr>
          <p:cNvPr id="5" name="页脚占位符 4">
            <a:extLst>
              <a:ext uri="{FF2B5EF4-FFF2-40B4-BE49-F238E27FC236}">
                <a16:creationId xmlns:a16="http://schemas.microsoft.com/office/drawing/2014/main" id="{FCE55C1E-9E7D-AEF3-D278-9C702E6D8E86}"/>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spTree>
    <p:extLst>
      <p:ext uri="{BB962C8B-B14F-4D97-AF65-F5344CB8AC3E}">
        <p14:creationId xmlns:p14="http://schemas.microsoft.com/office/powerpoint/2010/main" val="18238703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hape6">
            <a:extLst>
              <a:ext uri="{FF2B5EF4-FFF2-40B4-BE49-F238E27FC236}">
                <a16:creationId xmlns:a16="http://schemas.microsoft.com/office/drawing/2014/main" id="{946F5473-C721-4EA7-91E7-E50FC15FBA62}"/>
              </a:ext>
            </a:extLst>
          </p:cNvPr>
          <p:cNvSpPr/>
          <p:nvPr/>
        </p:nvSpPr>
        <p:spPr>
          <a:xfrm>
            <a:off x="794195" y="2736489"/>
            <a:ext cx="10601324" cy="3178536"/>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33" name="任意多边形: 形状 32">
            <a:extLst>
              <a:ext uri="{FF2B5EF4-FFF2-40B4-BE49-F238E27FC236}">
                <a16:creationId xmlns:a16="http://schemas.microsoft.com/office/drawing/2014/main" id="{51AA6054-D035-42F9-9B2B-D0B6011E5ACC}"/>
              </a:ext>
            </a:extLst>
          </p:cNvPr>
          <p:cNvSpPr/>
          <p:nvPr/>
        </p:nvSpPr>
        <p:spPr bwMode="auto">
          <a:xfrm>
            <a:off x="564863" y="1090707"/>
            <a:ext cx="11062273" cy="1410363"/>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en-US" altLang="zh-CN" sz="3600" dirty="0">
                <a:latin typeface="微软雅黑" panose="020B0503020204020204" pitchFamily="82" charset="2"/>
                <a:ea typeface="微软雅黑" panose="020B0503020204020204" pitchFamily="82" charset="2"/>
              </a:rPr>
              <a:t>LLVM</a:t>
            </a:r>
            <a:endParaRPr lang="zh-CN" altLang="en-US" sz="3600" dirty="0">
              <a:latin typeface="微软雅黑" panose="020B0503020204020204" pitchFamily="82" charset="2"/>
              <a:ea typeface="微软雅黑" panose="020B0503020204020204" pitchFamily="82" charset="2"/>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751244" y="1188837"/>
            <a:ext cx="5261663" cy="709696"/>
          </a:xfrm>
        </p:spPr>
        <p:txBody>
          <a:bodyPr/>
          <a:lstStyle/>
          <a:p>
            <a:pPr>
              <a:lnSpc>
                <a:spcPct val="150000"/>
              </a:lnSpc>
            </a:pPr>
            <a:r>
              <a:rPr lang="zh-CN" altLang="en-US" dirty="0">
                <a:solidFill>
                  <a:srgbClr val="6F1687"/>
                </a:solidFill>
              </a:rPr>
              <a:t>模组化的架构，允许所有人对它进行改进；</a:t>
            </a:r>
            <a:endParaRPr lang="en-US" altLang="zh-CN" dirty="0">
              <a:solidFill>
                <a:srgbClr val="6F1687"/>
              </a:solidFill>
            </a:endParaRPr>
          </a:p>
          <a:p>
            <a:pPr>
              <a:lnSpc>
                <a:spcPct val="150000"/>
              </a:lnSpc>
            </a:pPr>
            <a:r>
              <a:rPr lang="zh-CN" altLang="en-US" dirty="0">
                <a:solidFill>
                  <a:srgbClr val="6F1687"/>
                </a:solidFill>
              </a:rPr>
              <a:t>前端允许将不同代码转换为</a:t>
            </a:r>
            <a:r>
              <a:rPr lang="en-US" altLang="zh-CN" dirty="0">
                <a:solidFill>
                  <a:srgbClr val="6F1687"/>
                </a:solidFill>
              </a:rPr>
              <a:t>IR</a:t>
            </a:r>
            <a:r>
              <a:rPr lang="zh-CN" altLang="en-US" dirty="0">
                <a:solidFill>
                  <a:srgbClr val="6F1687"/>
                </a:solidFill>
              </a:rPr>
              <a:t>；</a:t>
            </a:r>
          </a:p>
        </p:txBody>
      </p:sp>
      <p:sp>
        <p:nvSpPr>
          <p:cNvPr id="4" name="矩形: 圆角 3">
            <a:extLst>
              <a:ext uri="{FF2B5EF4-FFF2-40B4-BE49-F238E27FC236}">
                <a16:creationId xmlns:a16="http://schemas.microsoft.com/office/drawing/2014/main" id="{86AD83B4-A8DE-4868-9076-0B7CE042EAD1}"/>
              </a:ext>
            </a:extLst>
          </p:cNvPr>
          <p:cNvSpPr/>
          <p:nvPr/>
        </p:nvSpPr>
        <p:spPr>
          <a:xfrm>
            <a:off x="2195712" y="2858319"/>
            <a:ext cx="1150004" cy="47338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C/C++</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圆角 4">
            <a:extLst>
              <a:ext uri="{FF2B5EF4-FFF2-40B4-BE49-F238E27FC236}">
                <a16:creationId xmlns:a16="http://schemas.microsoft.com/office/drawing/2014/main" id="{5D75E9A2-9A53-4890-8EF4-A0AB80EAF41F}"/>
              </a:ext>
            </a:extLst>
          </p:cNvPr>
          <p:cNvSpPr/>
          <p:nvPr/>
        </p:nvSpPr>
        <p:spPr>
          <a:xfrm>
            <a:off x="2195712" y="3585254"/>
            <a:ext cx="1150004" cy="47338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Rust</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矩形: 圆角 5">
            <a:extLst>
              <a:ext uri="{FF2B5EF4-FFF2-40B4-BE49-F238E27FC236}">
                <a16:creationId xmlns:a16="http://schemas.microsoft.com/office/drawing/2014/main" id="{279A4FBE-D6D5-4DF8-A793-34827C1CE508}"/>
              </a:ext>
            </a:extLst>
          </p:cNvPr>
          <p:cNvSpPr/>
          <p:nvPr/>
        </p:nvSpPr>
        <p:spPr>
          <a:xfrm>
            <a:off x="2195712" y="4312189"/>
            <a:ext cx="1150004" cy="47338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Julia</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圆角 6">
            <a:extLst>
              <a:ext uri="{FF2B5EF4-FFF2-40B4-BE49-F238E27FC236}">
                <a16:creationId xmlns:a16="http://schemas.microsoft.com/office/drawing/2014/main" id="{670EE5C6-8FE7-4D44-93A0-AD46F2CACA1A}"/>
              </a:ext>
            </a:extLst>
          </p:cNvPr>
          <p:cNvSpPr/>
          <p:nvPr/>
        </p:nvSpPr>
        <p:spPr>
          <a:xfrm>
            <a:off x="2195712" y="5039124"/>
            <a:ext cx="1150004" cy="47338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矩形: 圆角 7">
            <a:extLst>
              <a:ext uri="{FF2B5EF4-FFF2-40B4-BE49-F238E27FC236}">
                <a16:creationId xmlns:a16="http://schemas.microsoft.com/office/drawing/2014/main" id="{57FE00C6-8305-460E-9B46-3001FC12710B}"/>
              </a:ext>
            </a:extLst>
          </p:cNvPr>
          <p:cNvSpPr/>
          <p:nvPr/>
        </p:nvSpPr>
        <p:spPr>
          <a:xfrm>
            <a:off x="5287765" y="3852292"/>
            <a:ext cx="1408014" cy="651409"/>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微软雅黑" panose="020B0503020204020204" pitchFamily="34" charset="-122"/>
                <a:ea typeface="微软雅黑" panose="020B0503020204020204" pitchFamily="34" charset="-122"/>
              </a:rPr>
              <a:t>中间表示</a:t>
            </a:r>
            <a:endParaRPr lang="en-US" altLang="zh-CN" dirty="0">
              <a:latin typeface="微软雅黑" panose="020B0503020204020204" pitchFamily="34" charset="-122"/>
              <a:ea typeface="微软雅黑" panose="020B0503020204020204" pitchFamily="34" charset="-122"/>
            </a:endParaRPr>
          </a:p>
          <a:p>
            <a:pPr algn="ct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IR</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圆角 8">
            <a:extLst>
              <a:ext uri="{FF2B5EF4-FFF2-40B4-BE49-F238E27FC236}">
                <a16:creationId xmlns:a16="http://schemas.microsoft.com/office/drawing/2014/main" id="{94561D3F-DCC0-4D00-AD28-81DEA31DFFAA}"/>
              </a:ext>
            </a:extLst>
          </p:cNvPr>
          <p:cNvSpPr/>
          <p:nvPr/>
        </p:nvSpPr>
        <p:spPr>
          <a:xfrm>
            <a:off x="8623741" y="3071749"/>
            <a:ext cx="962951" cy="47338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x86</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矩形: 圆角 9">
            <a:extLst>
              <a:ext uri="{FF2B5EF4-FFF2-40B4-BE49-F238E27FC236}">
                <a16:creationId xmlns:a16="http://schemas.microsoft.com/office/drawing/2014/main" id="{FABDAD5C-8901-4A38-B40E-DFDB65CEAA4D}"/>
              </a:ext>
            </a:extLst>
          </p:cNvPr>
          <p:cNvSpPr/>
          <p:nvPr/>
        </p:nvSpPr>
        <p:spPr>
          <a:xfrm>
            <a:off x="8623741" y="3936921"/>
            <a:ext cx="962951" cy="47338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ARM</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矩形: 圆角 10">
            <a:extLst>
              <a:ext uri="{FF2B5EF4-FFF2-40B4-BE49-F238E27FC236}">
                <a16:creationId xmlns:a16="http://schemas.microsoft.com/office/drawing/2014/main" id="{03AEEE14-1437-4833-A380-C0E2A937107E}"/>
              </a:ext>
            </a:extLst>
          </p:cNvPr>
          <p:cNvSpPr/>
          <p:nvPr/>
        </p:nvSpPr>
        <p:spPr>
          <a:xfrm>
            <a:off x="8623741" y="4802433"/>
            <a:ext cx="962951" cy="47338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18591DDB-57DF-47EB-A05E-D3E22C88005C}"/>
              </a:ext>
            </a:extLst>
          </p:cNvPr>
          <p:cNvSpPr txBox="1"/>
          <p:nvPr/>
        </p:nvSpPr>
        <p:spPr>
          <a:xfrm>
            <a:off x="2109102" y="5501533"/>
            <a:ext cx="1323224" cy="369332"/>
          </a:xfrm>
          <a:prstGeom prst="rect">
            <a:avLst/>
          </a:prstGeom>
          <a:noFill/>
        </p:spPr>
        <p:txBody>
          <a:bodyPr wrap="square" rtlCol="0">
            <a:spAutoFit/>
          </a:bodyPr>
          <a:lstStyle/>
          <a:p>
            <a:r>
              <a:rPr lang="zh-CN" altLang="en-US" b="1" dirty="0">
                <a:solidFill>
                  <a:srgbClr val="6F1687"/>
                </a:solidFill>
                <a:latin typeface="微软雅黑" panose="020B0503020204020204" pitchFamily="34" charset="-122"/>
                <a:ea typeface="微软雅黑" panose="020B0503020204020204" pitchFamily="34" charset="-122"/>
              </a:rPr>
              <a:t>编程语言</a:t>
            </a:r>
          </a:p>
        </p:txBody>
      </p:sp>
      <p:sp>
        <p:nvSpPr>
          <p:cNvPr id="13" name="文本框 12">
            <a:extLst>
              <a:ext uri="{FF2B5EF4-FFF2-40B4-BE49-F238E27FC236}">
                <a16:creationId xmlns:a16="http://schemas.microsoft.com/office/drawing/2014/main" id="{6F9B8086-22F4-44BE-90E8-F293DABF8577}"/>
              </a:ext>
            </a:extLst>
          </p:cNvPr>
          <p:cNvSpPr txBox="1"/>
          <p:nvPr/>
        </p:nvSpPr>
        <p:spPr>
          <a:xfrm>
            <a:off x="8666634" y="5501533"/>
            <a:ext cx="877163" cy="369332"/>
          </a:xfrm>
          <a:prstGeom prst="rect">
            <a:avLst/>
          </a:prstGeom>
          <a:noFill/>
        </p:spPr>
        <p:txBody>
          <a:bodyPr wrap="none" rtlCol="0">
            <a:spAutoFit/>
          </a:bodyPr>
          <a:lstStyle/>
          <a:p>
            <a:r>
              <a:rPr lang="zh-CN" altLang="en-US" b="1" dirty="0">
                <a:solidFill>
                  <a:srgbClr val="6F1687"/>
                </a:solidFill>
                <a:latin typeface="微软雅黑" panose="020B0503020204020204" pitchFamily="34" charset="-122"/>
                <a:ea typeface="微软雅黑" panose="020B0503020204020204" pitchFamily="34" charset="-122"/>
                <a:cs typeface="Times New Roman" panose="02020603050405020304" pitchFamily="18" charset="0"/>
              </a:rPr>
              <a:t>机器码</a:t>
            </a:r>
            <a:endParaRPr lang="zh-CN" altLang="en-US" b="1" dirty="0">
              <a:solidFill>
                <a:srgbClr val="6F1687"/>
              </a:solidFill>
              <a:latin typeface="微软雅黑" panose="020B0503020204020204" pitchFamily="34" charset="-122"/>
              <a:ea typeface="微软雅黑" panose="020B0503020204020204" pitchFamily="34" charset="-122"/>
            </a:endParaRPr>
          </a:p>
        </p:txBody>
      </p:sp>
      <p:sp>
        <p:nvSpPr>
          <p:cNvPr id="14" name="箭头: 下弧形 13">
            <a:extLst>
              <a:ext uri="{FF2B5EF4-FFF2-40B4-BE49-F238E27FC236}">
                <a16:creationId xmlns:a16="http://schemas.microsoft.com/office/drawing/2014/main" id="{F9A7B0FA-389F-4398-9331-1F81F32DACEB}"/>
              </a:ext>
            </a:extLst>
          </p:cNvPr>
          <p:cNvSpPr/>
          <p:nvPr/>
        </p:nvSpPr>
        <p:spPr>
          <a:xfrm>
            <a:off x="5550214" y="4503701"/>
            <a:ext cx="877661" cy="422168"/>
          </a:xfrm>
          <a:prstGeom prst="curvedUpArrow">
            <a:avLst>
              <a:gd name="adj1" fmla="val 5963"/>
              <a:gd name="adj2" fmla="val 27582"/>
              <a:gd name="adj3" fmla="val 25000"/>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微软雅黑" panose="020B0503020204020204" pitchFamily="34" charset="-122"/>
              <a:ea typeface="微软雅黑" panose="020B0503020204020204" pitchFamily="34" charset="-122"/>
            </a:endParaRPr>
          </a:p>
        </p:txBody>
      </p:sp>
      <p:sp>
        <p:nvSpPr>
          <p:cNvPr id="15" name="矩形: 圆角 14">
            <a:extLst>
              <a:ext uri="{FF2B5EF4-FFF2-40B4-BE49-F238E27FC236}">
                <a16:creationId xmlns:a16="http://schemas.microsoft.com/office/drawing/2014/main" id="{2DD6D42E-CDA4-4F81-BD34-1612B1174300}"/>
              </a:ext>
            </a:extLst>
          </p:cNvPr>
          <p:cNvSpPr/>
          <p:nvPr/>
        </p:nvSpPr>
        <p:spPr>
          <a:xfrm>
            <a:off x="4270481" y="3852293"/>
            <a:ext cx="526017" cy="65140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前端</a:t>
            </a:r>
          </a:p>
        </p:txBody>
      </p:sp>
      <p:sp>
        <p:nvSpPr>
          <p:cNvPr id="16" name="矩形: 圆角 15">
            <a:extLst>
              <a:ext uri="{FF2B5EF4-FFF2-40B4-BE49-F238E27FC236}">
                <a16:creationId xmlns:a16="http://schemas.microsoft.com/office/drawing/2014/main" id="{0FCBDB95-1189-485F-A7F8-F467E86FE539}"/>
              </a:ext>
            </a:extLst>
          </p:cNvPr>
          <p:cNvSpPr/>
          <p:nvPr/>
        </p:nvSpPr>
        <p:spPr>
          <a:xfrm>
            <a:off x="7187046" y="3852292"/>
            <a:ext cx="526017" cy="651408"/>
          </a:xfrm>
          <a:prstGeom prst="round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后端</a:t>
            </a:r>
          </a:p>
        </p:txBody>
      </p:sp>
      <p:cxnSp>
        <p:nvCxnSpPr>
          <p:cNvPr id="17" name="连接符: 肘形 16">
            <a:extLst>
              <a:ext uri="{FF2B5EF4-FFF2-40B4-BE49-F238E27FC236}">
                <a16:creationId xmlns:a16="http://schemas.microsoft.com/office/drawing/2014/main" id="{0B1F70E9-631B-49E8-A316-8605A12C4F97}"/>
              </a:ext>
            </a:extLst>
          </p:cNvPr>
          <p:cNvCxnSpPr>
            <a:cxnSpLocks/>
            <a:stCxn id="4" idx="3"/>
            <a:endCxn id="15" idx="1"/>
          </p:cNvCxnSpPr>
          <p:nvPr/>
        </p:nvCxnSpPr>
        <p:spPr>
          <a:xfrm>
            <a:off x="3345716" y="3095010"/>
            <a:ext cx="924765" cy="1082987"/>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405B8110-21E1-4122-BDE0-8EFBBBC7F48B}"/>
              </a:ext>
            </a:extLst>
          </p:cNvPr>
          <p:cNvCxnSpPr>
            <a:cxnSpLocks/>
            <a:stCxn id="5" idx="3"/>
            <a:endCxn id="15" idx="1"/>
          </p:cNvCxnSpPr>
          <p:nvPr/>
        </p:nvCxnSpPr>
        <p:spPr>
          <a:xfrm>
            <a:off x="3345716" y="3821945"/>
            <a:ext cx="924765" cy="35605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7510129B-49E8-43A7-981E-C25323A5A868}"/>
              </a:ext>
            </a:extLst>
          </p:cNvPr>
          <p:cNvCxnSpPr>
            <a:cxnSpLocks/>
            <a:stCxn id="6" idx="3"/>
            <a:endCxn id="15" idx="1"/>
          </p:cNvCxnSpPr>
          <p:nvPr/>
        </p:nvCxnSpPr>
        <p:spPr>
          <a:xfrm flipV="1">
            <a:off x="3345716" y="4177997"/>
            <a:ext cx="924765" cy="37088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D8641E15-A2D6-4FB3-B161-5C4D603D14C2}"/>
              </a:ext>
            </a:extLst>
          </p:cNvPr>
          <p:cNvCxnSpPr>
            <a:cxnSpLocks/>
            <a:stCxn id="7" idx="3"/>
            <a:endCxn id="15" idx="1"/>
          </p:cNvCxnSpPr>
          <p:nvPr/>
        </p:nvCxnSpPr>
        <p:spPr>
          <a:xfrm flipV="1">
            <a:off x="3345716" y="4177997"/>
            <a:ext cx="924765" cy="109781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43C4352B-7673-4A09-B3D3-D8BA74D9F8DB}"/>
              </a:ext>
            </a:extLst>
          </p:cNvPr>
          <p:cNvCxnSpPr>
            <a:stCxn id="16" idx="3"/>
            <a:endCxn id="9" idx="1"/>
          </p:cNvCxnSpPr>
          <p:nvPr/>
        </p:nvCxnSpPr>
        <p:spPr>
          <a:xfrm flipV="1">
            <a:off x="7713063" y="3308440"/>
            <a:ext cx="910678" cy="869556"/>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10DC3010-DED3-4D0E-820C-70C00B85883D}"/>
              </a:ext>
            </a:extLst>
          </p:cNvPr>
          <p:cNvCxnSpPr>
            <a:stCxn id="16" idx="3"/>
            <a:endCxn id="10" idx="1"/>
          </p:cNvCxnSpPr>
          <p:nvPr/>
        </p:nvCxnSpPr>
        <p:spPr>
          <a:xfrm flipV="1">
            <a:off x="7713063" y="4173612"/>
            <a:ext cx="910678" cy="43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7D33F8F8-E764-4DAF-8C82-B6316C983BF4}"/>
              </a:ext>
            </a:extLst>
          </p:cNvPr>
          <p:cNvCxnSpPr>
            <a:stCxn id="16" idx="3"/>
            <a:endCxn id="11" idx="1"/>
          </p:cNvCxnSpPr>
          <p:nvPr/>
        </p:nvCxnSpPr>
        <p:spPr>
          <a:xfrm>
            <a:off x="7713063" y="4177996"/>
            <a:ext cx="910678" cy="86112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1725F890-8982-4E35-98FB-EB8A34F56CDD}"/>
              </a:ext>
            </a:extLst>
          </p:cNvPr>
          <p:cNvCxnSpPr>
            <a:stCxn id="15" idx="3"/>
            <a:endCxn id="8" idx="1"/>
          </p:cNvCxnSpPr>
          <p:nvPr/>
        </p:nvCxnSpPr>
        <p:spPr>
          <a:xfrm>
            <a:off x="4796498" y="4177997"/>
            <a:ext cx="49126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8C28C8F2-FFAE-435A-85E6-D7D07FCEEE61}"/>
              </a:ext>
            </a:extLst>
          </p:cNvPr>
          <p:cNvCxnSpPr>
            <a:stCxn id="8" idx="3"/>
            <a:endCxn id="16" idx="1"/>
          </p:cNvCxnSpPr>
          <p:nvPr/>
        </p:nvCxnSpPr>
        <p:spPr>
          <a:xfrm flipV="1">
            <a:off x="6695779" y="4177996"/>
            <a:ext cx="49126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BB826FCA-829D-4F2B-877A-AB047D63D80C}"/>
              </a:ext>
            </a:extLst>
          </p:cNvPr>
          <p:cNvSpPr txBox="1"/>
          <p:nvPr/>
        </p:nvSpPr>
        <p:spPr>
          <a:xfrm>
            <a:off x="5717174" y="5001221"/>
            <a:ext cx="543739"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优化</a:t>
            </a:r>
            <a:endParaRPr lang="en-US" sz="1400" dirty="0">
              <a:latin typeface="微软雅黑" panose="020B0503020204020204" pitchFamily="34" charset="-122"/>
              <a:ea typeface="微软雅黑" panose="020B0503020204020204" pitchFamily="34" charset="-122"/>
            </a:endParaRPr>
          </a:p>
        </p:txBody>
      </p:sp>
      <p:sp>
        <p:nvSpPr>
          <p:cNvPr id="27" name="左大括号 26">
            <a:extLst>
              <a:ext uri="{FF2B5EF4-FFF2-40B4-BE49-F238E27FC236}">
                <a16:creationId xmlns:a16="http://schemas.microsoft.com/office/drawing/2014/main" id="{910D27F9-2DBE-4E2E-B987-6E09DCC6DCF9}"/>
              </a:ext>
            </a:extLst>
          </p:cNvPr>
          <p:cNvSpPr/>
          <p:nvPr/>
        </p:nvSpPr>
        <p:spPr>
          <a:xfrm rot="5400000">
            <a:off x="5791475" y="1900894"/>
            <a:ext cx="395136" cy="3442582"/>
          </a:xfrm>
          <a:prstGeom prst="leftBrace">
            <a:avLst>
              <a:gd name="adj1" fmla="val 11629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D033E87F-1141-440F-AF6D-7DBA56C4BE3F}"/>
              </a:ext>
            </a:extLst>
          </p:cNvPr>
          <p:cNvSpPr txBox="1"/>
          <p:nvPr/>
        </p:nvSpPr>
        <p:spPr>
          <a:xfrm>
            <a:off x="5476196" y="2960760"/>
            <a:ext cx="1028423"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LLVM</a:t>
            </a: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灯片编号占位符 28">
            <a:extLst>
              <a:ext uri="{FF2B5EF4-FFF2-40B4-BE49-F238E27FC236}">
                <a16:creationId xmlns:a16="http://schemas.microsoft.com/office/drawing/2014/main" id="{45584FFD-788C-4F57-8A1E-6D47756623DE}"/>
              </a:ext>
            </a:extLst>
          </p:cNvPr>
          <p:cNvSpPr>
            <a:spLocks noGrp="1"/>
          </p:cNvSpPr>
          <p:nvPr>
            <p:ph type="sldNum" sz="quarter" idx="12"/>
          </p:nvPr>
        </p:nvSpPr>
        <p:spPr/>
        <p:txBody>
          <a:bodyPr/>
          <a:lstStyle/>
          <a:p>
            <a:fld id="{4B0D34C0-35A8-654C-9FBA-7B4E017BD630}" type="slidenum">
              <a:rPr lang="en-US" altLang="zh-CN" smtClean="0"/>
              <a:t>64</a:t>
            </a:fld>
            <a:endParaRPr kumimoji="1" lang="zh-CN" altLang="en-US"/>
          </a:p>
        </p:txBody>
      </p:sp>
      <p:sp>
        <p:nvSpPr>
          <p:cNvPr id="30" name="页脚占位符 29">
            <a:extLst>
              <a:ext uri="{FF2B5EF4-FFF2-40B4-BE49-F238E27FC236}">
                <a16:creationId xmlns:a16="http://schemas.microsoft.com/office/drawing/2014/main" id="{D8B45BF8-09E2-83E5-3FA0-30215E9F0246}"/>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34" name="内容占位符 2">
            <a:extLst>
              <a:ext uri="{FF2B5EF4-FFF2-40B4-BE49-F238E27FC236}">
                <a16:creationId xmlns:a16="http://schemas.microsoft.com/office/drawing/2014/main" id="{3665E3E0-4094-4788-B766-601A4C14D1BC}"/>
              </a:ext>
            </a:extLst>
          </p:cNvPr>
          <p:cNvSpPr txBox="1">
            <a:spLocks/>
          </p:cNvSpPr>
          <p:nvPr/>
        </p:nvSpPr>
        <p:spPr bwMode="auto">
          <a:xfrm>
            <a:off x="5963800" y="1194154"/>
            <a:ext cx="5663337" cy="70969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000" b="1" dirty="0">
                <a:solidFill>
                  <a:srgbClr val="6F1687"/>
                </a:solidFill>
                <a:latin typeface="微软雅黑" panose="020B0503020204020204" pitchFamily="34" charset="-122"/>
                <a:ea typeface="微软雅黑" panose="020B0503020204020204" pitchFamily="34" charset="-122"/>
              </a:rPr>
              <a:t>后端允许将</a:t>
            </a:r>
            <a:r>
              <a:rPr lang="en-US" altLang="zh-CN" sz="2000" b="1" dirty="0">
                <a:solidFill>
                  <a:srgbClr val="6F1687"/>
                </a:solidFill>
                <a:latin typeface="微软雅黑" panose="020B0503020204020204" pitchFamily="34" charset="-122"/>
                <a:ea typeface="微软雅黑" panose="020B0503020204020204" pitchFamily="34" charset="-122"/>
              </a:rPr>
              <a:t>IR</a:t>
            </a:r>
            <a:r>
              <a:rPr lang="zh-CN" altLang="en-US" sz="2000" b="1" dirty="0">
                <a:solidFill>
                  <a:srgbClr val="6F1687"/>
                </a:solidFill>
                <a:latin typeface="微软雅黑" panose="020B0503020204020204" pitchFamily="34" charset="-122"/>
                <a:ea typeface="微软雅黑" panose="020B0503020204020204" pitchFamily="34" charset="-122"/>
              </a:rPr>
              <a:t>转换为不同</a:t>
            </a:r>
            <a:r>
              <a:rPr lang="en-US" altLang="zh-CN" sz="2000" b="1" dirty="0">
                <a:solidFill>
                  <a:srgbClr val="6F1687"/>
                </a:solidFill>
                <a:latin typeface="微软雅黑" panose="020B0503020204020204" pitchFamily="34" charset="-122"/>
                <a:ea typeface="微软雅黑" panose="020B0503020204020204" pitchFamily="34" charset="-122"/>
              </a:rPr>
              <a:t>CPU</a:t>
            </a:r>
            <a:r>
              <a:rPr lang="zh-CN" altLang="en-US" sz="2000" b="1" dirty="0">
                <a:solidFill>
                  <a:srgbClr val="6F1687"/>
                </a:solidFill>
                <a:latin typeface="微软雅黑" panose="020B0503020204020204" pitchFamily="34" charset="-122"/>
                <a:ea typeface="微软雅黑" panose="020B0503020204020204" pitchFamily="34" charset="-122"/>
              </a:rPr>
              <a:t>架构上的机器码；</a:t>
            </a:r>
            <a:endParaRPr lang="en-US" altLang="zh-CN" sz="2000" b="1" dirty="0">
              <a:solidFill>
                <a:srgbClr val="6F1687"/>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en-US" altLang="zh-CN" sz="2000" b="1" dirty="0">
                <a:solidFill>
                  <a:srgbClr val="6F1687"/>
                </a:solidFill>
                <a:latin typeface="微软雅黑" panose="020B0503020204020204" pitchFamily="34" charset="-122"/>
                <a:ea typeface="微软雅黑" panose="020B0503020204020204" pitchFamily="34" charset="-122"/>
              </a:rPr>
              <a:t>IR</a:t>
            </a:r>
            <a:r>
              <a:rPr lang="zh-CN" altLang="zh-CN" sz="2000" b="1" dirty="0">
                <a:solidFill>
                  <a:srgbClr val="6F1687"/>
                </a:solidFill>
                <a:latin typeface="微软雅黑" panose="020B0503020204020204" pitchFamily="34" charset="-122"/>
                <a:ea typeface="微软雅黑" panose="020B0503020204020204" pitchFamily="34" charset="-122"/>
              </a:rPr>
              <a:t>会不断地自我优化，直到达到最优解</a:t>
            </a:r>
            <a:r>
              <a:rPr lang="zh-CN" altLang="en-US" sz="2000" b="1" dirty="0">
                <a:solidFill>
                  <a:srgbClr val="6F1687"/>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3184108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形状 6">
            <a:extLst>
              <a:ext uri="{FF2B5EF4-FFF2-40B4-BE49-F238E27FC236}">
                <a16:creationId xmlns:a16="http://schemas.microsoft.com/office/drawing/2014/main" id="{5B5B3980-5736-4AA0-9A1E-D872FDDF3997}"/>
              </a:ext>
            </a:extLst>
          </p:cNvPr>
          <p:cNvSpPr/>
          <p:nvPr/>
        </p:nvSpPr>
        <p:spPr bwMode="auto">
          <a:xfrm>
            <a:off x="390526" y="1375874"/>
            <a:ext cx="11412942" cy="5033473"/>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灯片编号占位符 1">
            <a:extLst>
              <a:ext uri="{FF2B5EF4-FFF2-40B4-BE49-F238E27FC236}">
                <a16:creationId xmlns:a16="http://schemas.microsoft.com/office/drawing/2014/main" id="{8EDE80EB-D4C3-DAF2-B1EF-4FF5C144C844}"/>
              </a:ext>
            </a:extLst>
          </p:cNvPr>
          <p:cNvSpPr>
            <a:spLocks noGrp="1"/>
          </p:cNvSpPr>
          <p:nvPr>
            <p:ph type="sldNum" sz="quarter" idx="10"/>
          </p:nvPr>
        </p:nvSpPr>
        <p:spPr/>
        <p:txBody>
          <a:bodyPr/>
          <a:lstStyle/>
          <a:p>
            <a:fld id="{87BBDC00-B9E2-4EFD-9306-2934E87247C6}" type="slidenum">
              <a:rPr lang="zh-CN" altLang="en-US" smtClean="0"/>
              <a:pPr/>
              <a:t>65</a:t>
            </a:fld>
            <a:endParaRPr lang="zh-CN" altLang="en-US"/>
          </a:p>
        </p:txBody>
      </p:sp>
      <p:sp>
        <p:nvSpPr>
          <p:cNvPr id="3" name="标题 2">
            <a:extLst>
              <a:ext uri="{FF2B5EF4-FFF2-40B4-BE49-F238E27FC236}">
                <a16:creationId xmlns:a16="http://schemas.microsoft.com/office/drawing/2014/main" id="{D38307BF-2BA1-F62B-4D1F-779F01AB39E2}"/>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en-US" altLang="zh-CN" sz="3600" dirty="0">
                <a:latin typeface="微软雅黑" panose="020B0503020204020204" pitchFamily="82" charset="2"/>
                <a:ea typeface="微软雅黑" panose="020B0503020204020204" pitchFamily="82" charset="2"/>
              </a:rPr>
              <a:t>LLVM</a:t>
            </a:r>
            <a:r>
              <a:rPr lang="zh-CN" altLang="en-US" sz="3600" dirty="0">
                <a:latin typeface="微软雅黑" panose="020B0503020204020204" pitchFamily="82" charset="2"/>
                <a:ea typeface="微软雅黑" panose="020B0503020204020204" pitchFamily="82" charset="2"/>
              </a:rPr>
              <a:t>编译执行</a:t>
            </a:r>
          </a:p>
        </p:txBody>
      </p:sp>
      <p:sp>
        <p:nvSpPr>
          <p:cNvPr id="5" name="页脚占位符 4">
            <a:extLst>
              <a:ext uri="{FF2B5EF4-FFF2-40B4-BE49-F238E27FC236}">
                <a16:creationId xmlns:a16="http://schemas.microsoft.com/office/drawing/2014/main" id="{242B1F60-7CB4-A9CB-2BB5-7ADB40ED9497}"/>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pic>
        <p:nvPicPr>
          <p:cNvPr id="6" name="图片 5">
            <a:extLst>
              <a:ext uri="{FF2B5EF4-FFF2-40B4-BE49-F238E27FC236}">
                <a16:creationId xmlns:a16="http://schemas.microsoft.com/office/drawing/2014/main" id="{33158AA2-42DA-D162-3FA6-7B3F636B4527}"/>
              </a:ext>
            </a:extLst>
          </p:cNvPr>
          <p:cNvPicPr>
            <a:picLocks noChangeAspect="1"/>
          </p:cNvPicPr>
          <p:nvPr/>
        </p:nvPicPr>
        <p:blipFill>
          <a:blip r:embed="rId2"/>
          <a:stretch>
            <a:fillRect/>
          </a:stretch>
        </p:blipFill>
        <p:spPr>
          <a:xfrm>
            <a:off x="825393" y="1492110"/>
            <a:ext cx="10522212" cy="4342159"/>
          </a:xfrm>
          <a:prstGeom prst="rect">
            <a:avLst/>
          </a:prstGeom>
        </p:spPr>
      </p:pic>
    </p:spTree>
    <p:extLst>
      <p:ext uri="{BB962C8B-B14F-4D97-AF65-F5344CB8AC3E}">
        <p14:creationId xmlns:p14="http://schemas.microsoft.com/office/powerpoint/2010/main" val="29435928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6">
            <a:extLst>
              <a:ext uri="{FF2B5EF4-FFF2-40B4-BE49-F238E27FC236}">
                <a16:creationId xmlns:a16="http://schemas.microsoft.com/office/drawing/2014/main" id="{EB5056F6-1B35-486A-A1C6-C76D155878C0}"/>
              </a:ext>
            </a:extLst>
          </p:cNvPr>
          <p:cNvSpPr/>
          <p:nvPr/>
        </p:nvSpPr>
        <p:spPr>
          <a:xfrm>
            <a:off x="6650378" y="1201270"/>
            <a:ext cx="4817713" cy="4828055"/>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9" name="任意多边形: 形状 8">
            <a:extLst>
              <a:ext uri="{FF2B5EF4-FFF2-40B4-BE49-F238E27FC236}">
                <a16:creationId xmlns:a16="http://schemas.microsoft.com/office/drawing/2014/main" id="{C531CB33-1F2D-4FBC-A509-C9BE2DF9C906}"/>
              </a:ext>
            </a:extLst>
          </p:cNvPr>
          <p:cNvSpPr/>
          <p:nvPr/>
        </p:nvSpPr>
        <p:spPr bwMode="auto">
          <a:xfrm>
            <a:off x="691508" y="1201270"/>
            <a:ext cx="5855985" cy="4828055"/>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预先编译与实时编译</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646629" y="1614177"/>
            <a:ext cx="5791200" cy="3161180"/>
          </a:xfrm>
        </p:spPr>
        <p:txBody>
          <a:bodyPr/>
          <a:lstStyle/>
          <a:p>
            <a:pPr>
              <a:lnSpc>
                <a:spcPct val="200000"/>
              </a:lnSpc>
            </a:pPr>
            <a:r>
              <a:rPr lang="zh-CN" altLang="en-US" sz="1800" b="1" dirty="0">
                <a:solidFill>
                  <a:srgbClr val="6F1687"/>
                </a:solidFill>
                <a:latin typeface="微软雅黑" panose="020B0503020204020204" pitchFamily="34" charset="-122"/>
                <a:ea typeface="微软雅黑" panose="020B0503020204020204" pitchFamily="34" charset="-122"/>
              </a:rPr>
              <a:t>预先编译是指在程序运行之前进行编译。其优点在于可以提前将代码编译好，这样在实际运行时就可以省去编译时间，并且可以快速启动并达到较高的性能。</a:t>
            </a:r>
            <a:endParaRPr lang="en-US" altLang="zh-CN" sz="1800" b="1" dirty="0">
              <a:solidFill>
                <a:srgbClr val="6F1687"/>
              </a:solidFill>
              <a:latin typeface="微软雅黑" panose="020B0503020204020204" pitchFamily="34" charset="-122"/>
              <a:ea typeface="微软雅黑" panose="020B0503020204020204" pitchFamily="34" charset="-122"/>
            </a:endParaRPr>
          </a:p>
          <a:p>
            <a:pPr>
              <a:lnSpc>
                <a:spcPct val="200000"/>
              </a:lnSpc>
            </a:pPr>
            <a:r>
              <a:rPr lang="zh-CN" altLang="en-US" sz="1800" b="1" dirty="0">
                <a:solidFill>
                  <a:srgbClr val="6F1687"/>
                </a:solidFill>
                <a:latin typeface="微软雅黑" panose="020B0503020204020204" pitchFamily="34" charset="-122"/>
                <a:ea typeface="微软雅黑" panose="020B0503020204020204" pitchFamily="34" charset="-122"/>
              </a:rPr>
              <a:t>实时编译是在程序运行中编译而不是之前。许多高级编程语言中存在定义不明确的情况，因此在合适的时机进行编译可以有效避免计算资源或存储资源的浪费。</a:t>
            </a:r>
            <a:endParaRPr kumimoji="1" lang="zh-CN" altLang="en-US" sz="1800" b="1" dirty="0">
              <a:solidFill>
                <a:srgbClr val="6F1687"/>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D4F6EA8B-E091-496D-8861-538D79AA854E}"/>
              </a:ext>
            </a:extLst>
          </p:cNvPr>
          <p:cNvSpPr>
            <a:spLocks noGrp="1"/>
          </p:cNvSpPr>
          <p:nvPr>
            <p:ph type="sldNum" sz="quarter" idx="12"/>
          </p:nvPr>
        </p:nvSpPr>
        <p:spPr>
          <a:xfrm>
            <a:off x="11571088" y="6517146"/>
            <a:ext cx="765605" cy="476250"/>
          </a:xfrm>
        </p:spPr>
        <p:txBody>
          <a:bodyPr/>
          <a:lstStyle/>
          <a:p>
            <a:fld id="{4B0D34C0-35A8-654C-9FBA-7B4E017BD630}" type="slidenum">
              <a:rPr lang="en-US" altLang="zh-CN" smtClean="0"/>
              <a:t>66</a:t>
            </a:fld>
            <a:endParaRPr kumimoji="1" lang="zh-CN" altLang="en-US"/>
          </a:p>
        </p:txBody>
      </p:sp>
      <p:sp>
        <p:nvSpPr>
          <p:cNvPr id="5" name="页脚占位符 4">
            <a:extLst>
              <a:ext uri="{FF2B5EF4-FFF2-40B4-BE49-F238E27FC236}">
                <a16:creationId xmlns:a16="http://schemas.microsoft.com/office/drawing/2014/main" id="{8ACF485C-968D-CF57-F72F-6261DD38C64F}"/>
              </a:ext>
            </a:extLst>
          </p:cNvPr>
          <p:cNvSpPr>
            <a:spLocks noGrp="1"/>
          </p:cNvSpPr>
          <p:nvPr>
            <p:ph type="ftr" sz="quarter" idx="11"/>
          </p:nvPr>
        </p:nvSpPr>
        <p:spPr>
          <a:xfrm>
            <a:off x="4038600" y="6356350"/>
            <a:ext cx="4114800" cy="501650"/>
          </a:xfrm>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pic>
        <p:nvPicPr>
          <p:cNvPr id="6" name="图片 2">
            <a:extLst>
              <a:ext uri="{FF2B5EF4-FFF2-40B4-BE49-F238E27FC236}">
                <a16:creationId xmlns:a16="http://schemas.microsoft.com/office/drawing/2014/main" id="{345914AB-99AD-902B-5EE2-B668D840457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33" t="2882" r="2129" b="2860"/>
          <a:stretch/>
        </p:blipFill>
        <p:spPr bwMode="auto">
          <a:xfrm>
            <a:off x="6795152" y="1301456"/>
            <a:ext cx="4568174" cy="4684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23490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12">
            <a:extLst>
              <a:ext uri="{FF2B5EF4-FFF2-40B4-BE49-F238E27FC236}">
                <a16:creationId xmlns:a16="http://schemas.microsoft.com/office/drawing/2014/main" id="{4F2C714D-E723-420B-A247-479361F654A7}"/>
              </a:ext>
            </a:extLst>
          </p:cNvPr>
          <p:cNvSpPr/>
          <p:nvPr/>
        </p:nvSpPr>
        <p:spPr bwMode="auto">
          <a:xfrm>
            <a:off x="6260203" y="1799967"/>
            <a:ext cx="4755459" cy="415498"/>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solidFill>
            <a:srgbClr val="3333CC"/>
          </a:solidFill>
          <a:ln w="254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实时编译</a:t>
            </a:r>
          </a:p>
        </p:txBody>
      </p:sp>
      <p:sp>
        <p:nvSpPr>
          <p:cNvPr id="14" name="任意多边形: 形状 13">
            <a:extLst>
              <a:ext uri="{FF2B5EF4-FFF2-40B4-BE49-F238E27FC236}">
                <a16:creationId xmlns:a16="http://schemas.microsoft.com/office/drawing/2014/main" id="{F1D0E19E-08FB-451B-B9B2-A29F915B9DEC}"/>
              </a:ext>
            </a:extLst>
          </p:cNvPr>
          <p:cNvSpPr/>
          <p:nvPr/>
        </p:nvSpPr>
        <p:spPr bwMode="auto">
          <a:xfrm>
            <a:off x="6260203" y="2215465"/>
            <a:ext cx="4755459" cy="3755241"/>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3333CC">
                  <a:alpha val="20000"/>
                </a:srgbClr>
              </a:gs>
              <a:gs pos="100000">
                <a:srgbClr val="3333CC">
                  <a:alpha val="20000"/>
                </a:srgbClr>
              </a:gs>
              <a:gs pos="48000">
                <a:schemeClr val="bg1">
                  <a:alpha val="0"/>
                </a:schemeClr>
              </a:gs>
            </a:gsLst>
            <a:lin ang="13500000" scaled="0"/>
          </a:gradFill>
          <a:ln w="12700" cap="flat" cmpd="sng" algn="ctr">
            <a:solidFill>
              <a:schemeClr val="bg1">
                <a:lumMod val="65000"/>
              </a:schemeClr>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defRPr/>
            </a:pPr>
            <a:endParaRPr kumimoji="1"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11" name="任意多边形: 形状 10">
            <a:extLst>
              <a:ext uri="{FF2B5EF4-FFF2-40B4-BE49-F238E27FC236}">
                <a16:creationId xmlns:a16="http://schemas.microsoft.com/office/drawing/2014/main" id="{0A7CE2DA-5E0F-4D09-8CC6-3FB4A949964B}"/>
              </a:ext>
            </a:extLst>
          </p:cNvPr>
          <p:cNvSpPr/>
          <p:nvPr/>
        </p:nvSpPr>
        <p:spPr bwMode="auto">
          <a:xfrm>
            <a:off x="1323769" y="1799967"/>
            <a:ext cx="4755459" cy="415498"/>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solidFill>
            <a:srgbClr val="3333CC"/>
          </a:solidFill>
          <a:ln w="254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预先编译</a:t>
            </a:r>
          </a:p>
        </p:txBody>
      </p:sp>
      <p:sp>
        <p:nvSpPr>
          <p:cNvPr id="12" name="任意多边形: 形状 11">
            <a:extLst>
              <a:ext uri="{FF2B5EF4-FFF2-40B4-BE49-F238E27FC236}">
                <a16:creationId xmlns:a16="http://schemas.microsoft.com/office/drawing/2014/main" id="{594C9553-8C86-4F56-BFAA-6841D4900940}"/>
              </a:ext>
            </a:extLst>
          </p:cNvPr>
          <p:cNvSpPr/>
          <p:nvPr/>
        </p:nvSpPr>
        <p:spPr bwMode="auto">
          <a:xfrm>
            <a:off x="1323769" y="2215465"/>
            <a:ext cx="4755459" cy="3755241"/>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3333CC">
                  <a:alpha val="20000"/>
                </a:srgbClr>
              </a:gs>
              <a:gs pos="100000">
                <a:srgbClr val="3333CC">
                  <a:alpha val="20000"/>
                </a:srgbClr>
              </a:gs>
              <a:gs pos="48000">
                <a:schemeClr val="bg1">
                  <a:alpha val="0"/>
                </a:schemeClr>
              </a:gs>
            </a:gsLst>
            <a:lin ang="13500000" scaled="0"/>
          </a:gradFill>
          <a:ln w="12700" cap="flat" cmpd="sng" algn="ctr">
            <a:solidFill>
              <a:schemeClr val="bg1">
                <a:lumMod val="65000"/>
              </a:schemeClr>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defRPr/>
            </a:pPr>
            <a:endParaRPr kumimoji="1"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实时编译的优势</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250053" y="1117866"/>
            <a:ext cx="5438775" cy="635694"/>
          </a:xfrm>
        </p:spPr>
        <p:txBody>
          <a:bodyPr/>
          <a:lstStyle/>
          <a:p>
            <a:pPr marL="0" indent="0">
              <a:buNone/>
            </a:pPr>
            <a:r>
              <a:rPr lang="en-US" altLang="zh-CN" sz="2400" b="1" dirty="0">
                <a:solidFill>
                  <a:srgbClr val="6F1687"/>
                </a:solidFill>
                <a:latin typeface="微软雅黑" panose="020B0503020204020204" pitchFamily="34" charset="-122"/>
                <a:ea typeface="微软雅黑" panose="020B0503020204020204" pitchFamily="34" charset="-122"/>
              </a:rPr>
              <a:t>1. </a:t>
            </a:r>
            <a:r>
              <a:rPr lang="zh-CN" altLang="en-US" sz="2400" b="1" dirty="0">
                <a:solidFill>
                  <a:srgbClr val="6F1687"/>
                </a:solidFill>
                <a:latin typeface="微软雅黑" panose="020B0503020204020204" pitchFamily="34" charset="-122"/>
                <a:ea typeface="微软雅黑" panose="020B0503020204020204" pitchFamily="34" charset="-122"/>
              </a:rPr>
              <a:t>避免不必要的判断步骤 </a:t>
            </a:r>
            <a:endParaRPr kumimoji="1" lang="zh-CN" altLang="en-US" sz="2400" b="1" dirty="0">
              <a:solidFill>
                <a:srgbClr val="6F1687"/>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BBD6256C-CC5B-44A7-A18D-F8226D8D5458}"/>
              </a:ext>
            </a:extLst>
          </p:cNvPr>
          <p:cNvSpPr txBox="1"/>
          <p:nvPr/>
        </p:nvSpPr>
        <p:spPr>
          <a:xfrm>
            <a:off x="1414256" y="2308280"/>
            <a:ext cx="4612779" cy="3539430"/>
          </a:xfrm>
          <a:prstGeom prst="rect">
            <a:avLst/>
          </a:prstGeom>
          <a:solidFill>
            <a:schemeClr val="bg1">
              <a:lumMod val="95000"/>
            </a:schemeClr>
          </a:solidFill>
        </p:spPr>
        <p:txBody>
          <a:bodyPr wrap="square" rtlCol="0">
            <a:spAutoFit/>
          </a:bodyPr>
          <a:lstStyle/>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void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MyTuple</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(char* tuple)</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for (int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i</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 0;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i</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&lt;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num_slots</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_;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i</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char* slot = tuple + offsets_[</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i</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switch(types_[</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i</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case INT:</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*slot =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ParseInt</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break;</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case FLOAT: …</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case STRING: …</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case BOOLEAN: …</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p:txBody>
      </p:sp>
      <p:sp>
        <p:nvSpPr>
          <p:cNvPr id="5" name="文本框 4">
            <a:extLst>
              <a:ext uri="{FF2B5EF4-FFF2-40B4-BE49-F238E27FC236}">
                <a16:creationId xmlns:a16="http://schemas.microsoft.com/office/drawing/2014/main" id="{22FDC724-C2F3-4A1A-A3CA-250A7F86E51D}"/>
              </a:ext>
            </a:extLst>
          </p:cNvPr>
          <p:cNvSpPr txBox="1"/>
          <p:nvPr/>
        </p:nvSpPr>
        <p:spPr>
          <a:xfrm>
            <a:off x="6580532" y="2388340"/>
            <a:ext cx="4114799" cy="1569660"/>
          </a:xfrm>
          <a:prstGeom prst="rect">
            <a:avLst/>
          </a:prstGeom>
          <a:solidFill>
            <a:schemeClr val="bg1">
              <a:lumMod val="95000"/>
            </a:schemeClr>
          </a:solidFill>
        </p:spPr>
        <p:txBody>
          <a:bodyPr wrap="square" rtlCol="0">
            <a:spAutoFit/>
          </a:bodyPr>
          <a:lstStyle/>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void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MyTuple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(char* tuple)</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*(tuple + 0)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ParseBoolean</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*(tuple + 1)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ParseInt</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*(tuple + 5)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ParseFloat</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t>
            </a:r>
          </a:p>
        </p:txBody>
      </p:sp>
      <p:sp>
        <p:nvSpPr>
          <p:cNvPr id="8" name="灯片编号占位符 7">
            <a:extLst>
              <a:ext uri="{FF2B5EF4-FFF2-40B4-BE49-F238E27FC236}">
                <a16:creationId xmlns:a16="http://schemas.microsoft.com/office/drawing/2014/main" id="{A2733987-5FFF-475C-9A8F-8A193C3826A6}"/>
              </a:ext>
            </a:extLst>
          </p:cNvPr>
          <p:cNvSpPr>
            <a:spLocks noGrp="1"/>
          </p:cNvSpPr>
          <p:nvPr>
            <p:ph type="sldNum" sz="quarter" idx="12"/>
          </p:nvPr>
        </p:nvSpPr>
        <p:spPr>
          <a:xfrm>
            <a:off x="11571088" y="6517146"/>
            <a:ext cx="765605" cy="476250"/>
          </a:xfrm>
        </p:spPr>
        <p:txBody>
          <a:bodyPr/>
          <a:lstStyle/>
          <a:p>
            <a:fld id="{4B0D34C0-35A8-654C-9FBA-7B4E017BD630}" type="slidenum">
              <a:rPr lang="en-US" altLang="zh-CN" smtClean="0"/>
              <a:t>67</a:t>
            </a:fld>
            <a:endParaRPr kumimoji="1" lang="zh-CN" altLang="en-US"/>
          </a:p>
        </p:txBody>
      </p:sp>
      <p:sp>
        <p:nvSpPr>
          <p:cNvPr id="9" name="页脚占位符 8">
            <a:extLst>
              <a:ext uri="{FF2B5EF4-FFF2-40B4-BE49-F238E27FC236}">
                <a16:creationId xmlns:a16="http://schemas.microsoft.com/office/drawing/2014/main" id="{D7416EF8-7F6C-C5AE-A799-A1EA9B1B7C49}"/>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5066152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任意多边形: 形状 38">
            <a:extLst>
              <a:ext uri="{FF2B5EF4-FFF2-40B4-BE49-F238E27FC236}">
                <a16:creationId xmlns:a16="http://schemas.microsoft.com/office/drawing/2014/main" id="{AE26C22F-E4C9-432C-BD84-C59B00C806DB}"/>
              </a:ext>
            </a:extLst>
          </p:cNvPr>
          <p:cNvSpPr/>
          <p:nvPr/>
        </p:nvSpPr>
        <p:spPr bwMode="auto">
          <a:xfrm>
            <a:off x="6182554" y="3471428"/>
            <a:ext cx="4755459" cy="415498"/>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solidFill>
            <a:srgbClr val="3333CC"/>
          </a:solidFill>
          <a:ln w="254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实时编译</a:t>
            </a:r>
          </a:p>
        </p:txBody>
      </p:sp>
      <p:sp>
        <p:nvSpPr>
          <p:cNvPr id="40" name="任意多边形: 形状 39">
            <a:extLst>
              <a:ext uri="{FF2B5EF4-FFF2-40B4-BE49-F238E27FC236}">
                <a16:creationId xmlns:a16="http://schemas.microsoft.com/office/drawing/2014/main" id="{C2EF9C7A-BF74-46E7-A731-B3ED93DACFDB}"/>
              </a:ext>
            </a:extLst>
          </p:cNvPr>
          <p:cNvSpPr/>
          <p:nvPr/>
        </p:nvSpPr>
        <p:spPr bwMode="auto">
          <a:xfrm>
            <a:off x="6182554" y="3886926"/>
            <a:ext cx="4755459" cy="2187411"/>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3333CC">
                  <a:alpha val="20000"/>
                </a:srgbClr>
              </a:gs>
              <a:gs pos="100000">
                <a:srgbClr val="3333CC">
                  <a:alpha val="20000"/>
                </a:srgbClr>
              </a:gs>
              <a:gs pos="48000">
                <a:schemeClr val="bg1">
                  <a:alpha val="0"/>
                </a:schemeClr>
              </a:gs>
            </a:gsLst>
            <a:lin ang="13500000" scaled="0"/>
          </a:gradFill>
          <a:ln w="12700" cap="flat" cmpd="sng" algn="ctr">
            <a:solidFill>
              <a:schemeClr val="bg1">
                <a:lumMod val="65000"/>
              </a:schemeClr>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defRPr/>
            </a:pPr>
            <a:endParaRPr kumimoji="1"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41" name="任意多边形: 形状 40">
            <a:extLst>
              <a:ext uri="{FF2B5EF4-FFF2-40B4-BE49-F238E27FC236}">
                <a16:creationId xmlns:a16="http://schemas.microsoft.com/office/drawing/2014/main" id="{D8291687-385F-4716-847B-C5CB73FA09A0}"/>
              </a:ext>
            </a:extLst>
          </p:cNvPr>
          <p:cNvSpPr/>
          <p:nvPr/>
        </p:nvSpPr>
        <p:spPr bwMode="auto">
          <a:xfrm>
            <a:off x="1246120" y="3471428"/>
            <a:ext cx="4755459" cy="415498"/>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solidFill>
            <a:srgbClr val="3333CC"/>
          </a:solidFill>
          <a:ln w="254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预先编译</a:t>
            </a:r>
          </a:p>
        </p:txBody>
      </p:sp>
      <p:sp>
        <p:nvSpPr>
          <p:cNvPr id="42" name="任意多边形: 形状 41">
            <a:extLst>
              <a:ext uri="{FF2B5EF4-FFF2-40B4-BE49-F238E27FC236}">
                <a16:creationId xmlns:a16="http://schemas.microsoft.com/office/drawing/2014/main" id="{12F7A74D-1122-42DA-91B7-4B57B47B980F}"/>
              </a:ext>
            </a:extLst>
          </p:cNvPr>
          <p:cNvSpPr/>
          <p:nvPr/>
        </p:nvSpPr>
        <p:spPr bwMode="auto">
          <a:xfrm>
            <a:off x="1246120" y="3886926"/>
            <a:ext cx="4755459" cy="2187411"/>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3333CC">
                  <a:alpha val="20000"/>
                </a:srgbClr>
              </a:gs>
              <a:gs pos="100000">
                <a:srgbClr val="3333CC">
                  <a:alpha val="20000"/>
                </a:srgbClr>
              </a:gs>
              <a:gs pos="48000">
                <a:schemeClr val="bg1">
                  <a:alpha val="0"/>
                </a:schemeClr>
              </a:gs>
            </a:gsLst>
            <a:lin ang="13500000" scaled="0"/>
          </a:gradFill>
          <a:ln w="12700" cap="flat" cmpd="sng" algn="ctr">
            <a:solidFill>
              <a:schemeClr val="bg1">
                <a:lumMod val="65000"/>
              </a:schemeClr>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defRPr/>
            </a:pPr>
            <a:endParaRPr kumimoji="1"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38" name="任意多边形: 形状 37">
            <a:extLst>
              <a:ext uri="{FF2B5EF4-FFF2-40B4-BE49-F238E27FC236}">
                <a16:creationId xmlns:a16="http://schemas.microsoft.com/office/drawing/2014/main" id="{60D6CB25-F8CF-4D23-BA79-2B15A6C8AB69}"/>
              </a:ext>
            </a:extLst>
          </p:cNvPr>
          <p:cNvSpPr/>
          <p:nvPr/>
        </p:nvSpPr>
        <p:spPr bwMode="auto">
          <a:xfrm>
            <a:off x="1244462" y="1540645"/>
            <a:ext cx="9703076" cy="1764915"/>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实时编译的优势</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233269" y="1014235"/>
            <a:ext cx="3400425" cy="635694"/>
          </a:xfrm>
        </p:spPr>
        <p:txBody>
          <a:bodyPr/>
          <a:lstStyle/>
          <a:p>
            <a:pPr marL="0" indent="0">
              <a:buNone/>
            </a:pPr>
            <a:r>
              <a:rPr lang="en-US" altLang="zh-CN" sz="2400" b="1" dirty="0">
                <a:solidFill>
                  <a:srgbClr val="6F1687"/>
                </a:solidFill>
                <a:latin typeface="微软雅黑" panose="020B0503020204020204" pitchFamily="34" charset="-122"/>
                <a:ea typeface="微软雅黑" panose="020B0503020204020204" pitchFamily="34" charset="-122"/>
              </a:rPr>
              <a:t>2. </a:t>
            </a:r>
            <a:r>
              <a:rPr lang="zh-CN" altLang="en-US" sz="2400" b="1" dirty="0">
                <a:solidFill>
                  <a:srgbClr val="6F1687"/>
                </a:solidFill>
                <a:latin typeface="微软雅黑" panose="020B0503020204020204" pitchFamily="34" charset="-122"/>
                <a:ea typeface="微软雅黑" panose="020B0503020204020204" pitchFamily="34" charset="-122"/>
              </a:rPr>
              <a:t>优化表达式的计算</a:t>
            </a:r>
            <a:endParaRPr kumimoji="1" lang="zh-CN" altLang="en-US" sz="2400" b="1" dirty="0">
              <a:solidFill>
                <a:srgbClr val="6F1687"/>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BBD6256C-CC5B-44A7-A18D-F8226D8D5458}"/>
              </a:ext>
            </a:extLst>
          </p:cNvPr>
          <p:cNvSpPr txBox="1"/>
          <p:nvPr/>
        </p:nvSpPr>
        <p:spPr>
          <a:xfrm>
            <a:off x="1453043" y="4053349"/>
            <a:ext cx="4341613" cy="1600438"/>
          </a:xfrm>
          <a:prstGeom prst="rect">
            <a:avLst/>
          </a:prstGeom>
          <a:solidFill>
            <a:schemeClr val="bg1">
              <a:lumMod val="95000"/>
            </a:schemeClr>
          </a:solidFill>
        </p:spPr>
        <p:txBody>
          <a:bodyPr wrap="square" rtlCol="0">
            <a:spAutoFit/>
          </a:bodyPr>
          <a:lstStyle/>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indirect call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ExecEvalFunc</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Left = indirect call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ExecEvalFunc</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X = indirect call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ExecEvalVar</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Y = indirect call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ExecEvalVar</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return int8pl(X, Y)</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Right = indirect call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ExecEvalConst</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(100)</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return int8gt(Left, Right)</a:t>
            </a:r>
          </a:p>
        </p:txBody>
      </p:sp>
      <p:sp>
        <p:nvSpPr>
          <p:cNvPr id="5" name="文本框 4">
            <a:extLst>
              <a:ext uri="{FF2B5EF4-FFF2-40B4-BE49-F238E27FC236}">
                <a16:creationId xmlns:a16="http://schemas.microsoft.com/office/drawing/2014/main" id="{22FDC724-C2F3-4A1A-A3CA-250A7F86E51D}"/>
              </a:ext>
            </a:extLst>
          </p:cNvPr>
          <p:cNvSpPr txBox="1"/>
          <p:nvPr/>
        </p:nvSpPr>
        <p:spPr>
          <a:xfrm>
            <a:off x="6787863" y="4073035"/>
            <a:ext cx="3544841" cy="1815882"/>
          </a:xfrm>
          <a:prstGeom prst="rect">
            <a:avLst/>
          </a:prstGeom>
          <a:solidFill>
            <a:schemeClr val="bg1">
              <a:lumMod val="95000"/>
            </a:schemeClr>
          </a:solidFill>
        </p:spPr>
        <p:txBody>
          <a:bodyPr wrap="square" rtlCol="0">
            <a:spAutoFit/>
          </a:bodyPr>
          <a:lstStyle/>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define i1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ExecQual</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%x = load &amp;</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X.attr</a:t>
            </a:r>
            <a:endParaRPr lang="en-US" altLang="zh-CN" sz="14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%y = load &amp;</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Y.attr</a:t>
            </a:r>
            <a:endParaRPr lang="en-US" altLang="zh-CN" sz="14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%pl = llvm.int8pl(%x, %y)</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gt</a:t>
            </a:r>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 llvm.int8gt(%pl, 100)</a:t>
            </a: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    ret %</a:t>
            </a:r>
            <a:r>
              <a:rPr lang="en-US" altLang="zh-CN" sz="1400" dirty="0" err="1">
                <a:latin typeface="微软雅黑" panose="020B0503020204020204" pitchFamily="34" charset="-122"/>
                <a:ea typeface="微软雅黑" panose="020B0503020204020204" pitchFamily="34" charset="-122"/>
                <a:cs typeface="Courier New" panose="02070309020205020404" pitchFamily="49" charset="0"/>
              </a:rPr>
              <a:t>gt</a:t>
            </a:r>
            <a:endParaRPr lang="en-US" altLang="zh-CN" sz="14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400" dirty="0">
                <a:latin typeface="微软雅黑" panose="020B0503020204020204" pitchFamily="34" charset="-122"/>
                <a:ea typeface="微软雅黑" panose="020B0503020204020204" pitchFamily="34" charset="-122"/>
                <a:cs typeface="Courier New" panose="02070309020205020404" pitchFamily="49" charset="0"/>
              </a:rPr>
              <a:t>}</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2CE3D9D-D2E2-4CE8-99AA-7AFD5DEA69EE}"/>
                  </a:ext>
                </a:extLst>
              </p:cNvPr>
              <p:cNvSpPr txBox="1"/>
              <p:nvPr/>
            </p:nvSpPr>
            <p:spPr>
              <a:xfrm>
                <a:off x="1998356" y="2370171"/>
                <a:ext cx="3488199" cy="369332"/>
              </a:xfrm>
              <a:prstGeom prst="rect">
                <a:avLst/>
              </a:prstGeom>
              <a:noFill/>
            </p:spPr>
            <p:txBody>
              <a:bodyPr wrap="none" rtlCol="0">
                <a:spAutoFit/>
              </a:bodyPr>
              <a:lstStyle/>
              <a:p>
                <a:r>
                  <a:rPr lang="zh-CN" altLang="zh-CN" dirty="0">
                    <a:latin typeface="微软雅黑" panose="020B0503020204020204" pitchFamily="34" charset="-122"/>
                    <a:ea typeface="微软雅黑" panose="020B0503020204020204" pitchFamily="34" charset="-122"/>
                  </a:rPr>
                  <a:t>以表达式“</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&gt;100</m:t>
                    </m:r>
                  </m:oMath>
                </a14:m>
                <a:r>
                  <a:rPr lang="zh-CN" altLang="zh-CN" dirty="0">
                    <a:latin typeface="微软雅黑" panose="020B0503020204020204" pitchFamily="34" charset="-122"/>
                    <a:ea typeface="微软雅黑" panose="020B0503020204020204" pitchFamily="34" charset="-122"/>
                  </a:rPr>
                  <a:t>”为例</a:t>
                </a:r>
                <a:r>
                  <a:rPr lang="zh-CN" altLang="en-US" dirty="0">
                    <a:latin typeface="微软雅黑" panose="020B0503020204020204" pitchFamily="34" charset="-122"/>
                    <a:ea typeface="微软雅黑" panose="020B0503020204020204" pitchFamily="34" charset="-122"/>
                  </a:rPr>
                  <a:t>：</a:t>
                </a:r>
              </a:p>
            </p:txBody>
          </p:sp>
        </mc:Choice>
        <mc:Fallback xmlns="">
          <p:sp>
            <p:nvSpPr>
              <p:cNvPr id="8" name="文本框 7">
                <a:extLst>
                  <a:ext uri="{FF2B5EF4-FFF2-40B4-BE49-F238E27FC236}">
                    <a16:creationId xmlns:a16="http://schemas.microsoft.com/office/drawing/2014/main" id="{C2CE3D9D-D2E2-4CE8-99AA-7AFD5DEA69EE}"/>
                  </a:ext>
                </a:extLst>
              </p:cNvPr>
              <p:cNvSpPr txBox="1">
                <a:spLocks noRot="1" noChangeAspect="1" noMove="1" noResize="1" noEditPoints="1" noAdjustHandles="1" noChangeArrowheads="1" noChangeShapeType="1" noTextEdit="1"/>
              </p:cNvSpPr>
              <p:nvPr/>
            </p:nvSpPr>
            <p:spPr>
              <a:xfrm>
                <a:off x="1998356" y="2370171"/>
                <a:ext cx="3488199" cy="369332"/>
              </a:xfrm>
              <a:prstGeom prst="rect">
                <a:avLst/>
              </a:prstGeom>
              <a:blipFill>
                <a:blip r:embed="rId3"/>
                <a:stretch>
                  <a:fillRect l="-1573" t="-10000" r="-874" b="-26667"/>
                </a:stretch>
              </a:blipFill>
            </p:spPr>
            <p:txBody>
              <a:bodyPr/>
              <a:lstStyle/>
              <a:p>
                <a:r>
                  <a:rPr lang="zh-CN" altLang="en-US">
                    <a:noFill/>
                  </a:rPr>
                  <a:t> </a:t>
                </a:r>
              </a:p>
            </p:txBody>
          </p:sp>
        </mc:Fallback>
      </mc:AlternateContent>
      <p:grpSp>
        <p:nvGrpSpPr>
          <p:cNvPr id="11" name="组合 10">
            <a:extLst>
              <a:ext uri="{FF2B5EF4-FFF2-40B4-BE49-F238E27FC236}">
                <a16:creationId xmlns:a16="http://schemas.microsoft.com/office/drawing/2014/main" id="{5471B086-AC4C-4EE3-9FEF-2B2DFD8314C6}"/>
              </a:ext>
            </a:extLst>
          </p:cNvPr>
          <p:cNvGrpSpPr/>
          <p:nvPr/>
        </p:nvGrpSpPr>
        <p:grpSpPr>
          <a:xfrm>
            <a:off x="6311623" y="1592411"/>
            <a:ext cx="3063151" cy="1544374"/>
            <a:chOff x="6311623" y="1188036"/>
            <a:chExt cx="3063151" cy="1852151"/>
          </a:xfrm>
        </p:grpSpPr>
        <mc:AlternateContent xmlns:mc="http://schemas.openxmlformats.org/markup-compatibility/2006" xmlns:a14="http://schemas.microsoft.com/office/drawing/2010/main">
          <mc:Choice Requires="a14">
            <p:sp>
              <p:nvSpPr>
                <p:cNvPr id="23" name="矩形: 圆角 22">
                  <a:extLst>
                    <a:ext uri="{FF2B5EF4-FFF2-40B4-BE49-F238E27FC236}">
                      <a16:creationId xmlns:a16="http://schemas.microsoft.com/office/drawing/2014/main" id="{6E941EFC-47A7-4150-8523-C2AB1620ED81}"/>
                    </a:ext>
                  </a:extLst>
                </p:cNvPr>
                <p:cNvSpPr/>
                <p:nvPr/>
              </p:nvSpPr>
              <p:spPr>
                <a:xfrm>
                  <a:off x="6385112" y="2639632"/>
                  <a:ext cx="583465" cy="40055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sz="2000" b="0" i="1" smtClean="0">
                            <a:latin typeface="Cambria Math" panose="02040503050406030204" pitchFamily="18" charset="0"/>
                            <a:cs typeface="Courier New" panose="02070309020205020404" pitchFamily="49" charset="0"/>
                          </a:rPr>
                          <m:t>   </m:t>
                        </m:r>
                        <m:r>
                          <a:rPr lang="en-US" altLang="zh-CN" sz="2000" b="0" i="1" smtClean="0">
                            <a:latin typeface="Cambria Math" panose="02040503050406030204" pitchFamily="18" charset="0"/>
                            <a:cs typeface="Courier New" panose="02070309020205020404" pitchFamily="49" charset="0"/>
                          </a:rPr>
                          <m:t>𝑋</m:t>
                        </m:r>
                      </m:oMath>
                    </m:oMathPara>
                  </a14:m>
                  <a:endParaRPr lang="zh-CN" altLang="en-US" sz="2000" dirty="0">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3" name="矩形: 圆角 22">
                  <a:extLst>
                    <a:ext uri="{FF2B5EF4-FFF2-40B4-BE49-F238E27FC236}">
                      <a16:creationId xmlns:a16="http://schemas.microsoft.com/office/drawing/2014/main" id="{6E941EFC-47A7-4150-8523-C2AB1620ED81}"/>
                    </a:ext>
                  </a:extLst>
                </p:cNvPr>
                <p:cNvSpPr>
                  <a:spLocks noRot="1" noChangeAspect="1" noMove="1" noResize="1" noEditPoints="1" noAdjustHandles="1" noChangeArrowheads="1" noChangeShapeType="1" noTextEdit="1"/>
                </p:cNvSpPr>
                <p:nvPr/>
              </p:nvSpPr>
              <p:spPr>
                <a:xfrm>
                  <a:off x="6385112" y="2639632"/>
                  <a:ext cx="583465" cy="400555"/>
                </a:xfrm>
                <a:prstGeom prst="round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圆角 23">
                  <a:extLst>
                    <a:ext uri="{FF2B5EF4-FFF2-40B4-BE49-F238E27FC236}">
                      <a16:creationId xmlns:a16="http://schemas.microsoft.com/office/drawing/2014/main" id="{8C1B05F4-39DA-4B59-8F98-F3DB66DC18A1}"/>
                    </a:ext>
                  </a:extLst>
                </p:cNvPr>
                <p:cNvSpPr/>
                <p:nvPr/>
              </p:nvSpPr>
              <p:spPr>
                <a:xfrm>
                  <a:off x="7558307" y="1188036"/>
                  <a:ext cx="583465" cy="40055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sz="2000" b="0" i="1" smtClean="0">
                            <a:latin typeface="Cambria Math" panose="02040503050406030204" pitchFamily="18" charset="0"/>
                            <a:cs typeface="Courier New" panose="02070309020205020404" pitchFamily="49" charset="0"/>
                          </a:rPr>
                          <m:t>   &gt;</m:t>
                        </m:r>
                      </m:oMath>
                    </m:oMathPara>
                  </a14:m>
                  <a:endParaRPr lang="zh-CN" altLang="en-US" sz="2000" dirty="0">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4" name="矩形: 圆角 23">
                  <a:extLst>
                    <a:ext uri="{FF2B5EF4-FFF2-40B4-BE49-F238E27FC236}">
                      <a16:creationId xmlns:a16="http://schemas.microsoft.com/office/drawing/2014/main" id="{8C1B05F4-39DA-4B59-8F98-F3DB66DC18A1}"/>
                    </a:ext>
                  </a:extLst>
                </p:cNvPr>
                <p:cNvSpPr>
                  <a:spLocks noRot="1" noChangeAspect="1" noMove="1" noResize="1" noEditPoints="1" noAdjustHandles="1" noChangeArrowheads="1" noChangeShapeType="1" noTextEdit="1"/>
                </p:cNvSpPr>
                <p:nvPr/>
              </p:nvSpPr>
              <p:spPr>
                <a:xfrm>
                  <a:off x="7558307" y="1188036"/>
                  <a:ext cx="583465" cy="400555"/>
                </a:xfrm>
                <a:prstGeom prst="round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圆角 24">
                  <a:extLst>
                    <a:ext uri="{FF2B5EF4-FFF2-40B4-BE49-F238E27FC236}">
                      <a16:creationId xmlns:a16="http://schemas.microsoft.com/office/drawing/2014/main" id="{292A90ED-1CFA-4999-AA78-45E0B4D235A3}"/>
                    </a:ext>
                  </a:extLst>
                </p:cNvPr>
                <p:cNvSpPr/>
                <p:nvPr/>
              </p:nvSpPr>
              <p:spPr>
                <a:xfrm>
                  <a:off x="6968577" y="1913834"/>
                  <a:ext cx="583465" cy="40055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sz="2000" b="0" i="1" smtClean="0">
                            <a:latin typeface="Cambria Math" panose="02040503050406030204" pitchFamily="18" charset="0"/>
                            <a:cs typeface="Courier New" panose="02070309020205020404" pitchFamily="49" charset="0"/>
                          </a:rPr>
                          <m:t>   +</m:t>
                        </m:r>
                      </m:oMath>
                    </m:oMathPara>
                  </a14:m>
                  <a:endParaRPr lang="zh-CN" altLang="en-US" sz="2000" dirty="0">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5" name="矩形: 圆角 24">
                  <a:extLst>
                    <a:ext uri="{FF2B5EF4-FFF2-40B4-BE49-F238E27FC236}">
                      <a16:creationId xmlns:a16="http://schemas.microsoft.com/office/drawing/2014/main" id="{292A90ED-1CFA-4999-AA78-45E0B4D235A3}"/>
                    </a:ext>
                  </a:extLst>
                </p:cNvPr>
                <p:cNvSpPr>
                  <a:spLocks noRot="1" noChangeAspect="1" noMove="1" noResize="1" noEditPoints="1" noAdjustHandles="1" noChangeArrowheads="1" noChangeShapeType="1" noTextEdit="1"/>
                </p:cNvSpPr>
                <p:nvPr/>
              </p:nvSpPr>
              <p:spPr>
                <a:xfrm>
                  <a:off x="6968577" y="1913834"/>
                  <a:ext cx="583465" cy="400555"/>
                </a:xfrm>
                <a:prstGeom prst="round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圆角 25">
                  <a:extLst>
                    <a:ext uri="{FF2B5EF4-FFF2-40B4-BE49-F238E27FC236}">
                      <a16:creationId xmlns:a16="http://schemas.microsoft.com/office/drawing/2014/main" id="{270FAB6D-6749-4F55-923F-E0FDF5E8ED4C}"/>
                    </a:ext>
                  </a:extLst>
                </p:cNvPr>
                <p:cNvSpPr/>
                <p:nvPr/>
              </p:nvSpPr>
              <p:spPr>
                <a:xfrm>
                  <a:off x="7558306" y="2639632"/>
                  <a:ext cx="583465" cy="40055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sz="2000" b="0" i="1" smtClean="0">
                            <a:latin typeface="Cambria Math" panose="02040503050406030204" pitchFamily="18" charset="0"/>
                            <a:cs typeface="Courier New" panose="02070309020205020404" pitchFamily="49" charset="0"/>
                          </a:rPr>
                          <m:t>   </m:t>
                        </m:r>
                        <m:r>
                          <a:rPr lang="en-US" altLang="zh-CN" sz="2000" b="0" i="1" smtClean="0">
                            <a:latin typeface="Cambria Math" panose="02040503050406030204" pitchFamily="18" charset="0"/>
                            <a:cs typeface="Courier New" panose="02070309020205020404" pitchFamily="49" charset="0"/>
                          </a:rPr>
                          <m:t>𝑌</m:t>
                        </m:r>
                      </m:oMath>
                    </m:oMathPara>
                  </a14:m>
                  <a:endParaRPr lang="zh-CN" altLang="en-US" sz="2000" dirty="0">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6" name="矩形: 圆角 25">
                  <a:extLst>
                    <a:ext uri="{FF2B5EF4-FFF2-40B4-BE49-F238E27FC236}">
                      <a16:creationId xmlns:a16="http://schemas.microsoft.com/office/drawing/2014/main" id="{270FAB6D-6749-4F55-923F-E0FDF5E8ED4C}"/>
                    </a:ext>
                  </a:extLst>
                </p:cNvPr>
                <p:cNvSpPr>
                  <a:spLocks noRot="1" noChangeAspect="1" noMove="1" noResize="1" noEditPoints="1" noAdjustHandles="1" noChangeArrowheads="1" noChangeShapeType="1" noTextEdit="1"/>
                </p:cNvSpPr>
                <p:nvPr/>
              </p:nvSpPr>
              <p:spPr>
                <a:xfrm>
                  <a:off x="7558306" y="2639632"/>
                  <a:ext cx="583465" cy="400555"/>
                </a:xfrm>
                <a:prstGeom prst="round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圆角 26">
                  <a:extLst>
                    <a:ext uri="{FF2B5EF4-FFF2-40B4-BE49-F238E27FC236}">
                      <a16:creationId xmlns:a16="http://schemas.microsoft.com/office/drawing/2014/main" id="{600E7282-3F01-4D2B-8358-D1AD8B9FF2FD}"/>
                    </a:ext>
                  </a:extLst>
                </p:cNvPr>
                <p:cNvSpPr/>
                <p:nvPr/>
              </p:nvSpPr>
              <p:spPr>
                <a:xfrm>
                  <a:off x="8141772" y="1913834"/>
                  <a:ext cx="583465" cy="40055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sz="2000" i="1" smtClean="0">
                            <a:latin typeface="Cambria Math" panose="02040503050406030204" pitchFamily="18" charset="0"/>
                            <a:cs typeface="Courier New" panose="02070309020205020404" pitchFamily="49" charset="0"/>
                          </a:rPr>
                          <m:t> </m:t>
                        </m:r>
                        <m:r>
                          <a:rPr lang="en-US" altLang="zh-CN" sz="2000" b="0" i="1" smtClean="0">
                            <a:latin typeface="Cambria Math" panose="02040503050406030204" pitchFamily="18" charset="0"/>
                            <a:cs typeface="Courier New" panose="02070309020205020404" pitchFamily="49" charset="0"/>
                          </a:rPr>
                          <m:t>  100</m:t>
                        </m:r>
                      </m:oMath>
                    </m:oMathPara>
                  </a14:m>
                  <a:endParaRPr lang="zh-CN" altLang="en-US" sz="2000" dirty="0">
                    <a:latin typeface="微软雅黑" panose="020B0503020204020204" pitchFamily="34" charset="-122"/>
                    <a:ea typeface="微软雅黑" panose="020B0503020204020204" pitchFamily="34" charset="-122"/>
                    <a:cs typeface="Courier New" panose="02070309020205020404" pitchFamily="49" charset="0"/>
                  </a:endParaRPr>
                </a:p>
              </p:txBody>
            </p:sp>
          </mc:Choice>
          <mc:Fallback xmlns="">
            <p:sp>
              <p:nvSpPr>
                <p:cNvPr id="27" name="矩形: 圆角 26">
                  <a:extLst>
                    <a:ext uri="{FF2B5EF4-FFF2-40B4-BE49-F238E27FC236}">
                      <a16:creationId xmlns:a16="http://schemas.microsoft.com/office/drawing/2014/main" id="{600E7282-3F01-4D2B-8358-D1AD8B9FF2FD}"/>
                    </a:ext>
                  </a:extLst>
                </p:cNvPr>
                <p:cNvSpPr>
                  <a:spLocks noRot="1" noChangeAspect="1" noMove="1" noResize="1" noEditPoints="1" noAdjustHandles="1" noChangeArrowheads="1" noChangeShapeType="1" noTextEdit="1"/>
                </p:cNvSpPr>
                <p:nvPr/>
              </p:nvSpPr>
              <p:spPr>
                <a:xfrm>
                  <a:off x="8141772" y="1913834"/>
                  <a:ext cx="583465" cy="400555"/>
                </a:xfrm>
                <a:prstGeom prst="roundRect">
                  <a:avLst/>
                </a:prstGeom>
                <a:blipFill>
                  <a:blip r:embed="rId8"/>
                  <a:stretch>
                    <a:fillRect/>
                  </a:stretch>
                </a:blipFill>
              </p:spPr>
              <p:txBody>
                <a:bodyPr/>
                <a:lstStyle/>
                <a:p>
                  <a:r>
                    <a:rPr lang="zh-CN" altLang="en-US">
                      <a:noFill/>
                    </a:rPr>
                    <a:t> </a:t>
                  </a:r>
                </a:p>
              </p:txBody>
            </p:sp>
          </mc:Fallback>
        </mc:AlternateContent>
        <p:sp>
          <p:nvSpPr>
            <p:cNvPr id="28" name="文本框 27">
              <a:extLst>
                <a:ext uri="{FF2B5EF4-FFF2-40B4-BE49-F238E27FC236}">
                  <a16:creationId xmlns:a16="http://schemas.microsoft.com/office/drawing/2014/main" id="{ED40B3E6-BA29-486C-B490-9C69AEBDB559}"/>
                </a:ext>
              </a:extLst>
            </p:cNvPr>
            <p:cNvSpPr txBox="1"/>
            <p:nvPr/>
          </p:nvSpPr>
          <p:spPr>
            <a:xfrm>
              <a:off x="6882852" y="2732410"/>
              <a:ext cx="444032" cy="307777"/>
            </a:xfrm>
            <a:prstGeom prst="rect">
              <a:avLst/>
            </a:prstGeom>
            <a:noFill/>
          </p:spPr>
          <p:txBody>
            <a:bodyPr wrap="none" rtlCol="0">
              <a:spAutoFit/>
            </a:bodyPr>
            <a:lstStyle/>
            <a:p>
              <a:r>
                <a:rPr lang="en-US" sz="1400" dirty="0">
                  <a:latin typeface="微软雅黑" panose="020B0503020204020204" pitchFamily="34" charset="-122"/>
                  <a:ea typeface="微软雅黑" panose="020B0503020204020204" pitchFamily="34" charset="-122"/>
                </a:rPr>
                <a:t>var</a:t>
              </a:r>
            </a:p>
          </p:txBody>
        </p:sp>
        <p:sp>
          <p:nvSpPr>
            <p:cNvPr id="29" name="文本框 28">
              <a:extLst>
                <a:ext uri="{FF2B5EF4-FFF2-40B4-BE49-F238E27FC236}">
                  <a16:creationId xmlns:a16="http://schemas.microsoft.com/office/drawing/2014/main" id="{EBA81CB6-DC15-4651-9DFA-DE8608201B2A}"/>
                </a:ext>
              </a:extLst>
            </p:cNvPr>
            <p:cNvSpPr txBox="1"/>
            <p:nvPr/>
          </p:nvSpPr>
          <p:spPr>
            <a:xfrm>
              <a:off x="8141771" y="2732410"/>
              <a:ext cx="444032" cy="307777"/>
            </a:xfrm>
            <a:prstGeom prst="rect">
              <a:avLst/>
            </a:prstGeom>
            <a:noFill/>
          </p:spPr>
          <p:txBody>
            <a:bodyPr wrap="none" rtlCol="0">
              <a:spAutoFit/>
            </a:bodyPr>
            <a:lstStyle/>
            <a:p>
              <a:r>
                <a:rPr lang="en-US" sz="1400" dirty="0">
                  <a:latin typeface="微软雅黑" panose="020B0503020204020204" pitchFamily="34" charset="-122"/>
                  <a:ea typeface="微软雅黑" panose="020B0503020204020204" pitchFamily="34" charset="-122"/>
                </a:rPr>
                <a:t>var</a:t>
              </a:r>
            </a:p>
          </p:txBody>
        </p:sp>
        <p:sp>
          <p:nvSpPr>
            <p:cNvPr id="30" name="文本框 29">
              <a:extLst>
                <a:ext uri="{FF2B5EF4-FFF2-40B4-BE49-F238E27FC236}">
                  <a16:creationId xmlns:a16="http://schemas.microsoft.com/office/drawing/2014/main" id="{23CC2128-6484-45DF-8AC0-DFBE55066351}"/>
                </a:ext>
              </a:extLst>
            </p:cNvPr>
            <p:cNvSpPr txBox="1"/>
            <p:nvPr/>
          </p:nvSpPr>
          <p:spPr>
            <a:xfrm>
              <a:off x="6311623" y="2006612"/>
              <a:ext cx="679994" cy="307777"/>
            </a:xfrm>
            <a:prstGeom prst="rect">
              <a:avLst/>
            </a:prstGeom>
            <a:noFill/>
          </p:spPr>
          <p:txBody>
            <a:bodyPr wrap="none" rtlCol="0">
              <a:spAutoFit/>
            </a:bodyPr>
            <a:lstStyle/>
            <a:p>
              <a:r>
                <a:rPr lang="en-US" sz="1400" dirty="0">
                  <a:latin typeface="微软雅黑" panose="020B0503020204020204" pitchFamily="34" charset="-122"/>
                  <a:ea typeface="微软雅黑" panose="020B0503020204020204" pitchFamily="34" charset="-122"/>
                </a:rPr>
                <a:t>int8pl</a:t>
              </a:r>
            </a:p>
          </p:txBody>
        </p:sp>
        <p:sp>
          <p:nvSpPr>
            <p:cNvPr id="31" name="文本框 30">
              <a:extLst>
                <a:ext uri="{FF2B5EF4-FFF2-40B4-BE49-F238E27FC236}">
                  <a16:creationId xmlns:a16="http://schemas.microsoft.com/office/drawing/2014/main" id="{79D17E7F-ADC5-4176-9AA0-D9A10C429BE9}"/>
                </a:ext>
              </a:extLst>
            </p:cNvPr>
            <p:cNvSpPr txBox="1"/>
            <p:nvPr/>
          </p:nvSpPr>
          <p:spPr>
            <a:xfrm>
              <a:off x="8725237" y="2006612"/>
              <a:ext cx="649537" cy="307777"/>
            </a:xfrm>
            <a:prstGeom prst="rect">
              <a:avLst/>
            </a:prstGeom>
            <a:noFill/>
          </p:spPr>
          <p:txBody>
            <a:bodyPr wrap="none" rtlCol="0">
              <a:spAutoFit/>
            </a:bodyPr>
            <a:lstStyle/>
            <a:p>
              <a:r>
                <a:rPr lang="en-US" sz="1400" dirty="0">
                  <a:latin typeface="微软雅黑" panose="020B0503020204020204" pitchFamily="34" charset="-122"/>
                  <a:ea typeface="微软雅黑" panose="020B0503020204020204" pitchFamily="34" charset="-122"/>
                </a:rPr>
                <a:t>const</a:t>
              </a:r>
            </a:p>
          </p:txBody>
        </p:sp>
        <p:sp>
          <p:nvSpPr>
            <p:cNvPr id="32" name="文本框 31">
              <a:extLst>
                <a:ext uri="{FF2B5EF4-FFF2-40B4-BE49-F238E27FC236}">
                  <a16:creationId xmlns:a16="http://schemas.microsoft.com/office/drawing/2014/main" id="{1261A904-5903-4C08-A218-4000535D67B1}"/>
                </a:ext>
              </a:extLst>
            </p:cNvPr>
            <p:cNvSpPr txBox="1"/>
            <p:nvPr/>
          </p:nvSpPr>
          <p:spPr>
            <a:xfrm>
              <a:off x="6944247" y="1280814"/>
              <a:ext cx="699230" cy="307777"/>
            </a:xfrm>
            <a:prstGeom prst="rect">
              <a:avLst/>
            </a:prstGeom>
            <a:noFill/>
          </p:spPr>
          <p:txBody>
            <a:bodyPr wrap="none" rtlCol="0">
              <a:spAutoFit/>
            </a:bodyPr>
            <a:lstStyle/>
            <a:p>
              <a:r>
                <a:rPr lang="en-US" sz="1400" dirty="0">
                  <a:latin typeface="微软雅黑" panose="020B0503020204020204" pitchFamily="34" charset="-122"/>
                  <a:ea typeface="微软雅黑" panose="020B0503020204020204" pitchFamily="34" charset="-122"/>
                </a:rPr>
                <a:t>int8gt</a:t>
              </a:r>
            </a:p>
          </p:txBody>
        </p:sp>
        <p:cxnSp>
          <p:nvCxnSpPr>
            <p:cNvPr id="33" name="直接箭头连接符 32">
              <a:extLst>
                <a:ext uri="{FF2B5EF4-FFF2-40B4-BE49-F238E27FC236}">
                  <a16:creationId xmlns:a16="http://schemas.microsoft.com/office/drawing/2014/main" id="{BF4ACA80-2FB2-4C75-B387-070696679AF5}"/>
                </a:ext>
              </a:extLst>
            </p:cNvPr>
            <p:cNvCxnSpPr>
              <a:cxnSpLocks/>
              <a:endCxn id="25" idx="0"/>
            </p:cNvCxnSpPr>
            <p:nvPr/>
          </p:nvCxnSpPr>
          <p:spPr>
            <a:xfrm flipH="1">
              <a:off x="7260310" y="1588591"/>
              <a:ext cx="298657" cy="325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804D2295-1034-457F-B6FE-78A01535AF71}"/>
                </a:ext>
              </a:extLst>
            </p:cNvPr>
            <p:cNvCxnSpPr>
              <a:cxnSpLocks/>
              <a:endCxn id="27" idx="0"/>
            </p:cNvCxnSpPr>
            <p:nvPr/>
          </p:nvCxnSpPr>
          <p:spPr>
            <a:xfrm>
              <a:off x="8141771" y="1588591"/>
              <a:ext cx="291734" cy="325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4EADDDDA-B18E-46C1-A477-D87C4D1DBDAD}"/>
                </a:ext>
              </a:extLst>
            </p:cNvPr>
            <p:cNvCxnSpPr>
              <a:endCxn id="23" idx="0"/>
            </p:cNvCxnSpPr>
            <p:nvPr/>
          </p:nvCxnSpPr>
          <p:spPr>
            <a:xfrm flipH="1">
              <a:off x="6676845" y="2314389"/>
              <a:ext cx="291732" cy="325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D6004633-FEF7-4521-A2FC-1D5087B15BA5}"/>
                </a:ext>
              </a:extLst>
            </p:cNvPr>
            <p:cNvCxnSpPr>
              <a:endCxn id="26" idx="0"/>
            </p:cNvCxnSpPr>
            <p:nvPr/>
          </p:nvCxnSpPr>
          <p:spPr>
            <a:xfrm>
              <a:off x="7552042" y="2314389"/>
              <a:ext cx="297997" cy="325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 name="灯片编号占位符 8">
            <a:extLst>
              <a:ext uri="{FF2B5EF4-FFF2-40B4-BE49-F238E27FC236}">
                <a16:creationId xmlns:a16="http://schemas.microsoft.com/office/drawing/2014/main" id="{CD840B37-890B-49EF-B845-C17D67EB7F2D}"/>
              </a:ext>
            </a:extLst>
          </p:cNvPr>
          <p:cNvSpPr>
            <a:spLocks noGrp="1"/>
          </p:cNvSpPr>
          <p:nvPr>
            <p:ph type="sldNum" sz="quarter" idx="12"/>
          </p:nvPr>
        </p:nvSpPr>
        <p:spPr/>
        <p:txBody>
          <a:bodyPr/>
          <a:lstStyle/>
          <a:p>
            <a:fld id="{4B0D34C0-35A8-654C-9FBA-7B4E017BD630}" type="slidenum">
              <a:rPr lang="en-US" altLang="zh-CN" smtClean="0"/>
              <a:t>68</a:t>
            </a:fld>
            <a:endParaRPr kumimoji="1" lang="zh-CN" altLang="en-US"/>
          </a:p>
        </p:txBody>
      </p:sp>
      <p:sp>
        <p:nvSpPr>
          <p:cNvPr id="10" name="页脚占位符 9">
            <a:extLst>
              <a:ext uri="{FF2B5EF4-FFF2-40B4-BE49-F238E27FC236}">
                <a16:creationId xmlns:a16="http://schemas.microsoft.com/office/drawing/2014/main" id="{B4EFD32E-DA3F-ED44-8081-1656E2F387E7}"/>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13075630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实时编译的优势</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233269" y="1014235"/>
            <a:ext cx="3400425" cy="635694"/>
          </a:xfrm>
        </p:spPr>
        <p:txBody>
          <a:bodyPr/>
          <a:lstStyle/>
          <a:p>
            <a:pPr marL="0" indent="0">
              <a:buNone/>
            </a:pPr>
            <a:r>
              <a:rPr lang="en-US" altLang="zh-CN" sz="2400" b="1" dirty="0">
                <a:solidFill>
                  <a:srgbClr val="6F1687"/>
                </a:solidFill>
                <a:latin typeface="微软雅黑" panose="020B0503020204020204" pitchFamily="34" charset="-122"/>
                <a:ea typeface="微软雅黑" panose="020B0503020204020204" pitchFamily="34" charset="-122"/>
              </a:rPr>
              <a:t>2. </a:t>
            </a:r>
            <a:r>
              <a:rPr lang="zh-CN" altLang="en-US" sz="2400" b="1" dirty="0">
                <a:solidFill>
                  <a:srgbClr val="6F1687"/>
                </a:solidFill>
                <a:latin typeface="微软雅黑" panose="020B0503020204020204" pitchFamily="34" charset="-122"/>
                <a:ea typeface="微软雅黑" panose="020B0503020204020204" pitchFamily="34" charset="-122"/>
              </a:rPr>
              <a:t>优化表达式的计算</a:t>
            </a:r>
            <a:endParaRPr kumimoji="1" lang="zh-CN" altLang="en-US" sz="2400" b="1" dirty="0">
              <a:solidFill>
                <a:srgbClr val="6F1687"/>
              </a:solidFill>
              <a:latin typeface="微软雅黑" panose="020B0503020204020204" pitchFamily="34" charset="-122"/>
              <a:ea typeface="微软雅黑" panose="020B0503020204020204" pitchFamily="34" charset="-122"/>
            </a:endParaRPr>
          </a:p>
        </p:txBody>
      </p:sp>
      <p:sp>
        <p:nvSpPr>
          <p:cNvPr id="9" name="灯片编号占位符 8">
            <a:extLst>
              <a:ext uri="{FF2B5EF4-FFF2-40B4-BE49-F238E27FC236}">
                <a16:creationId xmlns:a16="http://schemas.microsoft.com/office/drawing/2014/main" id="{CD840B37-890B-49EF-B845-C17D67EB7F2D}"/>
              </a:ext>
            </a:extLst>
          </p:cNvPr>
          <p:cNvSpPr>
            <a:spLocks noGrp="1"/>
          </p:cNvSpPr>
          <p:nvPr>
            <p:ph type="sldNum" sz="quarter" idx="12"/>
          </p:nvPr>
        </p:nvSpPr>
        <p:spPr/>
        <p:txBody>
          <a:bodyPr/>
          <a:lstStyle/>
          <a:p>
            <a:fld id="{4B0D34C0-35A8-654C-9FBA-7B4E017BD630}" type="slidenum">
              <a:rPr lang="en-US" altLang="zh-CN" smtClean="0"/>
              <a:t>69</a:t>
            </a:fld>
            <a:endParaRPr kumimoji="1" lang="zh-CN" altLang="en-US"/>
          </a:p>
        </p:txBody>
      </p:sp>
      <p:sp>
        <p:nvSpPr>
          <p:cNvPr id="10" name="页脚占位符 9">
            <a:extLst>
              <a:ext uri="{FF2B5EF4-FFF2-40B4-BE49-F238E27FC236}">
                <a16:creationId xmlns:a16="http://schemas.microsoft.com/office/drawing/2014/main" id="{B4EFD32E-DA3F-ED44-8081-1656E2F387E7}"/>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6" name="Shape6">
            <a:extLst>
              <a:ext uri="{FF2B5EF4-FFF2-40B4-BE49-F238E27FC236}">
                <a16:creationId xmlns:a16="http://schemas.microsoft.com/office/drawing/2014/main" id="{6CE1E2F7-1450-9324-4660-F329D6133259}"/>
              </a:ext>
            </a:extLst>
          </p:cNvPr>
          <p:cNvSpPr/>
          <p:nvPr/>
        </p:nvSpPr>
        <p:spPr>
          <a:xfrm>
            <a:off x="2110148" y="1526103"/>
            <a:ext cx="7090607" cy="4830248"/>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grpSp>
        <p:nvGrpSpPr>
          <p:cNvPr id="7" name="组合 6">
            <a:extLst>
              <a:ext uri="{FF2B5EF4-FFF2-40B4-BE49-F238E27FC236}">
                <a16:creationId xmlns:a16="http://schemas.microsoft.com/office/drawing/2014/main" id="{B2AEA9A2-4A0B-B0B8-6F24-C09C457FED4C}"/>
              </a:ext>
            </a:extLst>
          </p:cNvPr>
          <p:cNvGrpSpPr/>
          <p:nvPr/>
        </p:nvGrpSpPr>
        <p:grpSpPr>
          <a:xfrm>
            <a:off x="2361624" y="1544916"/>
            <a:ext cx="6670631" cy="4740895"/>
            <a:chOff x="4774402" y="944252"/>
            <a:chExt cx="7417598" cy="5403079"/>
          </a:xfrm>
        </p:grpSpPr>
        <p:pic>
          <p:nvPicPr>
            <p:cNvPr id="12" name="图片 1">
              <a:extLst>
                <a:ext uri="{FF2B5EF4-FFF2-40B4-BE49-F238E27FC236}">
                  <a16:creationId xmlns:a16="http://schemas.microsoft.com/office/drawing/2014/main" id="{78E23714-CC16-FCD7-118C-F27CF26152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4402" y="944252"/>
              <a:ext cx="2353656" cy="255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
              <a:extLst>
                <a:ext uri="{FF2B5EF4-FFF2-40B4-BE49-F238E27FC236}">
                  <a16:creationId xmlns:a16="http://schemas.microsoft.com/office/drawing/2014/main" id="{329BFCE0-9EA4-A9F5-2429-FEEB8C0D77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8489" y="1083009"/>
              <a:ext cx="4153511" cy="2228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右箭头 3">
              <a:extLst>
                <a:ext uri="{FF2B5EF4-FFF2-40B4-BE49-F238E27FC236}">
                  <a16:creationId xmlns:a16="http://schemas.microsoft.com/office/drawing/2014/main" id="{87655A02-BFD6-F984-8719-662A5551C757}"/>
                </a:ext>
              </a:extLst>
            </p:cNvPr>
            <p:cNvSpPr>
              <a:spLocks noChangeArrowheads="1"/>
            </p:cNvSpPr>
            <p:nvPr/>
          </p:nvSpPr>
          <p:spPr bwMode="auto">
            <a:xfrm>
              <a:off x="7269822" y="1932153"/>
              <a:ext cx="859954" cy="289881"/>
            </a:xfrm>
            <a:prstGeom prst="rightArrow">
              <a:avLst>
                <a:gd name="adj1" fmla="val 50000"/>
                <a:gd name="adj2" fmla="val 49948"/>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5" name="右箭头 7">
              <a:extLst>
                <a:ext uri="{FF2B5EF4-FFF2-40B4-BE49-F238E27FC236}">
                  <a16:creationId xmlns:a16="http://schemas.microsoft.com/office/drawing/2014/main" id="{8D613849-E610-BB1A-667B-E7F87FD726B0}"/>
                </a:ext>
              </a:extLst>
            </p:cNvPr>
            <p:cNvSpPr>
              <a:spLocks noChangeArrowheads="1"/>
            </p:cNvSpPr>
            <p:nvPr/>
          </p:nvSpPr>
          <p:spPr bwMode="auto">
            <a:xfrm rot="5400000">
              <a:off x="9537560" y="3222021"/>
              <a:ext cx="915789" cy="272205"/>
            </a:xfrm>
            <a:prstGeom prst="rightArrow">
              <a:avLst>
                <a:gd name="adj1" fmla="val 50000"/>
                <a:gd name="adj2" fmla="val 49948"/>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 name="右箭头 8">
              <a:extLst>
                <a:ext uri="{FF2B5EF4-FFF2-40B4-BE49-F238E27FC236}">
                  <a16:creationId xmlns:a16="http://schemas.microsoft.com/office/drawing/2014/main" id="{609F2A9C-B5F5-57A8-B9AB-51DBE780FFC5}"/>
                </a:ext>
              </a:extLst>
            </p:cNvPr>
            <p:cNvSpPr>
              <a:spLocks noChangeArrowheads="1"/>
            </p:cNvSpPr>
            <p:nvPr/>
          </p:nvSpPr>
          <p:spPr bwMode="auto">
            <a:xfrm rot="10800000">
              <a:off x="7999995" y="4925492"/>
              <a:ext cx="859954" cy="289880"/>
            </a:xfrm>
            <a:prstGeom prst="rightArrow">
              <a:avLst>
                <a:gd name="adj1" fmla="val 50000"/>
                <a:gd name="adj2" fmla="val 49948"/>
              </a:avLst>
            </a:prstGeom>
            <a:solidFill>
              <a:schemeClr val="accent1"/>
            </a:solidFill>
            <a:ln w="9525" algn="ctr">
              <a:solidFill>
                <a:schemeClr val="tx1"/>
              </a:solidFill>
              <a:round/>
              <a:headEnd/>
              <a:tailEnd/>
            </a:ln>
          </p:spPr>
          <p:txBody>
            <a:bodyPr wrap="none"/>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17" name="图片 4">
              <a:extLst>
                <a:ext uri="{FF2B5EF4-FFF2-40B4-BE49-F238E27FC236}">
                  <a16:creationId xmlns:a16="http://schemas.microsoft.com/office/drawing/2014/main" id="{D6571562-58B3-23ED-687E-0828E1C0B7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16894" y="4013866"/>
              <a:ext cx="3139650" cy="2333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5">
              <a:extLst>
                <a:ext uri="{FF2B5EF4-FFF2-40B4-BE49-F238E27FC236}">
                  <a16:creationId xmlns:a16="http://schemas.microsoft.com/office/drawing/2014/main" id="{55AB778A-5450-B0A0-0199-53E0C9F56B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8934" y="4052806"/>
              <a:ext cx="3079078" cy="2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 name="文本框 18">
            <a:extLst>
              <a:ext uri="{FF2B5EF4-FFF2-40B4-BE49-F238E27FC236}">
                <a16:creationId xmlns:a16="http://schemas.microsoft.com/office/drawing/2014/main" id="{A562728D-9C77-6DE0-5BB5-1AB5213F853A}"/>
              </a:ext>
            </a:extLst>
          </p:cNvPr>
          <p:cNvSpPr txBox="1"/>
          <p:nvPr/>
        </p:nvSpPr>
        <p:spPr>
          <a:xfrm>
            <a:off x="6821353" y="5876804"/>
            <a:ext cx="2027141" cy="369500"/>
          </a:xfrm>
          <a:prstGeom prst="rect">
            <a:avLst/>
          </a:prstGeom>
          <a:noFill/>
        </p:spPr>
        <p:txBody>
          <a:bodyPr wrap="square">
            <a:spAutoFit/>
          </a:bodyPr>
          <a:lstStyle/>
          <a:p>
            <a:r>
              <a:rPr lang="zh-CN" altLang="en-US" dirty="0">
                <a:latin typeface="Microsoft YaHei" panose="020B0503020204020204" pitchFamily="34" charset="-122"/>
                <a:ea typeface="Microsoft YaHei" panose="020B0503020204020204" pitchFamily="34" charset="-122"/>
              </a:rPr>
              <a:t>LLVM编译后代码</a:t>
            </a:r>
          </a:p>
        </p:txBody>
      </p:sp>
      <p:sp>
        <p:nvSpPr>
          <p:cNvPr id="20" name="文本框 19">
            <a:extLst>
              <a:ext uri="{FF2B5EF4-FFF2-40B4-BE49-F238E27FC236}">
                <a16:creationId xmlns:a16="http://schemas.microsoft.com/office/drawing/2014/main" id="{DFA29387-13AB-4BB0-D1EF-CF5EA1B322DF}"/>
              </a:ext>
            </a:extLst>
          </p:cNvPr>
          <p:cNvSpPr txBox="1"/>
          <p:nvPr/>
        </p:nvSpPr>
        <p:spPr>
          <a:xfrm>
            <a:off x="7371582" y="2961329"/>
            <a:ext cx="1480763" cy="646625"/>
          </a:xfrm>
          <a:prstGeom prst="rect">
            <a:avLst/>
          </a:prstGeom>
          <a:noFill/>
        </p:spPr>
        <p:txBody>
          <a:bodyPr wrap="square">
            <a:spAutoFit/>
          </a:bodyPr>
          <a:lstStyle/>
          <a:p>
            <a:r>
              <a:rPr lang="zh-CN" altLang="en-US" dirty="0">
                <a:latin typeface="Microsoft YaHei" panose="020B0503020204020204" pitchFamily="34" charset="-122"/>
                <a:ea typeface="Microsoft YaHei" panose="020B0503020204020204" pitchFamily="34" charset="-122"/>
              </a:rPr>
              <a:t>数据库编译执行代码</a:t>
            </a:r>
          </a:p>
        </p:txBody>
      </p:sp>
      <p:sp>
        <p:nvSpPr>
          <p:cNvPr id="21" name="文本框 20">
            <a:extLst>
              <a:ext uri="{FF2B5EF4-FFF2-40B4-BE49-F238E27FC236}">
                <a16:creationId xmlns:a16="http://schemas.microsoft.com/office/drawing/2014/main" id="{A129A4FA-8357-B7CB-6EB0-F215BECE0CC7}"/>
              </a:ext>
            </a:extLst>
          </p:cNvPr>
          <p:cNvSpPr txBox="1"/>
          <p:nvPr/>
        </p:nvSpPr>
        <p:spPr>
          <a:xfrm>
            <a:off x="3733302" y="5605036"/>
            <a:ext cx="1480763" cy="646625"/>
          </a:xfrm>
          <a:prstGeom prst="rect">
            <a:avLst/>
          </a:prstGeom>
          <a:noFill/>
        </p:spPr>
        <p:txBody>
          <a:bodyPr wrap="square">
            <a:spAutoFit/>
          </a:bodyPr>
          <a:lstStyle/>
          <a:p>
            <a:r>
              <a:rPr lang="zh-CN" altLang="en-US" dirty="0">
                <a:latin typeface="Microsoft YaHei" panose="020B0503020204020204" pitchFamily="34" charset="-122"/>
                <a:ea typeface="Microsoft YaHei" panose="020B0503020204020204" pitchFamily="34" charset="-122"/>
              </a:rPr>
              <a:t>运行时替换后的代码</a:t>
            </a:r>
          </a:p>
        </p:txBody>
      </p:sp>
    </p:spTree>
    <p:extLst>
      <p:ext uri="{BB962C8B-B14F-4D97-AF65-F5344CB8AC3E}">
        <p14:creationId xmlns:p14="http://schemas.microsoft.com/office/powerpoint/2010/main" val="13485792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形状 14">
            <a:extLst>
              <a:ext uri="{FF2B5EF4-FFF2-40B4-BE49-F238E27FC236}">
                <a16:creationId xmlns:a16="http://schemas.microsoft.com/office/drawing/2014/main" id="{7B0DF0B8-5390-43B2-B8C6-8D2DF127E59C}"/>
              </a:ext>
            </a:extLst>
          </p:cNvPr>
          <p:cNvSpPr/>
          <p:nvPr/>
        </p:nvSpPr>
        <p:spPr bwMode="auto">
          <a:xfrm>
            <a:off x="328839" y="1201270"/>
            <a:ext cx="10733608" cy="4828055"/>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实时编译的优势</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550309" y="1462022"/>
            <a:ext cx="4321131" cy="3249747"/>
          </a:xfrm>
        </p:spPr>
        <p:txBody>
          <a:bodyPr/>
          <a:lstStyle/>
          <a:p>
            <a:pPr marL="0" indent="0">
              <a:lnSpc>
                <a:spcPct val="150000"/>
              </a:lnSpc>
              <a:buNone/>
            </a:pPr>
            <a:r>
              <a:rPr lang="en-US" altLang="zh-CN" sz="2800" b="1" dirty="0">
                <a:solidFill>
                  <a:srgbClr val="6F1687"/>
                </a:solidFill>
                <a:latin typeface="微软雅黑" panose="020B0503020204020204" pitchFamily="34" charset="-122"/>
                <a:ea typeface="微软雅黑" panose="020B0503020204020204" pitchFamily="34" charset="-122"/>
              </a:rPr>
              <a:t>3. </a:t>
            </a:r>
            <a:r>
              <a:rPr lang="zh-CN" altLang="en-US" sz="2800" b="1" dirty="0">
                <a:solidFill>
                  <a:srgbClr val="6F1687"/>
                </a:solidFill>
                <a:latin typeface="微软雅黑" panose="020B0503020204020204" pitchFamily="34" charset="-122"/>
                <a:ea typeface="微软雅黑" panose="020B0503020204020204" pitchFamily="34" charset="-122"/>
              </a:rPr>
              <a:t>优化执行流程</a:t>
            </a:r>
            <a:endParaRPr lang="en-US" altLang="zh-CN" sz="2800" b="1" dirty="0">
              <a:solidFill>
                <a:srgbClr val="6F1687"/>
              </a:solidFill>
              <a:latin typeface="微软雅黑" panose="020B0503020204020204" pitchFamily="34" charset="-122"/>
              <a:ea typeface="微软雅黑" panose="020B0503020204020204" pitchFamily="34" charset="-122"/>
            </a:endParaRPr>
          </a:p>
          <a:p>
            <a:pPr marL="0" indent="0">
              <a:lnSpc>
                <a:spcPct val="150000"/>
              </a:lnSpc>
              <a:buNone/>
            </a:pPr>
            <a:r>
              <a:rPr lang="zh-CN" altLang="en-US" dirty="0">
                <a:latin typeface="微软雅黑" panose="020B0503020204020204" pitchFamily="34" charset="-122"/>
                <a:ea typeface="微软雅黑" panose="020B0503020204020204" pitchFamily="34" charset="-122"/>
              </a:rPr>
              <a:t>在获取到查询计划之后，数据库就可以根据查询计划针对性地设计执行流程，使元组尽可能长的留存在寄存器中。</a:t>
            </a:r>
            <a:endParaRPr lang="en-US" altLang="zh-CN" dirty="0">
              <a:latin typeface="微软雅黑" panose="020B0503020204020204" pitchFamily="34" charset="-122"/>
              <a:ea typeface="微软雅黑" panose="020B0503020204020204" pitchFamily="34" charset="-122"/>
            </a:endParaRPr>
          </a:p>
          <a:p>
            <a:pPr marL="0" indent="0">
              <a:lnSpc>
                <a:spcPct val="150000"/>
              </a:lnSpc>
              <a:buNone/>
            </a:pPr>
            <a:endParaRPr lang="en-US" altLang="zh-CN" dirty="0"/>
          </a:p>
          <a:p>
            <a:pPr marL="0" indent="0">
              <a:lnSpc>
                <a:spcPct val="150000"/>
              </a:lnSpc>
              <a:buNone/>
            </a:pPr>
            <a:r>
              <a:rPr lang="zh-CN" altLang="en-US" dirty="0"/>
              <a:t>推送式模型</a:t>
            </a:r>
            <a:br>
              <a:rPr lang="en-US" altLang="zh-CN" dirty="0">
                <a:latin typeface="微软雅黑" panose="020B0503020204020204" pitchFamily="34" charset="-122"/>
                <a:ea typeface="微软雅黑" panose="020B0503020204020204" pitchFamily="34" charset="-122"/>
              </a:rPr>
            </a:br>
            <a:endParaRPr lang="en-US" altLang="zh-CN" dirty="0">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9ACA0F99-B1C4-4D07-8AB4-DEE9D88435C0}"/>
              </a:ext>
            </a:extLst>
          </p:cNvPr>
          <p:cNvSpPr>
            <a:spLocks noGrp="1"/>
          </p:cNvSpPr>
          <p:nvPr>
            <p:ph type="sldNum" sz="quarter" idx="12"/>
          </p:nvPr>
        </p:nvSpPr>
        <p:spPr/>
        <p:txBody>
          <a:bodyPr/>
          <a:lstStyle/>
          <a:p>
            <a:fld id="{4B0D34C0-35A8-654C-9FBA-7B4E017BD630}" type="slidenum">
              <a:rPr lang="en-US" altLang="zh-CN" smtClean="0"/>
              <a:t>70</a:t>
            </a:fld>
            <a:endParaRPr kumimoji="1" lang="zh-CN" altLang="en-US"/>
          </a:p>
        </p:txBody>
      </p:sp>
      <p:sp>
        <p:nvSpPr>
          <p:cNvPr id="5" name="页脚占位符 4">
            <a:extLst>
              <a:ext uri="{FF2B5EF4-FFF2-40B4-BE49-F238E27FC236}">
                <a16:creationId xmlns:a16="http://schemas.microsoft.com/office/drawing/2014/main" id="{C73B2DCC-D500-013B-AD26-C9832F9C849C}"/>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
        <p:nvSpPr>
          <p:cNvPr id="20" name="Shape6">
            <a:extLst>
              <a:ext uri="{FF2B5EF4-FFF2-40B4-BE49-F238E27FC236}">
                <a16:creationId xmlns:a16="http://schemas.microsoft.com/office/drawing/2014/main" id="{0808BAAE-EE80-07E2-81DC-50FA9D557E26}"/>
              </a:ext>
            </a:extLst>
          </p:cNvPr>
          <p:cNvSpPr/>
          <p:nvPr/>
        </p:nvSpPr>
        <p:spPr>
          <a:xfrm>
            <a:off x="4990435" y="1709865"/>
            <a:ext cx="6102936" cy="4273925"/>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grpSp>
        <p:nvGrpSpPr>
          <p:cNvPr id="21" name="组合 20">
            <a:extLst>
              <a:ext uri="{FF2B5EF4-FFF2-40B4-BE49-F238E27FC236}">
                <a16:creationId xmlns:a16="http://schemas.microsoft.com/office/drawing/2014/main" id="{1B114B5D-01D3-8A56-20DF-31DCA2B76B44}"/>
              </a:ext>
            </a:extLst>
          </p:cNvPr>
          <p:cNvGrpSpPr/>
          <p:nvPr/>
        </p:nvGrpSpPr>
        <p:grpSpPr>
          <a:xfrm>
            <a:off x="4990435" y="1709865"/>
            <a:ext cx="5798011" cy="4004411"/>
            <a:chOff x="5469577" y="907634"/>
            <a:chExt cx="6110053" cy="4840435"/>
          </a:xfrm>
        </p:grpSpPr>
        <p:sp>
          <p:nvSpPr>
            <p:cNvPr id="22" name="文本框 21">
              <a:extLst>
                <a:ext uri="{FF2B5EF4-FFF2-40B4-BE49-F238E27FC236}">
                  <a16:creationId xmlns:a16="http://schemas.microsoft.com/office/drawing/2014/main" id="{6BD1D264-808D-5A1C-CE5A-92BC5FEC3C7E}"/>
                </a:ext>
              </a:extLst>
            </p:cNvPr>
            <p:cNvSpPr txBox="1"/>
            <p:nvPr/>
          </p:nvSpPr>
          <p:spPr>
            <a:xfrm>
              <a:off x="7747984" y="5409515"/>
              <a:ext cx="1826141"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表达式树及流水线</a:t>
              </a:r>
            </a:p>
          </p:txBody>
        </p:sp>
        <p:sp>
          <p:nvSpPr>
            <p:cNvPr id="23" name="文本框 22">
              <a:extLst>
                <a:ext uri="{FF2B5EF4-FFF2-40B4-BE49-F238E27FC236}">
                  <a16:creationId xmlns:a16="http://schemas.microsoft.com/office/drawing/2014/main" id="{7479F4F4-1D84-4977-6628-2318E5DEC06C}"/>
                </a:ext>
              </a:extLst>
            </p:cNvPr>
            <p:cNvSpPr txBox="1"/>
            <p:nvPr/>
          </p:nvSpPr>
          <p:spPr>
            <a:xfrm>
              <a:off x="6316234" y="3025306"/>
              <a:ext cx="1279766" cy="706862"/>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campus = ’North’</a:t>
              </a:r>
            </a:p>
          </p:txBody>
        </p:sp>
        <p:sp>
          <p:nvSpPr>
            <p:cNvPr id="24" name="文本框 23">
              <a:extLst>
                <a:ext uri="{FF2B5EF4-FFF2-40B4-BE49-F238E27FC236}">
                  <a16:creationId xmlns:a16="http://schemas.microsoft.com/office/drawing/2014/main" id="{FA538FDC-0686-4972-F954-539BD3952BBA}"/>
                </a:ext>
              </a:extLst>
            </p:cNvPr>
            <p:cNvSpPr txBox="1"/>
            <p:nvPr/>
          </p:nvSpPr>
          <p:spPr>
            <a:xfrm>
              <a:off x="8357148" y="4112944"/>
              <a:ext cx="1293775" cy="338554"/>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Grade = ?</a:t>
              </a:r>
            </a:p>
          </p:txBody>
        </p:sp>
        <p:sp>
          <p:nvSpPr>
            <p:cNvPr id="25" name="文本框 24">
              <a:extLst>
                <a:ext uri="{FF2B5EF4-FFF2-40B4-BE49-F238E27FC236}">
                  <a16:creationId xmlns:a16="http://schemas.microsoft.com/office/drawing/2014/main" id="{B6C9A731-CCB9-78AB-329D-B51AECDC02E0}"/>
                </a:ext>
              </a:extLst>
            </p:cNvPr>
            <p:cNvSpPr txBox="1"/>
            <p:nvPr/>
          </p:nvSpPr>
          <p:spPr>
            <a:xfrm>
              <a:off x="8387308" y="2965648"/>
              <a:ext cx="1267633" cy="584775"/>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COUNT(*)</a:t>
              </a:r>
            </a:p>
          </p:txBody>
        </p:sp>
        <p:sp>
          <p:nvSpPr>
            <p:cNvPr id="26" name="文本框 25">
              <a:extLst>
                <a:ext uri="{FF2B5EF4-FFF2-40B4-BE49-F238E27FC236}">
                  <a16:creationId xmlns:a16="http://schemas.microsoft.com/office/drawing/2014/main" id="{E076F77A-DA16-2F33-7ECF-33381A1EEA51}"/>
                </a:ext>
              </a:extLst>
            </p:cNvPr>
            <p:cNvSpPr txBox="1"/>
            <p:nvPr/>
          </p:nvSpPr>
          <p:spPr>
            <a:xfrm>
              <a:off x="9750845" y="2176238"/>
              <a:ext cx="1799123" cy="706862"/>
            </a:xfrm>
            <a:prstGeom prst="rect">
              <a:avLst/>
            </a:prstGeom>
            <a:solidFill>
              <a:schemeClr val="bg1">
                <a:lumMod val="95000"/>
              </a:schemeClr>
            </a:solidFill>
          </p:spPr>
          <p:txBody>
            <a:bodyPr wrap="squar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27" name="文本框 26">
              <a:extLst>
                <a:ext uri="{FF2B5EF4-FFF2-40B4-BE49-F238E27FC236}">
                  <a16:creationId xmlns:a16="http://schemas.microsoft.com/office/drawing/2014/main" id="{BC7DC7AD-B92C-1AE3-B77C-582061FD8DE9}"/>
                </a:ext>
              </a:extLst>
            </p:cNvPr>
            <p:cNvSpPr txBox="1"/>
            <p:nvPr/>
          </p:nvSpPr>
          <p:spPr>
            <a:xfrm>
              <a:off x="8489425" y="1232951"/>
              <a:ext cx="3090205"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Dept.Dname</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Student.Sdept</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BD30A3AC-5DEC-C1B6-37F8-E18E94D9BB4B}"/>
                    </a:ext>
                  </a:extLst>
                </p:cNvPr>
                <p:cNvSpPr txBox="1"/>
                <p:nvPr/>
              </p:nvSpPr>
              <p:spPr>
                <a:xfrm>
                  <a:off x="5686418" y="2648774"/>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chemeClr val="accent1"/>
                            </a:solidFill>
                            <a:latin typeface="Cambria Math" panose="02040503050406030204" pitchFamily="18" charset="0"/>
                          </a:rPr>
                          <m:t>𝜎</m:t>
                        </m:r>
                      </m:oMath>
                    </m:oMathPara>
                  </a14:m>
                  <a:endParaRPr lang="en-US" sz="4800" dirty="0">
                    <a:solidFill>
                      <a:schemeClr val="accent1"/>
                    </a:solidFill>
                    <a:latin typeface="微软雅黑" panose="020B0503020204020204" pitchFamily="34" charset="-122"/>
                    <a:ea typeface="微软雅黑" panose="020B0503020204020204" pitchFamily="34" charset="-122"/>
                  </a:endParaRPr>
                </a:p>
              </p:txBody>
            </p:sp>
          </mc:Choice>
          <mc:Fallback xmlns="">
            <p:sp>
              <p:nvSpPr>
                <p:cNvPr id="29" name="文本框 28">
                  <a:extLst>
                    <a:ext uri="{FF2B5EF4-FFF2-40B4-BE49-F238E27FC236}">
                      <a16:creationId xmlns:a16="http://schemas.microsoft.com/office/drawing/2014/main" id="{69B1C9A0-7C74-472D-BCDE-F62A38B71428}"/>
                    </a:ext>
                  </a:extLst>
                </p:cNvPr>
                <p:cNvSpPr txBox="1">
                  <a:spLocks noRot="1" noChangeAspect="1" noMove="1" noResize="1" noEditPoints="1" noAdjustHandles="1" noChangeArrowheads="1" noChangeShapeType="1" noTextEdit="1"/>
                </p:cNvSpPr>
                <p:nvPr/>
              </p:nvSpPr>
              <p:spPr>
                <a:xfrm>
                  <a:off x="5686418" y="2648774"/>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45C4272D-D1CC-0710-5115-9F11BA6B099E}"/>
                    </a:ext>
                  </a:extLst>
                </p:cNvPr>
                <p:cNvSpPr txBox="1"/>
                <p:nvPr/>
              </p:nvSpPr>
              <p:spPr>
                <a:xfrm>
                  <a:off x="7820618" y="90763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7030A0"/>
                            </a:solidFill>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30" name="文本框 29">
                  <a:extLst>
                    <a:ext uri="{FF2B5EF4-FFF2-40B4-BE49-F238E27FC236}">
                      <a16:creationId xmlns:a16="http://schemas.microsoft.com/office/drawing/2014/main" id="{7CAFCF31-657E-47B0-90DD-70667A0E0C85}"/>
                    </a:ext>
                  </a:extLst>
                </p:cNvPr>
                <p:cNvSpPr txBox="1">
                  <a:spLocks noRot="1" noChangeAspect="1" noMove="1" noResize="1" noEditPoints="1" noAdjustHandles="1" noChangeArrowheads="1" noChangeShapeType="1" noTextEdit="1"/>
                </p:cNvSpPr>
                <p:nvPr/>
              </p:nvSpPr>
              <p:spPr>
                <a:xfrm>
                  <a:off x="7820618" y="907634"/>
                  <a:ext cx="878767" cy="830997"/>
                </a:xfrm>
                <a:prstGeom prst="rect">
                  <a:avLst/>
                </a:prstGeom>
                <a:blipFill>
                  <a:blip r:embed="rId4"/>
                  <a:stretch>
                    <a:fillRect/>
                  </a:stretch>
                </a:blipFill>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D1564534-D559-376B-4BC1-8C66807EDD66}"/>
                </a:ext>
              </a:extLst>
            </p:cNvPr>
            <p:cNvSpPr/>
            <p:nvPr/>
          </p:nvSpPr>
          <p:spPr>
            <a:xfrm>
              <a:off x="7303158" y="4035526"/>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B</a:t>
              </a:r>
              <a:endParaRPr lang="zh-CN" altLang="en-US"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31" name="矩形 30">
              <a:extLst>
                <a:ext uri="{FF2B5EF4-FFF2-40B4-BE49-F238E27FC236}">
                  <a16:creationId xmlns:a16="http://schemas.microsoft.com/office/drawing/2014/main" id="{E86E07ED-35D2-2C19-6FDB-CD08A6D95348}"/>
                </a:ext>
              </a:extLst>
            </p:cNvPr>
            <p:cNvSpPr/>
            <p:nvPr/>
          </p:nvSpPr>
          <p:spPr>
            <a:xfrm>
              <a:off x="8218357" y="2362247"/>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C</a:t>
              </a:r>
              <a:endParaRPr lang="zh-CN" altLang="en-US"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DC66EA2B-A31F-7F44-4C21-A18EC8ADB51F}"/>
                </a:ext>
              </a:extLst>
            </p:cNvPr>
            <p:cNvSpPr/>
            <p:nvPr/>
          </p:nvSpPr>
          <p:spPr>
            <a:xfrm>
              <a:off x="9939311" y="3420920"/>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D</a:t>
              </a:r>
              <a:endParaRPr lang="zh-CN" altLang="en-US"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F2EEB5C7-3BB8-A012-60A4-0CDA3B8C1B53}"/>
                    </a:ext>
                  </a:extLst>
                </p:cNvPr>
                <p:cNvSpPr txBox="1"/>
                <p:nvPr/>
              </p:nvSpPr>
              <p:spPr>
                <a:xfrm>
                  <a:off x="9061936" y="1821040"/>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7030A0"/>
                            </a:solidFill>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34" name="文本框 33">
                  <a:extLst>
                    <a:ext uri="{FF2B5EF4-FFF2-40B4-BE49-F238E27FC236}">
                      <a16:creationId xmlns:a16="http://schemas.microsoft.com/office/drawing/2014/main" id="{E40EDD27-94D2-48A7-BC15-63A304F632C1}"/>
                    </a:ext>
                  </a:extLst>
                </p:cNvPr>
                <p:cNvSpPr txBox="1">
                  <a:spLocks noRot="1" noChangeAspect="1" noMove="1" noResize="1" noEditPoints="1" noAdjustHandles="1" noChangeArrowheads="1" noChangeShapeType="1" noTextEdit="1"/>
                </p:cNvSpPr>
                <p:nvPr/>
              </p:nvSpPr>
              <p:spPr>
                <a:xfrm>
                  <a:off x="9061936" y="1821040"/>
                  <a:ext cx="878767" cy="83099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D8E48691-DF21-779F-0E2F-A1C892E82079}"/>
                    </a:ext>
                  </a:extLst>
                </p:cNvPr>
                <p:cNvSpPr txBox="1"/>
                <p:nvPr/>
              </p:nvSpPr>
              <p:spPr>
                <a:xfrm>
                  <a:off x="7661526" y="3729638"/>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0B0F0"/>
                            </a:solidFill>
                            <a:latin typeface="Cambria Math" panose="02040503050406030204" pitchFamily="18" charset="0"/>
                          </a:rPr>
                          <m:t>𝜎</m:t>
                        </m:r>
                      </m:oMath>
                    </m:oMathPara>
                  </a14:m>
                  <a:endParaRPr lang="en-US" sz="4800" dirty="0">
                    <a:solidFill>
                      <a:srgbClr val="00B0F0"/>
                    </a:solidFill>
                    <a:latin typeface="微软雅黑" panose="020B0503020204020204" pitchFamily="34" charset="-122"/>
                    <a:ea typeface="微软雅黑" panose="020B0503020204020204" pitchFamily="34" charset="-122"/>
                  </a:endParaRPr>
                </a:p>
              </p:txBody>
            </p:sp>
          </mc:Choice>
          <mc:Fallback xmlns="">
            <p:sp>
              <p:nvSpPr>
                <p:cNvPr id="35" name="文本框 34">
                  <a:extLst>
                    <a:ext uri="{FF2B5EF4-FFF2-40B4-BE49-F238E27FC236}">
                      <a16:creationId xmlns:a16="http://schemas.microsoft.com/office/drawing/2014/main" id="{C9AFEEAB-3164-4F4C-82BB-A31D6DC9CD1B}"/>
                    </a:ext>
                  </a:extLst>
                </p:cNvPr>
                <p:cNvSpPr txBox="1">
                  <a:spLocks noRot="1" noChangeAspect="1" noMove="1" noResize="1" noEditPoints="1" noAdjustHandles="1" noChangeArrowheads="1" noChangeShapeType="1" noTextEdit="1"/>
                </p:cNvSpPr>
                <p:nvPr/>
              </p:nvSpPr>
              <p:spPr>
                <a:xfrm>
                  <a:off x="7661526" y="3729638"/>
                  <a:ext cx="743088" cy="83099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59550626-E5DA-E2E1-B330-54699442666F}"/>
                    </a:ext>
                  </a:extLst>
                </p:cNvPr>
                <p:cNvSpPr txBox="1"/>
                <p:nvPr/>
              </p:nvSpPr>
              <p:spPr>
                <a:xfrm>
                  <a:off x="7721399" y="2728087"/>
                  <a:ext cx="69762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sz="4800" b="0" i="1" smtClean="0">
                            <a:solidFill>
                              <a:srgbClr val="FFC000"/>
                            </a:solidFill>
                            <a:latin typeface="Cambria Math" panose="02040503050406030204" pitchFamily="18" charset="0"/>
                            <a:ea typeface="Cambria Math" panose="02040503050406030204" pitchFamily="18" charset="0"/>
                          </a:rPr>
                          <m:t>Γ</m:t>
                        </m:r>
                      </m:oMath>
                    </m:oMathPara>
                  </a14:m>
                  <a:endParaRPr lang="en-US" sz="4800" b="0" dirty="0">
                    <a:solidFill>
                      <a:srgbClr val="FFC000"/>
                    </a:solidFill>
                    <a:latin typeface="微软雅黑" panose="020B0503020204020204" pitchFamily="34" charset="-122"/>
                    <a:ea typeface="微软雅黑" panose="020B0503020204020204" pitchFamily="34" charset="-122"/>
                  </a:endParaRPr>
                </a:p>
              </p:txBody>
            </p:sp>
          </mc:Choice>
          <mc:Fallback xmlns="">
            <p:sp>
              <p:nvSpPr>
                <p:cNvPr id="36" name="文本框 35">
                  <a:extLst>
                    <a:ext uri="{FF2B5EF4-FFF2-40B4-BE49-F238E27FC236}">
                      <a16:creationId xmlns:a16="http://schemas.microsoft.com/office/drawing/2014/main" id="{5B00B2E0-FFB7-40E3-A11E-AA54F1CE621B}"/>
                    </a:ext>
                  </a:extLst>
                </p:cNvPr>
                <p:cNvSpPr txBox="1">
                  <a:spLocks noRot="1" noChangeAspect="1" noMove="1" noResize="1" noEditPoints="1" noAdjustHandles="1" noChangeArrowheads="1" noChangeShapeType="1" noTextEdit="1"/>
                </p:cNvSpPr>
                <p:nvPr/>
              </p:nvSpPr>
              <p:spPr>
                <a:xfrm>
                  <a:off x="7721399" y="2728087"/>
                  <a:ext cx="697627" cy="830997"/>
                </a:xfrm>
                <a:prstGeom prst="rect">
                  <a:avLst/>
                </a:prstGeom>
                <a:blipFill>
                  <a:blip r:embed="rId7"/>
                  <a:stretch>
                    <a:fillRect/>
                  </a:stretch>
                </a:blipFill>
              </p:spPr>
              <p:txBody>
                <a:bodyPr/>
                <a:lstStyle/>
                <a:p>
                  <a:r>
                    <a:rPr lang="zh-CN" altLang="en-US">
                      <a:noFill/>
                    </a:rPr>
                    <a:t> </a:t>
                  </a:r>
                </a:p>
              </p:txBody>
            </p:sp>
          </mc:Fallback>
        </mc:AlternateContent>
        <p:cxnSp>
          <p:nvCxnSpPr>
            <p:cNvPr id="36" name="直接箭头连接符 36">
              <a:extLst>
                <a:ext uri="{FF2B5EF4-FFF2-40B4-BE49-F238E27FC236}">
                  <a16:creationId xmlns:a16="http://schemas.microsoft.com/office/drawing/2014/main" id="{4A339559-BEF9-C54D-27B0-A215573AE05F}"/>
                </a:ext>
              </a:extLst>
            </p:cNvPr>
            <p:cNvCxnSpPr>
              <a:cxnSpLocks/>
              <a:stCxn id="44" idx="1"/>
            </p:cNvCxnSpPr>
            <p:nvPr/>
          </p:nvCxnSpPr>
          <p:spPr>
            <a:xfrm flipH="1" flipV="1">
              <a:off x="7968628" y="4404557"/>
              <a:ext cx="4018" cy="462626"/>
            </a:xfrm>
            <a:prstGeom prst="straightConnector1">
              <a:avLst/>
            </a:prstGeom>
            <a:ln>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37" name="直接箭头连接符 37">
              <a:extLst>
                <a:ext uri="{FF2B5EF4-FFF2-40B4-BE49-F238E27FC236}">
                  <a16:creationId xmlns:a16="http://schemas.microsoft.com/office/drawing/2014/main" id="{8E5F6C70-F861-74CB-76C8-B2F94406D8BF}"/>
                </a:ext>
              </a:extLst>
            </p:cNvPr>
            <p:cNvCxnSpPr>
              <a:cxnSpLocks/>
            </p:cNvCxnSpPr>
            <p:nvPr/>
          </p:nvCxnSpPr>
          <p:spPr>
            <a:xfrm flipV="1">
              <a:off x="7968628" y="3479771"/>
              <a:ext cx="0" cy="499734"/>
            </a:xfrm>
            <a:prstGeom prst="straightConnector1">
              <a:avLst/>
            </a:prstGeom>
            <a:ln>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38" name="直接箭头连接符 38">
              <a:extLst>
                <a:ext uri="{FF2B5EF4-FFF2-40B4-BE49-F238E27FC236}">
                  <a16:creationId xmlns:a16="http://schemas.microsoft.com/office/drawing/2014/main" id="{067E91B5-B0BF-4616-667A-3932432B5B4C}"/>
                </a:ext>
              </a:extLst>
            </p:cNvPr>
            <p:cNvCxnSpPr>
              <a:cxnSpLocks/>
            </p:cNvCxnSpPr>
            <p:nvPr/>
          </p:nvCxnSpPr>
          <p:spPr>
            <a:xfrm flipV="1">
              <a:off x="8444468" y="2461085"/>
              <a:ext cx="748034" cy="428513"/>
            </a:xfrm>
            <a:prstGeom prst="straightConnector1">
              <a:avLst/>
            </a:prstGeom>
            <a:ln>
              <a:solidFill>
                <a:srgbClr val="FFC000"/>
              </a:solidFill>
              <a:tailEnd type="triangle"/>
            </a:ln>
          </p:spPr>
          <p:style>
            <a:lnRef idx="3">
              <a:schemeClr val="dk1"/>
            </a:lnRef>
            <a:fillRef idx="0">
              <a:schemeClr val="dk1"/>
            </a:fillRef>
            <a:effectRef idx="2">
              <a:schemeClr val="dk1"/>
            </a:effectRef>
            <a:fontRef idx="minor">
              <a:schemeClr val="tx1"/>
            </a:fontRef>
          </p:style>
        </p:cxnSp>
        <p:cxnSp>
          <p:nvCxnSpPr>
            <p:cNvPr id="39" name="直接箭头连接符 39">
              <a:extLst>
                <a:ext uri="{FF2B5EF4-FFF2-40B4-BE49-F238E27FC236}">
                  <a16:creationId xmlns:a16="http://schemas.microsoft.com/office/drawing/2014/main" id="{1B1C7C72-30F2-5BA1-DA65-4500116E8FCD}"/>
                </a:ext>
              </a:extLst>
            </p:cNvPr>
            <p:cNvCxnSpPr>
              <a:cxnSpLocks/>
              <a:stCxn id="45" idx="1"/>
              <a:endCxn id="28" idx="2"/>
            </p:cNvCxnSpPr>
            <p:nvPr/>
          </p:nvCxnSpPr>
          <p:spPr>
            <a:xfrm flipV="1">
              <a:off x="6036323" y="3479771"/>
              <a:ext cx="21639" cy="1387412"/>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40" name="直接箭头连接符 40">
              <a:extLst>
                <a:ext uri="{FF2B5EF4-FFF2-40B4-BE49-F238E27FC236}">
                  <a16:creationId xmlns:a16="http://schemas.microsoft.com/office/drawing/2014/main" id="{DD7927DA-B714-BD83-A3A1-FA8D833C8C8B}"/>
                </a:ext>
              </a:extLst>
            </p:cNvPr>
            <p:cNvCxnSpPr>
              <a:cxnSpLocks/>
            </p:cNvCxnSpPr>
            <p:nvPr/>
          </p:nvCxnSpPr>
          <p:spPr>
            <a:xfrm flipV="1">
              <a:off x="6631740" y="1585439"/>
              <a:ext cx="1335472" cy="1247084"/>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41" name="直接箭头连接符 41">
              <a:extLst>
                <a:ext uri="{FF2B5EF4-FFF2-40B4-BE49-F238E27FC236}">
                  <a16:creationId xmlns:a16="http://schemas.microsoft.com/office/drawing/2014/main" id="{C4DF55BB-401F-B0B7-9A39-081407FFD5DB}"/>
                </a:ext>
              </a:extLst>
            </p:cNvPr>
            <p:cNvCxnSpPr>
              <a:cxnSpLocks/>
              <a:stCxn id="46" idx="1"/>
            </p:cNvCxnSpPr>
            <p:nvPr/>
          </p:nvCxnSpPr>
          <p:spPr>
            <a:xfrm flipH="1" flipV="1">
              <a:off x="9704934" y="2548801"/>
              <a:ext cx="403885" cy="2318382"/>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cxnSp>
          <p:nvCxnSpPr>
            <p:cNvPr id="42" name="直接箭头连接符 42">
              <a:extLst>
                <a:ext uri="{FF2B5EF4-FFF2-40B4-BE49-F238E27FC236}">
                  <a16:creationId xmlns:a16="http://schemas.microsoft.com/office/drawing/2014/main" id="{82F0182D-077F-24A9-A59C-EEE830CD2617}"/>
                </a:ext>
              </a:extLst>
            </p:cNvPr>
            <p:cNvCxnSpPr>
              <a:cxnSpLocks/>
            </p:cNvCxnSpPr>
            <p:nvPr/>
          </p:nvCxnSpPr>
          <p:spPr>
            <a:xfrm flipH="1" flipV="1">
              <a:off x="8535091" y="1581112"/>
              <a:ext cx="689580" cy="459671"/>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sp>
          <p:nvSpPr>
            <p:cNvPr id="43" name="矩形 42">
              <a:extLst>
                <a:ext uri="{FF2B5EF4-FFF2-40B4-BE49-F238E27FC236}">
                  <a16:creationId xmlns:a16="http://schemas.microsoft.com/office/drawing/2014/main" id="{84AE76FD-4EDA-8F6E-F50F-7FCB7F3C99E9}"/>
                </a:ext>
              </a:extLst>
            </p:cNvPr>
            <p:cNvSpPr/>
            <p:nvPr/>
          </p:nvSpPr>
          <p:spPr>
            <a:xfrm>
              <a:off x="5469577" y="4021740"/>
              <a:ext cx="542136" cy="400110"/>
            </a:xfrm>
            <a:prstGeom prst="rect">
              <a:avLst/>
            </a:prstGeom>
            <a:noFill/>
          </p:spPr>
          <p:txBody>
            <a:bodyPr wrap="square" lIns="91440" tIns="45720" rIns="91440" bIns="45720">
              <a:spAutoFit/>
            </a:bodyPr>
            <a:lstStyle/>
            <a:p>
              <a:pPr algn="ctr"/>
              <a:r>
                <a:rPr lang="en-US" altLang="zh-CN"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A</a:t>
              </a:r>
              <a:endParaRPr lang="zh-CN" altLang="en-US"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44" name="圆柱形 44">
              <a:extLst>
                <a:ext uri="{FF2B5EF4-FFF2-40B4-BE49-F238E27FC236}">
                  <a16:creationId xmlns:a16="http://schemas.microsoft.com/office/drawing/2014/main" id="{6DBA1751-2C91-7780-ED91-8061408545EB}"/>
                </a:ext>
              </a:extLst>
            </p:cNvPr>
            <p:cNvSpPr/>
            <p:nvPr/>
          </p:nvSpPr>
          <p:spPr>
            <a:xfrm>
              <a:off x="7519542" y="4867183"/>
              <a:ext cx="906207" cy="489905"/>
            </a:xfrm>
            <a:prstGeom prst="can">
              <a:avLst/>
            </a:prstGeom>
            <a:ln>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45" name="圆柱形 45">
              <a:extLst>
                <a:ext uri="{FF2B5EF4-FFF2-40B4-BE49-F238E27FC236}">
                  <a16:creationId xmlns:a16="http://schemas.microsoft.com/office/drawing/2014/main" id="{BCDBF50A-8A02-3C2B-5A4D-A5C3804C018A}"/>
                </a:ext>
              </a:extLst>
            </p:cNvPr>
            <p:cNvSpPr/>
            <p:nvPr/>
          </p:nvSpPr>
          <p:spPr>
            <a:xfrm>
              <a:off x="5583219" y="4867183"/>
              <a:ext cx="906207" cy="489905"/>
            </a:xfrm>
            <a:prstGeom prst="ca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Dept</a:t>
              </a:r>
            </a:p>
          </p:txBody>
        </p:sp>
        <p:sp>
          <p:nvSpPr>
            <p:cNvPr id="46" name="圆柱形 46">
              <a:extLst>
                <a:ext uri="{FF2B5EF4-FFF2-40B4-BE49-F238E27FC236}">
                  <a16:creationId xmlns:a16="http://schemas.microsoft.com/office/drawing/2014/main" id="{7FC284A8-812B-115E-3375-807E53F71B26}"/>
                </a:ext>
              </a:extLst>
            </p:cNvPr>
            <p:cNvSpPr/>
            <p:nvPr/>
          </p:nvSpPr>
          <p:spPr>
            <a:xfrm>
              <a:off x="9655715" y="4867183"/>
              <a:ext cx="906207" cy="489905"/>
            </a:xfrm>
            <a:prstGeom prst="can">
              <a:avLst/>
            </a:prstGeom>
            <a:ln>
              <a:solidFill>
                <a:srgbClr val="7030A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dirty="0">
                  <a:solidFill>
                    <a:srgbClr val="7030A0"/>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grpSp>
    </p:spTree>
    <p:extLst>
      <p:ext uri="{BB962C8B-B14F-4D97-AF65-F5344CB8AC3E}">
        <p14:creationId xmlns:p14="http://schemas.microsoft.com/office/powerpoint/2010/main" val="12986445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形状 9">
            <a:extLst>
              <a:ext uri="{FF2B5EF4-FFF2-40B4-BE49-F238E27FC236}">
                <a16:creationId xmlns:a16="http://schemas.microsoft.com/office/drawing/2014/main" id="{618B1533-C88C-4581-842A-EBED56B82469}"/>
              </a:ext>
            </a:extLst>
          </p:cNvPr>
          <p:cNvSpPr/>
          <p:nvPr/>
        </p:nvSpPr>
        <p:spPr bwMode="auto">
          <a:xfrm>
            <a:off x="795338" y="1166756"/>
            <a:ext cx="10601324" cy="4910043"/>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源到源编译模型：</a:t>
            </a:r>
            <a:r>
              <a:rPr lang="en-US" altLang="zh-CN" sz="3600" dirty="0">
                <a:latin typeface="微软雅黑" panose="020B0503020204020204" pitchFamily="82" charset="2"/>
                <a:ea typeface="微软雅黑" panose="020B0503020204020204" pitchFamily="82" charset="2"/>
              </a:rPr>
              <a:t>HIQUE</a:t>
            </a:r>
            <a:endParaRPr lang="zh-CN" altLang="en-US" sz="3600" dirty="0">
              <a:latin typeface="微软雅黑" panose="020B0503020204020204" pitchFamily="82" charset="2"/>
              <a:ea typeface="微软雅黑" panose="020B0503020204020204" pitchFamily="82" charset="2"/>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306219" y="1166756"/>
            <a:ext cx="9579560" cy="994237"/>
          </a:xfrm>
        </p:spPr>
        <p:txBody>
          <a:bodyPr/>
          <a:lstStyle/>
          <a:p>
            <a:pPr marL="0" indent="0">
              <a:buNone/>
            </a:pP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、利用代码模板将查询计划源到源编译为</a:t>
            </a:r>
            <a:r>
              <a:rPr lang="en-US" altLang="zh-CN" sz="2400" dirty="0">
                <a:latin typeface="微软雅黑" panose="020B0503020204020204" pitchFamily="34" charset="-122"/>
                <a:ea typeface="微软雅黑" panose="020B0503020204020204" pitchFamily="34" charset="-122"/>
              </a:rPr>
              <a:t>C/C++</a:t>
            </a:r>
            <a:r>
              <a:rPr lang="zh-CN" altLang="en-US" sz="2400" dirty="0">
                <a:latin typeface="微软雅黑" panose="020B0503020204020204" pitchFamily="34" charset="-122"/>
                <a:ea typeface="微软雅黑" panose="020B0503020204020204" pitchFamily="34" charset="-122"/>
              </a:rPr>
              <a:t>代码；</a:t>
            </a:r>
            <a:endParaRPr lang="en-US" altLang="zh-CN" sz="2400" dirty="0">
              <a:latin typeface="微软雅黑" panose="020B0503020204020204" pitchFamily="34" charset="-122"/>
              <a:ea typeface="微软雅黑" panose="020B0503020204020204" pitchFamily="34" charset="-122"/>
            </a:endParaRPr>
          </a:p>
          <a:p>
            <a:pPr marL="0" indent="0">
              <a:buNone/>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、将代码编译为一个共享的对象；</a:t>
            </a:r>
            <a:endParaRPr lang="en-US" altLang="zh-CN" sz="2400" dirty="0">
              <a:latin typeface="微软雅黑" panose="020B0503020204020204" pitchFamily="34" charset="-122"/>
              <a:ea typeface="微软雅黑" panose="020B0503020204020204" pitchFamily="34" charset="-122"/>
            </a:endParaRPr>
          </a:p>
          <a:p>
            <a:pPr marL="0" indent="0">
              <a:buNone/>
            </a:pP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、与数据库管理系统链接以执行查询。</a:t>
            </a:r>
            <a:endParaRPr kumimoji="1" lang="zh-CN" altLang="en-US" sz="2400" dirty="0">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CF9B7809-3119-4311-8175-4F1FCBCF9645}"/>
              </a:ext>
            </a:extLst>
          </p:cNvPr>
          <p:cNvSpPr>
            <a:spLocks noGrp="1"/>
          </p:cNvSpPr>
          <p:nvPr>
            <p:ph type="sldNum" sz="quarter" idx="12"/>
          </p:nvPr>
        </p:nvSpPr>
        <p:spPr/>
        <p:txBody>
          <a:bodyPr/>
          <a:lstStyle/>
          <a:p>
            <a:fld id="{4B0D34C0-35A8-654C-9FBA-7B4E017BD630}" type="slidenum">
              <a:rPr lang="en-US" altLang="zh-CN" smtClean="0"/>
              <a:t>71</a:t>
            </a:fld>
            <a:endParaRPr kumimoji="1" lang="zh-CN" altLang="en-US"/>
          </a:p>
        </p:txBody>
      </p:sp>
      <p:sp>
        <p:nvSpPr>
          <p:cNvPr id="5" name="页脚占位符 4">
            <a:extLst>
              <a:ext uri="{FF2B5EF4-FFF2-40B4-BE49-F238E27FC236}">
                <a16:creationId xmlns:a16="http://schemas.microsoft.com/office/drawing/2014/main" id="{CF1AF767-5D8C-BEED-1DD1-06AD75C0ADB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pic>
        <p:nvPicPr>
          <p:cNvPr id="8" name="图片 4">
            <a:extLst>
              <a:ext uri="{FF2B5EF4-FFF2-40B4-BE49-F238E27FC236}">
                <a16:creationId xmlns:a16="http://schemas.microsoft.com/office/drawing/2014/main" id="{9CE83F2F-556D-B9BD-C568-51FFD1595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2035" y="2595527"/>
            <a:ext cx="7220837" cy="3387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30780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6">
            <a:extLst>
              <a:ext uri="{FF2B5EF4-FFF2-40B4-BE49-F238E27FC236}">
                <a16:creationId xmlns:a16="http://schemas.microsoft.com/office/drawing/2014/main" id="{73F4CD34-02BB-406C-81E4-8D9243E69FA5}"/>
              </a:ext>
            </a:extLst>
          </p:cNvPr>
          <p:cNvSpPr/>
          <p:nvPr/>
        </p:nvSpPr>
        <p:spPr>
          <a:xfrm>
            <a:off x="968315" y="2560450"/>
            <a:ext cx="10255371" cy="3335526"/>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en-US" altLang="zh-CN" sz="3600" dirty="0">
                <a:latin typeface="微软雅黑" panose="020B0503020204020204" pitchFamily="82" charset="2"/>
                <a:ea typeface="微软雅黑" panose="020B0503020204020204" pitchFamily="82" charset="2"/>
              </a:rPr>
              <a:t>HIQUE</a:t>
            </a:r>
            <a:r>
              <a:rPr lang="zh-CN" altLang="en-US" sz="3600" dirty="0">
                <a:latin typeface="微软雅黑" panose="020B0503020204020204" pitchFamily="82" charset="2"/>
                <a:ea typeface="微软雅黑" panose="020B0503020204020204" pitchFamily="82" charset="2"/>
              </a:rPr>
              <a:t>模型示例</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026802" y="1418413"/>
            <a:ext cx="4381215" cy="1301084"/>
          </a:xfrm>
        </p:spPr>
        <p:txBody>
          <a:bodyPr/>
          <a:lstStyle/>
          <a:p>
            <a:r>
              <a:rPr lang="zh-CN" altLang="en-US" sz="2400" b="1" dirty="0">
                <a:solidFill>
                  <a:srgbClr val="6F1687"/>
                </a:solidFill>
                <a:latin typeface="微软雅黑" panose="020B0503020204020204" pitchFamily="34" charset="-122"/>
                <a:ea typeface="微软雅黑" panose="020B0503020204020204" pitchFamily="34" charset="-122"/>
              </a:rPr>
              <a:t>查询获取“某个学号以</a:t>
            </a:r>
            <a:r>
              <a:rPr lang="en-US" altLang="zh-CN" sz="2400" b="1" dirty="0">
                <a:solidFill>
                  <a:srgbClr val="6F1687"/>
                </a:solidFill>
                <a:latin typeface="微软雅黑" panose="020B0503020204020204" pitchFamily="34" charset="-122"/>
                <a:ea typeface="微软雅黑" panose="020B0503020204020204" pitchFamily="34" charset="-122"/>
              </a:rPr>
              <a:t>2021</a:t>
            </a:r>
            <a:r>
              <a:rPr lang="zh-CN" altLang="en-US" sz="2400" b="1" dirty="0">
                <a:solidFill>
                  <a:srgbClr val="6F1687"/>
                </a:solidFill>
                <a:latin typeface="微软雅黑" panose="020B0503020204020204" pitchFamily="34" charset="-122"/>
                <a:ea typeface="微软雅黑" panose="020B0503020204020204" pitchFamily="34" charset="-122"/>
              </a:rPr>
              <a:t>为开头的学生信息”</a:t>
            </a:r>
            <a:endParaRPr kumimoji="1" lang="zh-CN" altLang="en-US" sz="2400" b="1" dirty="0">
              <a:solidFill>
                <a:srgbClr val="6F1687"/>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4530D2A7-2D43-4DC7-BBB7-4C31EE79644A}"/>
              </a:ext>
            </a:extLst>
          </p:cNvPr>
          <p:cNvSpPr txBox="1"/>
          <p:nvPr/>
        </p:nvSpPr>
        <p:spPr>
          <a:xfrm>
            <a:off x="6737410" y="1446275"/>
            <a:ext cx="4486276" cy="923330"/>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='2021'+?</a:t>
            </a:r>
          </a:p>
        </p:txBody>
      </p:sp>
      <p:sp>
        <p:nvSpPr>
          <p:cNvPr id="18" name="文本框 17">
            <a:extLst>
              <a:ext uri="{FF2B5EF4-FFF2-40B4-BE49-F238E27FC236}">
                <a16:creationId xmlns:a16="http://schemas.microsoft.com/office/drawing/2014/main" id="{15578349-3998-41EA-955F-0AFD4947A2BD}"/>
              </a:ext>
            </a:extLst>
          </p:cNvPr>
          <p:cNvSpPr txBox="1"/>
          <p:nvPr/>
        </p:nvSpPr>
        <p:spPr>
          <a:xfrm>
            <a:off x="3142056" y="2767123"/>
            <a:ext cx="5789016" cy="1200329"/>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for t in range(</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table.num_tuples</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tuple = </a:t>
            </a:r>
            <a:r>
              <a:rPr lang="en-US" altLang="zh-CN" dirty="0" err="1">
                <a:solidFill>
                  <a:srgbClr val="FF0000"/>
                </a:solidFill>
                <a:latin typeface="微软雅黑" panose="020B0503020204020204" pitchFamily="34" charset="-122"/>
                <a:ea typeface="微软雅黑" panose="020B0503020204020204" pitchFamily="34" charset="-122"/>
                <a:cs typeface="Courier New" panose="02070309020205020404" pitchFamily="49" charset="0"/>
              </a:rPr>
              <a:t>get_tuple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(table, 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if </a:t>
            </a:r>
            <a:r>
              <a:rPr lang="en-US" altLang="zh-CN" dirty="0">
                <a:solidFill>
                  <a:srgbClr val="FF0000"/>
                </a:solidFill>
                <a:latin typeface="微软雅黑" panose="020B0503020204020204" pitchFamily="34" charset="-122"/>
                <a:ea typeface="微软雅黑" panose="020B0503020204020204" pitchFamily="34" charset="-122"/>
                <a:cs typeface="Courier New" panose="02070309020205020404" pitchFamily="49" charset="0"/>
              </a:rPr>
              <a:t>eval</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(predicate, tuple, params): </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emit(tuple)</a:t>
            </a:r>
          </a:p>
        </p:txBody>
      </p:sp>
      <p:sp>
        <p:nvSpPr>
          <p:cNvPr id="19" name="文本框 18">
            <a:extLst>
              <a:ext uri="{FF2B5EF4-FFF2-40B4-BE49-F238E27FC236}">
                <a16:creationId xmlns:a16="http://schemas.microsoft.com/office/drawing/2014/main" id="{9AA7B0DE-8509-45B2-8A08-79FC61F5EFA9}"/>
              </a:ext>
            </a:extLst>
          </p:cNvPr>
          <p:cNvSpPr txBox="1"/>
          <p:nvPr/>
        </p:nvSpPr>
        <p:spPr>
          <a:xfrm>
            <a:off x="7335978" y="4528122"/>
            <a:ext cx="4171655" cy="923330"/>
          </a:xfrm>
          <a:prstGeom prst="rect">
            <a:avLst/>
          </a:prstGeom>
          <a:noFill/>
        </p:spPr>
        <p:txBody>
          <a:bodyPr wrap="none" rtlCol="0">
            <a:spAutoFit/>
          </a:bodyPr>
          <a:lstStyle/>
          <a:p>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zh-CN" dirty="0">
                <a:latin typeface="微软雅黑" panose="020B0503020204020204" pitchFamily="34" charset="-122"/>
                <a:ea typeface="微软雅黑" panose="020B0503020204020204" pitchFamily="34" charset="-122"/>
              </a:rPr>
              <a:t>） 获取目录中表的模式；</a:t>
            </a:r>
          </a:p>
          <a:p>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zh-CN" dirty="0">
                <a:latin typeface="微软雅黑" panose="020B0503020204020204" pitchFamily="34" charset="-122"/>
                <a:ea typeface="微软雅黑" panose="020B0503020204020204" pitchFamily="34" charset="-122"/>
              </a:rPr>
              <a:t>） 根据元组大小计算偏移</a:t>
            </a:r>
            <a:r>
              <a:rPr lang="en-US" altLang="zh-CN" dirty="0">
                <a:latin typeface="微软雅黑" panose="020B0503020204020204" pitchFamily="34" charset="-122"/>
                <a:ea typeface="微软雅黑" panose="020B0503020204020204" pitchFamily="34" charset="-122"/>
              </a:rPr>
              <a:t>(offset)</a:t>
            </a:r>
            <a:r>
              <a:rPr lang="zh-CN" altLang="zh-CN" dirty="0">
                <a:latin typeface="微软雅黑" panose="020B0503020204020204" pitchFamily="34" charset="-122"/>
                <a:ea typeface="微软雅黑" panose="020B0503020204020204" pitchFamily="34" charset="-122"/>
              </a:rPr>
              <a:t>；</a:t>
            </a:r>
          </a:p>
          <a:p>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zh-CN" dirty="0">
                <a:latin typeface="微软雅黑" panose="020B0503020204020204" pitchFamily="34" charset="-122"/>
                <a:ea typeface="微软雅黑" panose="020B0503020204020204" pitchFamily="34" charset="-122"/>
              </a:rPr>
              <a:t>） 返回元组指针。</a:t>
            </a:r>
          </a:p>
        </p:txBody>
      </p:sp>
      <p:sp>
        <p:nvSpPr>
          <p:cNvPr id="21" name="文本框 20">
            <a:extLst>
              <a:ext uri="{FF2B5EF4-FFF2-40B4-BE49-F238E27FC236}">
                <a16:creationId xmlns:a16="http://schemas.microsoft.com/office/drawing/2014/main" id="{4CB32340-F49E-4B24-BD46-67C95DA7C76C}"/>
              </a:ext>
            </a:extLst>
          </p:cNvPr>
          <p:cNvSpPr txBox="1"/>
          <p:nvPr/>
        </p:nvSpPr>
        <p:spPr>
          <a:xfrm>
            <a:off x="1297465" y="4528122"/>
            <a:ext cx="5004896" cy="1200329"/>
          </a:xfrm>
          <a:prstGeom prst="rect">
            <a:avLst/>
          </a:prstGeom>
          <a:noFill/>
        </p:spPr>
        <p:txBody>
          <a:bodyPr wrap="none" rtlCol="0">
            <a:spAutoFit/>
          </a:bodyPr>
          <a:lstStyle/>
          <a:p>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zh-CN" dirty="0">
                <a:latin typeface="微软雅黑" panose="020B0503020204020204" pitchFamily="34" charset="-122"/>
                <a:ea typeface="微软雅黑" panose="020B0503020204020204" pitchFamily="34" charset="-122"/>
              </a:rPr>
              <a:t>） 执行谓词表达式树，并拉取数值；</a:t>
            </a:r>
          </a:p>
          <a:p>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zh-CN" dirty="0">
                <a:latin typeface="微软雅黑" panose="020B0503020204020204" pitchFamily="34" charset="-122"/>
                <a:ea typeface="微软雅黑" panose="020B0503020204020204" pitchFamily="34" charset="-122"/>
              </a:rPr>
              <a:t>） 在判断语句中计算偏移；</a:t>
            </a:r>
          </a:p>
          <a:p>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zh-CN" dirty="0">
                <a:latin typeface="微软雅黑" panose="020B0503020204020204" pitchFamily="34" charset="-122"/>
                <a:ea typeface="微软雅黑" panose="020B0503020204020204" pitchFamily="34" charset="-122"/>
              </a:rPr>
              <a:t>） 在比较语句中进行必要的数值类型转换；</a:t>
            </a:r>
          </a:p>
          <a:p>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4</a:t>
            </a:r>
            <a:r>
              <a:rPr lang="zh-CN" altLang="zh-CN" dirty="0">
                <a:latin typeface="微软雅黑" panose="020B0503020204020204" pitchFamily="34" charset="-122"/>
                <a:ea typeface="微软雅黑" panose="020B0503020204020204" pitchFamily="34" charset="-122"/>
              </a:rPr>
              <a:t>） 返回</a:t>
            </a:r>
            <a:r>
              <a:rPr lang="en-US" altLang="zh-CN" dirty="0">
                <a:latin typeface="微软雅黑" panose="020B0503020204020204" pitchFamily="34" charset="-122"/>
                <a:ea typeface="微软雅黑" panose="020B0503020204020204" pitchFamily="34" charset="-122"/>
              </a:rPr>
              <a:t>True</a:t>
            </a:r>
            <a:r>
              <a:rPr lang="zh-CN" altLang="zh-CN" dirty="0">
                <a:latin typeface="微软雅黑" panose="020B0503020204020204" pitchFamily="34" charset="-122"/>
                <a:ea typeface="微软雅黑" panose="020B0503020204020204" pitchFamily="34" charset="-122"/>
              </a:rPr>
              <a:t>或</a:t>
            </a:r>
            <a:r>
              <a:rPr lang="en-US" altLang="zh-CN" dirty="0">
                <a:latin typeface="微软雅黑" panose="020B0503020204020204" pitchFamily="34" charset="-122"/>
                <a:ea typeface="微软雅黑" panose="020B0503020204020204" pitchFamily="34" charset="-122"/>
              </a:rPr>
              <a:t>False</a:t>
            </a:r>
            <a:r>
              <a:rPr lang="zh-CN" altLang="zh-CN" dirty="0">
                <a:latin typeface="微软雅黑" panose="020B0503020204020204" pitchFamily="34" charset="-122"/>
                <a:ea typeface="微软雅黑" panose="020B0503020204020204" pitchFamily="34" charset="-122"/>
              </a:rPr>
              <a:t>。</a:t>
            </a:r>
          </a:p>
        </p:txBody>
      </p:sp>
      <p:cxnSp>
        <p:nvCxnSpPr>
          <p:cNvPr id="23" name="直接箭头连接符 22">
            <a:extLst>
              <a:ext uri="{FF2B5EF4-FFF2-40B4-BE49-F238E27FC236}">
                <a16:creationId xmlns:a16="http://schemas.microsoft.com/office/drawing/2014/main" id="{748366E8-CB32-486E-8F63-C32166B37660}"/>
              </a:ext>
            </a:extLst>
          </p:cNvPr>
          <p:cNvCxnSpPr>
            <a:endCxn id="21" idx="0"/>
          </p:cNvCxnSpPr>
          <p:nvPr/>
        </p:nvCxnSpPr>
        <p:spPr bwMode="auto">
          <a:xfrm flipH="1">
            <a:off x="3799913" y="3555546"/>
            <a:ext cx="922470" cy="972576"/>
          </a:xfrm>
          <a:prstGeom prst="straightConnector1">
            <a:avLst/>
          </a:prstGeom>
          <a:ln>
            <a:headEnd type="none" w="med" len="med"/>
            <a:tailEnd type="triangle"/>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3">
            <a:schemeClr val="accent1"/>
          </a:lnRef>
          <a:fillRef idx="0">
            <a:schemeClr val="accent1"/>
          </a:fillRef>
          <a:effectRef idx="2">
            <a:schemeClr val="accent1"/>
          </a:effectRef>
          <a:fontRef idx="minor">
            <a:schemeClr val="tx1"/>
          </a:fontRef>
        </p:style>
      </p:cxnSp>
      <p:cxnSp>
        <p:nvCxnSpPr>
          <p:cNvPr id="25" name="直接箭头连接符 24">
            <a:extLst>
              <a:ext uri="{FF2B5EF4-FFF2-40B4-BE49-F238E27FC236}">
                <a16:creationId xmlns:a16="http://schemas.microsoft.com/office/drawing/2014/main" id="{C1804DD8-BD80-452E-A934-818989C75EA6}"/>
              </a:ext>
            </a:extLst>
          </p:cNvPr>
          <p:cNvCxnSpPr>
            <a:cxnSpLocks/>
          </p:cNvCxnSpPr>
          <p:nvPr/>
        </p:nvCxnSpPr>
        <p:spPr bwMode="auto">
          <a:xfrm>
            <a:off x="6421915" y="3331029"/>
            <a:ext cx="1749879" cy="1197093"/>
          </a:xfrm>
          <a:prstGeom prst="straightConnector1">
            <a:avLst/>
          </a:prstGeom>
          <a:ln>
            <a:headEnd type="none" w="med" len="med"/>
            <a:tailEnd type="triangle"/>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3">
            <a:schemeClr val="accent1"/>
          </a:lnRef>
          <a:fillRef idx="0">
            <a:schemeClr val="accent1"/>
          </a:fillRef>
          <a:effectRef idx="2">
            <a:schemeClr val="accent1"/>
          </a:effectRef>
          <a:fontRef idx="minor">
            <a:schemeClr val="tx1"/>
          </a:fontRef>
        </p:style>
      </p:cxnSp>
      <p:sp>
        <p:nvSpPr>
          <p:cNvPr id="4" name="文本框 3">
            <a:extLst>
              <a:ext uri="{FF2B5EF4-FFF2-40B4-BE49-F238E27FC236}">
                <a16:creationId xmlns:a16="http://schemas.microsoft.com/office/drawing/2014/main" id="{7D7F19D4-E480-456A-8F08-887065021F5A}"/>
              </a:ext>
            </a:extLst>
          </p:cNvPr>
          <p:cNvSpPr txBox="1"/>
          <p:nvPr/>
        </p:nvSpPr>
        <p:spPr>
          <a:xfrm>
            <a:off x="1548729" y="2699894"/>
            <a:ext cx="1338828"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传统模型：</a:t>
            </a:r>
          </a:p>
        </p:txBody>
      </p:sp>
      <p:sp>
        <p:nvSpPr>
          <p:cNvPr id="5" name="灯片编号占位符 4">
            <a:extLst>
              <a:ext uri="{FF2B5EF4-FFF2-40B4-BE49-F238E27FC236}">
                <a16:creationId xmlns:a16="http://schemas.microsoft.com/office/drawing/2014/main" id="{289DDC16-8668-4DAC-88CE-B1A9EE8018B4}"/>
              </a:ext>
            </a:extLst>
          </p:cNvPr>
          <p:cNvSpPr>
            <a:spLocks noGrp="1"/>
          </p:cNvSpPr>
          <p:nvPr>
            <p:ph type="sldNum" sz="quarter" idx="12"/>
          </p:nvPr>
        </p:nvSpPr>
        <p:spPr/>
        <p:txBody>
          <a:bodyPr/>
          <a:lstStyle/>
          <a:p>
            <a:fld id="{4B0D34C0-35A8-654C-9FBA-7B4E017BD630}" type="slidenum">
              <a:rPr lang="en-US" altLang="zh-CN" smtClean="0"/>
              <a:t>72</a:t>
            </a:fld>
            <a:endParaRPr kumimoji="1" lang="zh-CN" altLang="en-US"/>
          </a:p>
        </p:txBody>
      </p:sp>
      <p:sp>
        <p:nvSpPr>
          <p:cNvPr id="6" name="页脚占位符 5">
            <a:extLst>
              <a:ext uri="{FF2B5EF4-FFF2-40B4-BE49-F238E27FC236}">
                <a16:creationId xmlns:a16="http://schemas.microsoft.com/office/drawing/2014/main" id="{96EBF6D8-B884-8C6C-53F1-A3AE06BDA54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42921129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6">
            <a:extLst>
              <a:ext uri="{FF2B5EF4-FFF2-40B4-BE49-F238E27FC236}">
                <a16:creationId xmlns:a16="http://schemas.microsoft.com/office/drawing/2014/main" id="{6FE58633-7941-4467-9EF5-549DBD35A9FA}"/>
              </a:ext>
            </a:extLst>
          </p:cNvPr>
          <p:cNvSpPr/>
          <p:nvPr/>
        </p:nvSpPr>
        <p:spPr>
          <a:xfrm>
            <a:off x="974271" y="2482190"/>
            <a:ext cx="10243458" cy="3451885"/>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en-US" altLang="zh-CN" sz="3600" dirty="0">
                <a:latin typeface="微软雅黑" panose="020B0503020204020204" pitchFamily="82" charset="2"/>
                <a:ea typeface="微软雅黑" panose="020B0503020204020204" pitchFamily="82" charset="2"/>
              </a:rPr>
              <a:t>HIQUE</a:t>
            </a:r>
            <a:r>
              <a:rPr lang="zh-CN" altLang="en-US" sz="3600" dirty="0">
                <a:latin typeface="微软雅黑" panose="020B0503020204020204" pitchFamily="82" charset="2"/>
                <a:ea typeface="微软雅黑" panose="020B0503020204020204" pitchFamily="82" charset="2"/>
              </a:rPr>
              <a:t>模型示例</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026802" y="1304591"/>
            <a:ext cx="4592948" cy="678470"/>
          </a:xfrm>
        </p:spPr>
        <p:txBody>
          <a:bodyPr/>
          <a:lstStyle/>
          <a:p>
            <a:r>
              <a:rPr lang="zh-CN" altLang="en-US" sz="2400" b="1" dirty="0">
                <a:solidFill>
                  <a:srgbClr val="6F1687"/>
                </a:solidFill>
                <a:latin typeface="微软雅黑" panose="020B0503020204020204" pitchFamily="34" charset="-122"/>
                <a:ea typeface="微软雅黑" panose="020B0503020204020204" pitchFamily="34" charset="-122"/>
              </a:rPr>
              <a:t>查询获取“某个学号以</a:t>
            </a:r>
            <a:r>
              <a:rPr lang="en-US" altLang="zh-CN" sz="2400" b="1" dirty="0">
                <a:solidFill>
                  <a:srgbClr val="6F1687"/>
                </a:solidFill>
                <a:latin typeface="微软雅黑" panose="020B0503020204020204" pitchFamily="34" charset="-122"/>
                <a:ea typeface="微软雅黑" panose="020B0503020204020204" pitchFamily="34" charset="-122"/>
              </a:rPr>
              <a:t>2021</a:t>
            </a:r>
            <a:r>
              <a:rPr lang="zh-CN" altLang="en-US" sz="2400" b="1" dirty="0">
                <a:solidFill>
                  <a:srgbClr val="6F1687"/>
                </a:solidFill>
                <a:latin typeface="微软雅黑" panose="020B0503020204020204" pitchFamily="34" charset="-122"/>
                <a:ea typeface="微软雅黑" panose="020B0503020204020204" pitchFamily="34" charset="-122"/>
              </a:rPr>
              <a:t>为开头的学生信息”</a:t>
            </a:r>
            <a:endParaRPr kumimoji="1" lang="zh-CN" altLang="en-US" sz="2400" b="1" dirty="0">
              <a:solidFill>
                <a:srgbClr val="6F1687"/>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4530D2A7-2D43-4DC7-BBB7-4C31EE79644A}"/>
              </a:ext>
            </a:extLst>
          </p:cNvPr>
          <p:cNvSpPr txBox="1"/>
          <p:nvPr/>
        </p:nvSpPr>
        <p:spPr>
          <a:xfrm>
            <a:off x="6783984" y="1304591"/>
            <a:ext cx="4433745" cy="923330"/>
          </a:xfrm>
          <a:prstGeom prst="rect">
            <a:avLst/>
          </a:prstGeom>
          <a:solidFill>
            <a:schemeClr val="bg1">
              <a:lumMod val="95000"/>
            </a:scheme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SELECT *</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FROM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='2021'+?</a:t>
            </a:r>
          </a:p>
        </p:txBody>
      </p:sp>
      <p:sp>
        <p:nvSpPr>
          <p:cNvPr id="18" name="文本框 17">
            <a:extLst>
              <a:ext uri="{FF2B5EF4-FFF2-40B4-BE49-F238E27FC236}">
                <a16:creationId xmlns:a16="http://schemas.microsoft.com/office/drawing/2014/main" id="{15578349-3998-41EA-955F-0AFD4947A2BD}"/>
              </a:ext>
            </a:extLst>
          </p:cNvPr>
          <p:cNvSpPr txBox="1"/>
          <p:nvPr/>
        </p:nvSpPr>
        <p:spPr>
          <a:xfrm>
            <a:off x="3359065" y="2767123"/>
            <a:ext cx="6838072" cy="3139321"/>
          </a:xfrm>
          <a:prstGeom prst="rect">
            <a:avLst/>
          </a:prstGeom>
          <a:solidFill>
            <a:schemeClr val="bg1">
              <a:lumMod val="95000"/>
            </a:schemeClr>
          </a:solidFill>
        </p:spPr>
        <p:txBody>
          <a:bodyPr wrap="square" rtlCol="0">
            <a:spAutoFit/>
          </a:bodyPr>
          <a:lstStyle/>
          <a:p>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tuple_size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p>
          <a:p>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predicate_offset</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p>
          <a:p>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parameter_value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p>
          <a:p>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for t in range(</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table.num_tuples</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tuple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table.data</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tuple_size</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(tuple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predicate_offset</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if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'2021'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parameter_value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emit(tuple)</a:t>
            </a:r>
          </a:p>
          <a:p>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4" name="文本框 3">
            <a:extLst>
              <a:ext uri="{FF2B5EF4-FFF2-40B4-BE49-F238E27FC236}">
                <a16:creationId xmlns:a16="http://schemas.microsoft.com/office/drawing/2014/main" id="{7D7F19D4-E480-456A-8F08-887065021F5A}"/>
              </a:ext>
            </a:extLst>
          </p:cNvPr>
          <p:cNvSpPr txBox="1"/>
          <p:nvPr/>
        </p:nvSpPr>
        <p:spPr>
          <a:xfrm>
            <a:off x="1759404" y="2735437"/>
            <a:ext cx="1643399"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HIQUE</a:t>
            </a:r>
            <a:r>
              <a:rPr lang="zh-CN" altLang="en-US" b="1" dirty="0">
                <a:latin typeface="微软雅黑" panose="020B0503020204020204" pitchFamily="34" charset="-122"/>
                <a:ea typeface="微软雅黑" panose="020B0503020204020204" pitchFamily="34" charset="-122"/>
              </a:rPr>
              <a:t>模型：</a:t>
            </a:r>
          </a:p>
        </p:txBody>
      </p:sp>
      <p:sp>
        <p:nvSpPr>
          <p:cNvPr id="5" name="文本框 4">
            <a:extLst>
              <a:ext uri="{FF2B5EF4-FFF2-40B4-BE49-F238E27FC236}">
                <a16:creationId xmlns:a16="http://schemas.microsoft.com/office/drawing/2014/main" id="{B1AFF63D-6770-4E1A-811F-2293FD421305}"/>
              </a:ext>
            </a:extLst>
          </p:cNvPr>
          <p:cNvSpPr txBox="1"/>
          <p:nvPr/>
        </p:nvSpPr>
        <p:spPr>
          <a:xfrm>
            <a:off x="7829550" y="5384132"/>
            <a:ext cx="201529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t>
            </a:r>
            <a:r>
              <a:rPr lang="zh-CN" altLang="en-US" sz="1600" dirty="0">
                <a:latin typeface="微软雅黑" panose="020B0503020204020204" pitchFamily="34" charset="-122"/>
                <a:ea typeface="微软雅黑" panose="020B0503020204020204" pitchFamily="34" charset="-122"/>
                <a:cs typeface="Courier New" panose="02070309020205020404" pitchFamily="49" charset="0"/>
              </a:rPr>
              <a:t>为预设参数</a:t>
            </a:r>
            <a:r>
              <a:rPr lang="zh-CN" altLang="en-US" sz="1600" dirty="0">
                <a:latin typeface="微软雅黑" panose="020B0503020204020204" pitchFamily="34" charset="-122"/>
                <a:ea typeface="微软雅黑" panose="020B0503020204020204" pitchFamily="34" charset="-122"/>
              </a:rPr>
              <a:t>）</a:t>
            </a:r>
          </a:p>
        </p:txBody>
      </p:sp>
      <p:sp>
        <p:nvSpPr>
          <p:cNvPr id="6" name="灯片编号占位符 5">
            <a:extLst>
              <a:ext uri="{FF2B5EF4-FFF2-40B4-BE49-F238E27FC236}">
                <a16:creationId xmlns:a16="http://schemas.microsoft.com/office/drawing/2014/main" id="{A7208C1F-58DA-44A6-89AB-EA1C37AB83B9}"/>
              </a:ext>
            </a:extLst>
          </p:cNvPr>
          <p:cNvSpPr>
            <a:spLocks noGrp="1"/>
          </p:cNvSpPr>
          <p:nvPr>
            <p:ph type="sldNum" sz="quarter" idx="12"/>
          </p:nvPr>
        </p:nvSpPr>
        <p:spPr/>
        <p:txBody>
          <a:bodyPr/>
          <a:lstStyle/>
          <a:p>
            <a:fld id="{4B0D34C0-35A8-654C-9FBA-7B4E017BD630}" type="slidenum">
              <a:rPr lang="en-US" altLang="zh-CN" smtClean="0"/>
              <a:t>73</a:t>
            </a:fld>
            <a:endParaRPr kumimoji="1" lang="zh-CN" altLang="en-US"/>
          </a:p>
        </p:txBody>
      </p:sp>
      <p:sp>
        <p:nvSpPr>
          <p:cNvPr id="7" name="页脚占位符 6">
            <a:extLst>
              <a:ext uri="{FF2B5EF4-FFF2-40B4-BE49-F238E27FC236}">
                <a16:creationId xmlns:a16="http://schemas.microsoft.com/office/drawing/2014/main" id="{A3B739B8-D837-036E-74B5-3B37A181B61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4054876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6">
            <a:extLst>
              <a:ext uri="{FF2B5EF4-FFF2-40B4-BE49-F238E27FC236}">
                <a16:creationId xmlns:a16="http://schemas.microsoft.com/office/drawing/2014/main" id="{31EE763D-AD4F-4DC8-8742-0843269C339D}"/>
              </a:ext>
            </a:extLst>
          </p:cNvPr>
          <p:cNvSpPr/>
          <p:nvPr/>
        </p:nvSpPr>
        <p:spPr>
          <a:xfrm>
            <a:off x="794194" y="3270251"/>
            <a:ext cx="10601324" cy="3086099"/>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9" name="任意多边形: 形状 8">
            <a:extLst>
              <a:ext uri="{FF2B5EF4-FFF2-40B4-BE49-F238E27FC236}">
                <a16:creationId xmlns:a16="http://schemas.microsoft.com/office/drawing/2014/main" id="{846E943D-7753-47A2-9F18-EF18866C182E}"/>
              </a:ext>
            </a:extLst>
          </p:cNvPr>
          <p:cNvSpPr/>
          <p:nvPr/>
        </p:nvSpPr>
        <p:spPr bwMode="auto">
          <a:xfrm>
            <a:off x="795338" y="1087086"/>
            <a:ext cx="10601324" cy="1974166"/>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实时编译模型：</a:t>
            </a:r>
            <a:r>
              <a:rPr lang="en-US" altLang="zh-CN" sz="3600" dirty="0">
                <a:latin typeface="微软雅黑" panose="020B0503020204020204" pitchFamily="82" charset="2"/>
                <a:ea typeface="微软雅黑" panose="020B0503020204020204" pitchFamily="82" charset="2"/>
              </a:rPr>
              <a:t>HYPER</a:t>
            </a:r>
            <a:endParaRPr lang="zh-CN" altLang="en-US" sz="3600" dirty="0">
              <a:latin typeface="微软雅黑" panose="020B0503020204020204" pitchFamily="82" charset="2"/>
              <a:ea typeface="微软雅黑" panose="020B0503020204020204" pitchFamily="82" charset="2"/>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881767" y="1221855"/>
            <a:ext cx="10270462" cy="1270441"/>
          </a:xfrm>
        </p:spPr>
        <p:txBody>
          <a:bodyPr/>
          <a:lstStyle/>
          <a:p>
            <a:r>
              <a:rPr lang="en-US" altLang="zh-CN" sz="2400" b="1" dirty="0">
                <a:solidFill>
                  <a:srgbClr val="6F1687"/>
                </a:solidFill>
                <a:latin typeface="微软雅黑" panose="020B0503020204020204" pitchFamily="34" charset="-122"/>
                <a:ea typeface="微软雅黑" panose="020B0503020204020204" pitchFamily="34" charset="-122"/>
              </a:rPr>
              <a:t>HYPER</a:t>
            </a:r>
            <a:r>
              <a:rPr lang="zh-CN" altLang="en-US" sz="2400" b="1" dirty="0">
                <a:solidFill>
                  <a:srgbClr val="6F1687"/>
                </a:solidFill>
                <a:latin typeface="微软雅黑" panose="020B0503020204020204" pitchFamily="34" charset="-122"/>
                <a:ea typeface="微软雅黑" panose="020B0503020204020204" pitchFamily="34" charset="-122"/>
              </a:rPr>
              <a:t>是基于实时编译的代码生成模型；</a:t>
            </a:r>
            <a:endParaRPr lang="en-US" altLang="zh-CN" sz="2400" b="1" dirty="0">
              <a:solidFill>
                <a:srgbClr val="6F1687"/>
              </a:solidFill>
              <a:latin typeface="微软雅黑" panose="020B0503020204020204" pitchFamily="34" charset="-122"/>
              <a:ea typeface="微软雅黑" panose="020B0503020204020204" pitchFamily="34" charset="-122"/>
            </a:endParaRPr>
          </a:p>
          <a:p>
            <a:r>
              <a:rPr lang="zh-CN" altLang="en-US" sz="2400" b="1" dirty="0">
                <a:solidFill>
                  <a:srgbClr val="6F1687"/>
                </a:solidFill>
                <a:latin typeface="微软雅黑" panose="020B0503020204020204" pitchFamily="34" charset="-122"/>
                <a:ea typeface="微软雅黑" panose="020B0503020204020204" pitchFamily="34" charset="-122"/>
              </a:rPr>
              <a:t>并且是自下而上的、以数据为中心的推送式模型；</a:t>
            </a:r>
            <a:endParaRPr lang="en-US" altLang="zh-CN" sz="2400" b="1" dirty="0">
              <a:solidFill>
                <a:srgbClr val="6F1687"/>
              </a:solidFill>
              <a:latin typeface="微软雅黑" panose="020B0503020204020204" pitchFamily="34" charset="-122"/>
              <a:ea typeface="微软雅黑" panose="020B0503020204020204" pitchFamily="34" charset="-122"/>
            </a:endParaRPr>
          </a:p>
          <a:p>
            <a:r>
              <a:rPr lang="zh-CN" altLang="en-US" sz="2400" b="1" dirty="0">
                <a:solidFill>
                  <a:srgbClr val="6F1687"/>
                </a:solidFill>
                <a:latin typeface="微软雅黑" panose="020B0503020204020204" pitchFamily="34" charset="-122"/>
                <a:ea typeface="微软雅黑" panose="020B0503020204020204" pitchFamily="34" charset="-122"/>
              </a:rPr>
              <a:t>引入了流水线（</a:t>
            </a:r>
            <a:r>
              <a:rPr lang="en-US" altLang="zh-CN" sz="2400" b="1" dirty="0">
                <a:solidFill>
                  <a:srgbClr val="6F1687"/>
                </a:solidFill>
                <a:latin typeface="微软雅黑" panose="020B0503020204020204" pitchFamily="34" charset="-122"/>
                <a:ea typeface="微软雅黑" panose="020B0503020204020204" pitchFamily="34" charset="-122"/>
              </a:rPr>
              <a:t>pipeline</a:t>
            </a:r>
            <a:r>
              <a:rPr lang="zh-CN" altLang="en-US" sz="2400" b="1" dirty="0">
                <a:solidFill>
                  <a:srgbClr val="6F1687"/>
                </a:solidFill>
                <a:latin typeface="微软雅黑" panose="020B0503020204020204" pitchFamily="34" charset="-122"/>
                <a:ea typeface="微软雅黑" panose="020B0503020204020204" pitchFamily="34" charset="-122"/>
              </a:rPr>
              <a:t>）的概念。所谓流水线指的是查询计划的表达式树的一段，在这一段中，数据元组可以一直保留在寄存器中。</a:t>
            </a:r>
            <a:endParaRPr kumimoji="1" lang="zh-CN" altLang="en-US" sz="2400" b="1" dirty="0">
              <a:solidFill>
                <a:srgbClr val="6F1687"/>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DF2E41B1-49B3-4C42-87C9-4407DACC4AA4}"/>
              </a:ext>
            </a:extLst>
          </p:cNvPr>
          <p:cNvSpPr>
            <a:spLocks noGrp="1"/>
          </p:cNvSpPr>
          <p:nvPr>
            <p:ph type="sldNum" sz="quarter" idx="12"/>
          </p:nvPr>
        </p:nvSpPr>
        <p:spPr/>
        <p:txBody>
          <a:bodyPr/>
          <a:lstStyle/>
          <a:p>
            <a:fld id="{4B0D34C0-35A8-654C-9FBA-7B4E017BD630}" type="slidenum">
              <a:rPr lang="en-US" altLang="zh-CN" smtClean="0"/>
              <a:t>74</a:t>
            </a:fld>
            <a:endParaRPr kumimoji="1" lang="zh-CN" altLang="en-US"/>
          </a:p>
        </p:txBody>
      </p:sp>
      <p:sp>
        <p:nvSpPr>
          <p:cNvPr id="5" name="页脚占位符 4">
            <a:extLst>
              <a:ext uri="{FF2B5EF4-FFF2-40B4-BE49-F238E27FC236}">
                <a16:creationId xmlns:a16="http://schemas.microsoft.com/office/drawing/2014/main" id="{22B86070-1CA4-AC88-1111-AC47B80B6C1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pic>
        <p:nvPicPr>
          <p:cNvPr id="6" name="图片 2">
            <a:extLst>
              <a:ext uri="{FF2B5EF4-FFF2-40B4-BE49-F238E27FC236}">
                <a16:creationId xmlns:a16="http://schemas.microsoft.com/office/drawing/2014/main" id="{645D18D2-662C-2321-6398-E994AC597B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7957" y="3429000"/>
            <a:ext cx="6033799" cy="2794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83940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6">
            <a:extLst>
              <a:ext uri="{FF2B5EF4-FFF2-40B4-BE49-F238E27FC236}">
                <a16:creationId xmlns:a16="http://schemas.microsoft.com/office/drawing/2014/main" id="{4FB692C1-6DAD-42AE-8D5D-3B0C74A76147}"/>
              </a:ext>
            </a:extLst>
          </p:cNvPr>
          <p:cNvSpPr/>
          <p:nvPr/>
        </p:nvSpPr>
        <p:spPr>
          <a:xfrm>
            <a:off x="5400421" y="1438698"/>
            <a:ext cx="6102936" cy="4273925"/>
          </a:xfrm>
          <a:prstGeom prst="roundRect">
            <a:avLst>
              <a:gd name="adj" fmla="val 2991"/>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en-US" altLang="zh-CN" sz="3600" dirty="0">
                <a:latin typeface="微软雅黑" panose="020B0503020204020204" pitchFamily="82" charset="2"/>
                <a:ea typeface="微软雅黑" panose="020B0503020204020204" pitchFamily="82" charset="2"/>
              </a:rPr>
              <a:t>HYPER</a:t>
            </a:r>
            <a:r>
              <a:rPr lang="zh-CN" altLang="en-US" sz="3600" dirty="0">
                <a:latin typeface="微软雅黑" panose="020B0503020204020204" pitchFamily="82" charset="2"/>
                <a:ea typeface="微软雅黑" panose="020B0503020204020204" pitchFamily="82" charset="2"/>
              </a:rPr>
              <a:t>示例</a:t>
            </a:r>
          </a:p>
        </p:txBody>
      </p:sp>
      <p:sp>
        <p:nvSpPr>
          <p:cNvPr id="16" name="文本框 15">
            <a:extLst>
              <a:ext uri="{FF2B5EF4-FFF2-40B4-BE49-F238E27FC236}">
                <a16:creationId xmlns:a16="http://schemas.microsoft.com/office/drawing/2014/main" id="{4530D2A7-2D43-4DC7-BBB7-4C31EE79644A}"/>
              </a:ext>
            </a:extLst>
          </p:cNvPr>
          <p:cNvSpPr txBox="1"/>
          <p:nvPr/>
        </p:nvSpPr>
        <p:spPr>
          <a:xfrm>
            <a:off x="676973" y="2986313"/>
            <a:ext cx="4487985" cy="2308324"/>
          </a:xfrm>
          <a:prstGeom prst="rect">
            <a:avLst/>
          </a:prstGeom>
          <a:solidFill>
            <a:schemeClr val="bg1">
              <a:lumMod val="95000"/>
            </a:schemeClr>
          </a:solidFill>
        </p:spPr>
        <p:txBody>
          <a:bodyPr wrap="square" rtlCol="0">
            <a:spAutoFit/>
          </a:bodyPr>
          <a:lstStyle/>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SELECT *</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FROM Dept, Register,</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(SELECT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COUNT(*)</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FROM SC</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SC.Grade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GROUP BY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AS SC</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WHERE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Dept.campus</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'North'</a:t>
            </a: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Dept.Dname</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Student.Sdept</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a:p>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AND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latin typeface="微软雅黑" panose="020B0503020204020204" pitchFamily="34" charset="-122"/>
              <a:ea typeface="微软雅黑" panose="020B0503020204020204" pitchFamily="34" charset="-122"/>
              <a:cs typeface="Courier New" panose="02070309020205020404" pitchFamily="49" charset="0"/>
            </a:endParaRPr>
          </a:p>
        </p:txBody>
      </p:sp>
      <p:grpSp>
        <p:nvGrpSpPr>
          <p:cNvPr id="5" name="组合 4">
            <a:extLst>
              <a:ext uri="{FF2B5EF4-FFF2-40B4-BE49-F238E27FC236}">
                <a16:creationId xmlns:a16="http://schemas.microsoft.com/office/drawing/2014/main" id="{B8A1D273-B220-4614-B588-97D811FCAB72}"/>
              </a:ext>
            </a:extLst>
          </p:cNvPr>
          <p:cNvGrpSpPr/>
          <p:nvPr/>
        </p:nvGrpSpPr>
        <p:grpSpPr>
          <a:xfrm>
            <a:off x="5400421" y="1438698"/>
            <a:ext cx="5798011" cy="4004411"/>
            <a:chOff x="5469577" y="907634"/>
            <a:chExt cx="6110053" cy="4840435"/>
          </a:xfrm>
        </p:grpSpPr>
        <p:sp>
          <p:nvSpPr>
            <p:cNvPr id="17" name="文本框 16">
              <a:extLst>
                <a:ext uri="{FF2B5EF4-FFF2-40B4-BE49-F238E27FC236}">
                  <a16:creationId xmlns:a16="http://schemas.microsoft.com/office/drawing/2014/main" id="{74DE8D56-D656-4F9D-AF4B-02495EB49B6B}"/>
                </a:ext>
              </a:extLst>
            </p:cNvPr>
            <p:cNvSpPr txBox="1"/>
            <p:nvPr/>
          </p:nvSpPr>
          <p:spPr>
            <a:xfrm>
              <a:off x="7747984" y="5409515"/>
              <a:ext cx="1826141"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表达式树及流水线</a:t>
              </a:r>
            </a:p>
          </p:txBody>
        </p:sp>
        <p:sp>
          <p:nvSpPr>
            <p:cNvPr id="20" name="文本框 19">
              <a:extLst>
                <a:ext uri="{FF2B5EF4-FFF2-40B4-BE49-F238E27FC236}">
                  <a16:creationId xmlns:a16="http://schemas.microsoft.com/office/drawing/2014/main" id="{B27D7858-936C-4E97-B4DE-D4FFC7A48CE4}"/>
                </a:ext>
              </a:extLst>
            </p:cNvPr>
            <p:cNvSpPr txBox="1"/>
            <p:nvPr/>
          </p:nvSpPr>
          <p:spPr>
            <a:xfrm>
              <a:off x="6316234" y="3025306"/>
              <a:ext cx="1279766" cy="706862"/>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campus = ’North’</a:t>
              </a:r>
            </a:p>
          </p:txBody>
        </p:sp>
        <p:sp>
          <p:nvSpPr>
            <p:cNvPr id="21" name="文本框 20">
              <a:extLst>
                <a:ext uri="{FF2B5EF4-FFF2-40B4-BE49-F238E27FC236}">
                  <a16:creationId xmlns:a16="http://schemas.microsoft.com/office/drawing/2014/main" id="{3AE7CD9B-7B3D-4BF4-8F82-1B26F9F6D08E}"/>
                </a:ext>
              </a:extLst>
            </p:cNvPr>
            <p:cNvSpPr txBox="1"/>
            <p:nvPr/>
          </p:nvSpPr>
          <p:spPr>
            <a:xfrm>
              <a:off x="8357148" y="4112944"/>
              <a:ext cx="1293775" cy="338554"/>
            </a:xfrm>
            <a:prstGeom prst="rect">
              <a:avLst/>
            </a:prstGeom>
            <a:solidFill>
              <a:schemeClr val="bg1">
                <a:lumMod val="95000"/>
              </a:schemeClr>
            </a:solidFill>
          </p:spPr>
          <p:txBody>
            <a:bodyPr wrap="square" rtlCol="0">
              <a:spAutoFit/>
            </a:bodyPr>
            <a:lstStyle/>
            <a:p>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Grade = ?</a:t>
              </a:r>
            </a:p>
          </p:txBody>
        </p:sp>
        <p:sp>
          <p:nvSpPr>
            <p:cNvPr id="22" name="文本框 21">
              <a:extLst>
                <a:ext uri="{FF2B5EF4-FFF2-40B4-BE49-F238E27FC236}">
                  <a16:creationId xmlns:a16="http://schemas.microsoft.com/office/drawing/2014/main" id="{765AE786-2453-422F-A7C8-BC4D3D92EEC2}"/>
                </a:ext>
              </a:extLst>
            </p:cNvPr>
            <p:cNvSpPr txBox="1"/>
            <p:nvPr/>
          </p:nvSpPr>
          <p:spPr>
            <a:xfrm>
              <a:off x="8387308" y="2965648"/>
              <a:ext cx="1267633" cy="584775"/>
            </a:xfrm>
            <a:prstGeom prst="rect">
              <a:avLst/>
            </a:prstGeom>
            <a:solidFill>
              <a:schemeClr val="bg1">
                <a:lumMod val="95000"/>
              </a:schemeClr>
            </a:solidFill>
          </p:spPr>
          <p:txBody>
            <a:bodyPr wrap="square" rtlCol="0">
              <a:spAutoFit/>
            </a:bodyPr>
            <a:lstStyle/>
            <a:p>
              <a:r>
                <a:rPr lang="en-US"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COUNT(*)</a:t>
              </a:r>
            </a:p>
          </p:txBody>
        </p:sp>
        <p:sp>
          <p:nvSpPr>
            <p:cNvPr id="23" name="文本框 22">
              <a:extLst>
                <a:ext uri="{FF2B5EF4-FFF2-40B4-BE49-F238E27FC236}">
                  <a16:creationId xmlns:a16="http://schemas.microsoft.com/office/drawing/2014/main" id="{855D4C48-5BC2-4804-8625-FD8FAFA4C7A4}"/>
                </a:ext>
              </a:extLst>
            </p:cNvPr>
            <p:cNvSpPr txBox="1"/>
            <p:nvPr/>
          </p:nvSpPr>
          <p:spPr>
            <a:xfrm>
              <a:off x="9750845" y="2176238"/>
              <a:ext cx="1799123" cy="706862"/>
            </a:xfrm>
            <a:prstGeom prst="rect">
              <a:avLst/>
            </a:prstGeom>
            <a:solidFill>
              <a:schemeClr val="bg1">
                <a:lumMod val="95000"/>
              </a:schemeClr>
            </a:solidFill>
          </p:spPr>
          <p:txBody>
            <a:bodyPr wrap="squar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24" name="文本框 23">
              <a:extLst>
                <a:ext uri="{FF2B5EF4-FFF2-40B4-BE49-F238E27FC236}">
                  <a16:creationId xmlns:a16="http://schemas.microsoft.com/office/drawing/2014/main" id="{A51C409A-41B8-4BB7-8AFA-0915DEE844F3}"/>
                </a:ext>
              </a:extLst>
            </p:cNvPr>
            <p:cNvSpPr txBox="1"/>
            <p:nvPr/>
          </p:nvSpPr>
          <p:spPr>
            <a:xfrm>
              <a:off x="8489425" y="1232951"/>
              <a:ext cx="3090205"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Dept.Dname</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Student.Sdept</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69B1C9A0-7C74-472D-BCDE-F62A38B71428}"/>
                    </a:ext>
                  </a:extLst>
                </p:cNvPr>
                <p:cNvSpPr txBox="1"/>
                <p:nvPr/>
              </p:nvSpPr>
              <p:spPr>
                <a:xfrm>
                  <a:off x="5686418" y="2648774"/>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chemeClr val="accent1"/>
                            </a:solidFill>
                            <a:latin typeface="Cambria Math" panose="02040503050406030204" pitchFamily="18" charset="0"/>
                          </a:rPr>
                          <m:t>𝜎</m:t>
                        </m:r>
                      </m:oMath>
                    </m:oMathPara>
                  </a14:m>
                  <a:endParaRPr lang="en-US" sz="4800" dirty="0">
                    <a:solidFill>
                      <a:schemeClr val="accent1"/>
                    </a:solidFill>
                    <a:latin typeface="微软雅黑" panose="020B0503020204020204" pitchFamily="34" charset="-122"/>
                    <a:ea typeface="微软雅黑" panose="020B0503020204020204" pitchFamily="34" charset="-122"/>
                  </a:endParaRPr>
                </a:p>
              </p:txBody>
            </p:sp>
          </mc:Choice>
          <mc:Fallback xmlns="">
            <p:sp>
              <p:nvSpPr>
                <p:cNvPr id="29" name="文本框 28">
                  <a:extLst>
                    <a:ext uri="{FF2B5EF4-FFF2-40B4-BE49-F238E27FC236}">
                      <a16:creationId xmlns:a16="http://schemas.microsoft.com/office/drawing/2014/main" id="{69B1C9A0-7C74-472D-BCDE-F62A38B71428}"/>
                    </a:ext>
                  </a:extLst>
                </p:cNvPr>
                <p:cNvSpPr txBox="1">
                  <a:spLocks noRot="1" noChangeAspect="1" noMove="1" noResize="1" noEditPoints="1" noAdjustHandles="1" noChangeArrowheads="1" noChangeShapeType="1" noTextEdit="1"/>
                </p:cNvSpPr>
                <p:nvPr/>
              </p:nvSpPr>
              <p:spPr>
                <a:xfrm>
                  <a:off x="5686418" y="2648774"/>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7CAFCF31-657E-47B0-90DD-70667A0E0C85}"/>
                    </a:ext>
                  </a:extLst>
                </p:cNvPr>
                <p:cNvSpPr txBox="1"/>
                <p:nvPr/>
              </p:nvSpPr>
              <p:spPr>
                <a:xfrm>
                  <a:off x="7820618" y="907634"/>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7030A0"/>
                            </a:solidFill>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30" name="文本框 29">
                  <a:extLst>
                    <a:ext uri="{FF2B5EF4-FFF2-40B4-BE49-F238E27FC236}">
                      <a16:creationId xmlns:a16="http://schemas.microsoft.com/office/drawing/2014/main" id="{7CAFCF31-657E-47B0-90DD-70667A0E0C85}"/>
                    </a:ext>
                  </a:extLst>
                </p:cNvPr>
                <p:cNvSpPr txBox="1">
                  <a:spLocks noRot="1" noChangeAspect="1" noMove="1" noResize="1" noEditPoints="1" noAdjustHandles="1" noChangeArrowheads="1" noChangeShapeType="1" noTextEdit="1"/>
                </p:cNvSpPr>
                <p:nvPr/>
              </p:nvSpPr>
              <p:spPr>
                <a:xfrm>
                  <a:off x="7820618" y="907634"/>
                  <a:ext cx="878767" cy="830997"/>
                </a:xfrm>
                <a:prstGeom prst="rect">
                  <a:avLst/>
                </a:prstGeom>
                <a:blipFill>
                  <a:blip r:embed="rId4"/>
                  <a:stretch>
                    <a:fillRect/>
                  </a:stretch>
                </a:blipFill>
              </p:spPr>
              <p:txBody>
                <a:bodyPr/>
                <a:lstStyle/>
                <a:p>
                  <a:r>
                    <a:rPr lang="zh-CN" altLang="en-US">
                      <a:noFill/>
                    </a:rPr>
                    <a:t> </a:t>
                  </a:r>
                </a:p>
              </p:txBody>
            </p:sp>
          </mc:Fallback>
        </mc:AlternateContent>
        <p:sp>
          <p:nvSpPr>
            <p:cNvPr id="31" name="矩形 30">
              <a:extLst>
                <a:ext uri="{FF2B5EF4-FFF2-40B4-BE49-F238E27FC236}">
                  <a16:creationId xmlns:a16="http://schemas.microsoft.com/office/drawing/2014/main" id="{DE3F9796-B583-41B0-B57F-CF235349FF0A}"/>
                </a:ext>
              </a:extLst>
            </p:cNvPr>
            <p:cNvSpPr/>
            <p:nvPr/>
          </p:nvSpPr>
          <p:spPr>
            <a:xfrm>
              <a:off x="7303158" y="4035526"/>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B</a:t>
              </a:r>
              <a:endParaRPr lang="zh-CN" altLang="en-US"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FDCED5D3-13CE-4D68-8318-88C3307E8303}"/>
                </a:ext>
              </a:extLst>
            </p:cNvPr>
            <p:cNvSpPr/>
            <p:nvPr/>
          </p:nvSpPr>
          <p:spPr>
            <a:xfrm>
              <a:off x="8218357" y="2362247"/>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C</a:t>
              </a:r>
              <a:endParaRPr lang="zh-CN" altLang="en-US"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49106003-1153-4382-AA58-087614AA4E10}"/>
                </a:ext>
              </a:extLst>
            </p:cNvPr>
            <p:cNvSpPr/>
            <p:nvPr/>
          </p:nvSpPr>
          <p:spPr>
            <a:xfrm>
              <a:off x="9939311" y="3420920"/>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D</a:t>
              </a:r>
              <a:endParaRPr lang="zh-CN" altLang="en-US"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E40EDD27-94D2-48A7-BC15-63A304F632C1}"/>
                    </a:ext>
                  </a:extLst>
                </p:cNvPr>
                <p:cNvSpPr txBox="1"/>
                <p:nvPr/>
              </p:nvSpPr>
              <p:spPr>
                <a:xfrm>
                  <a:off x="9061936" y="1821040"/>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7030A0"/>
                            </a:solidFill>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34" name="文本框 33">
                  <a:extLst>
                    <a:ext uri="{FF2B5EF4-FFF2-40B4-BE49-F238E27FC236}">
                      <a16:creationId xmlns:a16="http://schemas.microsoft.com/office/drawing/2014/main" id="{E40EDD27-94D2-48A7-BC15-63A304F632C1}"/>
                    </a:ext>
                  </a:extLst>
                </p:cNvPr>
                <p:cNvSpPr txBox="1">
                  <a:spLocks noRot="1" noChangeAspect="1" noMove="1" noResize="1" noEditPoints="1" noAdjustHandles="1" noChangeArrowheads="1" noChangeShapeType="1" noTextEdit="1"/>
                </p:cNvSpPr>
                <p:nvPr/>
              </p:nvSpPr>
              <p:spPr>
                <a:xfrm>
                  <a:off x="9061936" y="1821040"/>
                  <a:ext cx="878767" cy="83099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C9AFEEAB-3164-4F4C-82BB-A31D6DC9CD1B}"/>
                    </a:ext>
                  </a:extLst>
                </p:cNvPr>
                <p:cNvSpPr txBox="1"/>
                <p:nvPr/>
              </p:nvSpPr>
              <p:spPr>
                <a:xfrm>
                  <a:off x="7661526" y="3729638"/>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0B0F0"/>
                            </a:solidFill>
                            <a:latin typeface="Cambria Math" panose="02040503050406030204" pitchFamily="18" charset="0"/>
                          </a:rPr>
                          <m:t>𝜎</m:t>
                        </m:r>
                      </m:oMath>
                    </m:oMathPara>
                  </a14:m>
                  <a:endParaRPr lang="en-US" sz="4800" dirty="0">
                    <a:solidFill>
                      <a:srgbClr val="00B0F0"/>
                    </a:solidFill>
                    <a:latin typeface="微软雅黑" panose="020B0503020204020204" pitchFamily="34" charset="-122"/>
                    <a:ea typeface="微软雅黑" panose="020B0503020204020204" pitchFamily="34" charset="-122"/>
                  </a:endParaRPr>
                </a:p>
              </p:txBody>
            </p:sp>
          </mc:Choice>
          <mc:Fallback xmlns="">
            <p:sp>
              <p:nvSpPr>
                <p:cNvPr id="35" name="文本框 34">
                  <a:extLst>
                    <a:ext uri="{FF2B5EF4-FFF2-40B4-BE49-F238E27FC236}">
                      <a16:creationId xmlns:a16="http://schemas.microsoft.com/office/drawing/2014/main" id="{C9AFEEAB-3164-4F4C-82BB-A31D6DC9CD1B}"/>
                    </a:ext>
                  </a:extLst>
                </p:cNvPr>
                <p:cNvSpPr txBox="1">
                  <a:spLocks noRot="1" noChangeAspect="1" noMove="1" noResize="1" noEditPoints="1" noAdjustHandles="1" noChangeArrowheads="1" noChangeShapeType="1" noTextEdit="1"/>
                </p:cNvSpPr>
                <p:nvPr/>
              </p:nvSpPr>
              <p:spPr>
                <a:xfrm>
                  <a:off x="7661526" y="3729638"/>
                  <a:ext cx="743088" cy="83099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5B00B2E0-FFB7-40E3-A11E-AA54F1CE621B}"/>
                    </a:ext>
                  </a:extLst>
                </p:cNvPr>
                <p:cNvSpPr txBox="1"/>
                <p:nvPr/>
              </p:nvSpPr>
              <p:spPr>
                <a:xfrm>
                  <a:off x="7721399" y="2728087"/>
                  <a:ext cx="69762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sz="4800" b="0" i="1" smtClean="0">
                            <a:solidFill>
                              <a:srgbClr val="FFC000"/>
                            </a:solidFill>
                            <a:latin typeface="Cambria Math" panose="02040503050406030204" pitchFamily="18" charset="0"/>
                            <a:ea typeface="Cambria Math" panose="02040503050406030204" pitchFamily="18" charset="0"/>
                          </a:rPr>
                          <m:t>Γ</m:t>
                        </m:r>
                      </m:oMath>
                    </m:oMathPara>
                  </a14:m>
                  <a:endParaRPr lang="en-US" sz="4800" b="0" dirty="0">
                    <a:solidFill>
                      <a:srgbClr val="FFC000"/>
                    </a:solidFill>
                    <a:latin typeface="微软雅黑" panose="020B0503020204020204" pitchFamily="34" charset="-122"/>
                    <a:ea typeface="微软雅黑" panose="020B0503020204020204" pitchFamily="34" charset="-122"/>
                  </a:endParaRPr>
                </a:p>
              </p:txBody>
            </p:sp>
          </mc:Choice>
          <mc:Fallback xmlns="">
            <p:sp>
              <p:nvSpPr>
                <p:cNvPr id="36" name="文本框 35">
                  <a:extLst>
                    <a:ext uri="{FF2B5EF4-FFF2-40B4-BE49-F238E27FC236}">
                      <a16:creationId xmlns:a16="http://schemas.microsoft.com/office/drawing/2014/main" id="{5B00B2E0-FFB7-40E3-A11E-AA54F1CE621B}"/>
                    </a:ext>
                  </a:extLst>
                </p:cNvPr>
                <p:cNvSpPr txBox="1">
                  <a:spLocks noRot="1" noChangeAspect="1" noMove="1" noResize="1" noEditPoints="1" noAdjustHandles="1" noChangeArrowheads="1" noChangeShapeType="1" noTextEdit="1"/>
                </p:cNvSpPr>
                <p:nvPr/>
              </p:nvSpPr>
              <p:spPr>
                <a:xfrm>
                  <a:off x="7721399" y="2728087"/>
                  <a:ext cx="697627" cy="830997"/>
                </a:xfrm>
                <a:prstGeom prst="rect">
                  <a:avLst/>
                </a:prstGeom>
                <a:blipFill>
                  <a:blip r:embed="rId7"/>
                  <a:stretch>
                    <a:fillRect/>
                  </a:stretch>
                </a:blipFill>
              </p:spPr>
              <p:txBody>
                <a:bodyPr/>
                <a:lstStyle/>
                <a:p>
                  <a:r>
                    <a:rPr lang="zh-CN" altLang="en-US">
                      <a:noFill/>
                    </a:rPr>
                    <a:t> </a:t>
                  </a:r>
                </a:p>
              </p:txBody>
            </p:sp>
          </mc:Fallback>
        </mc:AlternateContent>
        <p:cxnSp>
          <p:nvCxnSpPr>
            <p:cNvPr id="37" name="直接箭头连接符 36">
              <a:extLst>
                <a:ext uri="{FF2B5EF4-FFF2-40B4-BE49-F238E27FC236}">
                  <a16:creationId xmlns:a16="http://schemas.microsoft.com/office/drawing/2014/main" id="{2E04D0F7-0E38-4C48-8A94-3F979F064756}"/>
                </a:ext>
              </a:extLst>
            </p:cNvPr>
            <p:cNvCxnSpPr>
              <a:cxnSpLocks/>
              <a:stCxn id="45" idx="1"/>
            </p:cNvCxnSpPr>
            <p:nvPr/>
          </p:nvCxnSpPr>
          <p:spPr>
            <a:xfrm flipH="1" flipV="1">
              <a:off x="7968628" y="4404557"/>
              <a:ext cx="4018" cy="462626"/>
            </a:xfrm>
            <a:prstGeom prst="straightConnector1">
              <a:avLst/>
            </a:prstGeom>
            <a:ln>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38" name="直接箭头连接符 37">
              <a:extLst>
                <a:ext uri="{FF2B5EF4-FFF2-40B4-BE49-F238E27FC236}">
                  <a16:creationId xmlns:a16="http://schemas.microsoft.com/office/drawing/2014/main" id="{5BBC9510-15A3-4C37-92C7-6AD8F4DAEDFB}"/>
                </a:ext>
              </a:extLst>
            </p:cNvPr>
            <p:cNvCxnSpPr>
              <a:cxnSpLocks/>
            </p:cNvCxnSpPr>
            <p:nvPr/>
          </p:nvCxnSpPr>
          <p:spPr>
            <a:xfrm flipV="1">
              <a:off x="7968628" y="3479771"/>
              <a:ext cx="0" cy="499734"/>
            </a:xfrm>
            <a:prstGeom prst="straightConnector1">
              <a:avLst/>
            </a:prstGeom>
            <a:ln>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39" name="直接箭头连接符 38">
              <a:extLst>
                <a:ext uri="{FF2B5EF4-FFF2-40B4-BE49-F238E27FC236}">
                  <a16:creationId xmlns:a16="http://schemas.microsoft.com/office/drawing/2014/main" id="{0436BBEB-BFF8-46B9-9E21-8BDF4E2C4756}"/>
                </a:ext>
              </a:extLst>
            </p:cNvPr>
            <p:cNvCxnSpPr>
              <a:cxnSpLocks/>
            </p:cNvCxnSpPr>
            <p:nvPr/>
          </p:nvCxnSpPr>
          <p:spPr>
            <a:xfrm flipV="1">
              <a:off x="8444468" y="2461085"/>
              <a:ext cx="748034" cy="428513"/>
            </a:xfrm>
            <a:prstGeom prst="straightConnector1">
              <a:avLst/>
            </a:prstGeom>
            <a:ln>
              <a:solidFill>
                <a:srgbClr val="FFC000"/>
              </a:solidFill>
              <a:tailEnd type="triangle"/>
            </a:ln>
          </p:spPr>
          <p:style>
            <a:lnRef idx="3">
              <a:schemeClr val="dk1"/>
            </a:lnRef>
            <a:fillRef idx="0">
              <a:schemeClr val="dk1"/>
            </a:fillRef>
            <a:effectRef idx="2">
              <a:schemeClr val="dk1"/>
            </a:effectRef>
            <a:fontRef idx="minor">
              <a:schemeClr val="tx1"/>
            </a:fontRef>
          </p:style>
        </p:cxnSp>
        <p:cxnSp>
          <p:nvCxnSpPr>
            <p:cNvPr id="40" name="直接箭头连接符 39">
              <a:extLst>
                <a:ext uri="{FF2B5EF4-FFF2-40B4-BE49-F238E27FC236}">
                  <a16:creationId xmlns:a16="http://schemas.microsoft.com/office/drawing/2014/main" id="{3B7B6EB5-B737-485B-B068-B1BED854134E}"/>
                </a:ext>
              </a:extLst>
            </p:cNvPr>
            <p:cNvCxnSpPr>
              <a:cxnSpLocks/>
              <a:stCxn id="46" idx="1"/>
              <a:endCxn id="29" idx="2"/>
            </p:cNvCxnSpPr>
            <p:nvPr/>
          </p:nvCxnSpPr>
          <p:spPr>
            <a:xfrm flipV="1">
              <a:off x="6036323" y="3479771"/>
              <a:ext cx="21639" cy="1387412"/>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41" name="直接箭头连接符 40">
              <a:extLst>
                <a:ext uri="{FF2B5EF4-FFF2-40B4-BE49-F238E27FC236}">
                  <a16:creationId xmlns:a16="http://schemas.microsoft.com/office/drawing/2014/main" id="{2FB8637E-00AC-4581-BD08-D687D7CF2AF9}"/>
                </a:ext>
              </a:extLst>
            </p:cNvPr>
            <p:cNvCxnSpPr>
              <a:cxnSpLocks/>
            </p:cNvCxnSpPr>
            <p:nvPr/>
          </p:nvCxnSpPr>
          <p:spPr>
            <a:xfrm flipV="1">
              <a:off x="6631740" y="1585439"/>
              <a:ext cx="1335472" cy="1247084"/>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42" name="直接箭头连接符 41">
              <a:extLst>
                <a:ext uri="{FF2B5EF4-FFF2-40B4-BE49-F238E27FC236}">
                  <a16:creationId xmlns:a16="http://schemas.microsoft.com/office/drawing/2014/main" id="{3A65D0C2-46B2-426B-B167-947FAA67EA77}"/>
                </a:ext>
              </a:extLst>
            </p:cNvPr>
            <p:cNvCxnSpPr>
              <a:cxnSpLocks/>
              <a:stCxn id="47" idx="1"/>
            </p:cNvCxnSpPr>
            <p:nvPr/>
          </p:nvCxnSpPr>
          <p:spPr>
            <a:xfrm flipH="1" flipV="1">
              <a:off x="9704934" y="2548801"/>
              <a:ext cx="403885" cy="2318382"/>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cxnSp>
          <p:nvCxnSpPr>
            <p:cNvPr id="43" name="直接箭头连接符 42">
              <a:extLst>
                <a:ext uri="{FF2B5EF4-FFF2-40B4-BE49-F238E27FC236}">
                  <a16:creationId xmlns:a16="http://schemas.microsoft.com/office/drawing/2014/main" id="{DD8ADC4F-F0B7-4541-99F0-BB446249813D}"/>
                </a:ext>
              </a:extLst>
            </p:cNvPr>
            <p:cNvCxnSpPr>
              <a:cxnSpLocks/>
            </p:cNvCxnSpPr>
            <p:nvPr/>
          </p:nvCxnSpPr>
          <p:spPr>
            <a:xfrm flipH="1" flipV="1">
              <a:off x="8535091" y="1581112"/>
              <a:ext cx="689580" cy="459671"/>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sp>
          <p:nvSpPr>
            <p:cNvPr id="44" name="矩形 43">
              <a:extLst>
                <a:ext uri="{FF2B5EF4-FFF2-40B4-BE49-F238E27FC236}">
                  <a16:creationId xmlns:a16="http://schemas.microsoft.com/office/drawing/2014/main" id="{FD804118-503C-4655-A84A-8E0472A298F6}"/>
                </a:ext>
              </a:extLst>
            </p:cNvPr>
            <p:cNvSpPr/>
            <p:nvPr/>
          </p:nvSpPr>
          <p:spPr>
            <a:xfrm>
              <a:off x="5469577" y="4021740"/>
              <a:ext cx="542136" cy="400110"/>
            </a:xfrm>
            <a:prstGeom prst="rect">
              <a:avLst/>
            </a:prstGeom>
            <a:noFill/>
          </p:spPr>
          <p:txBody>
            <a:bodyPr wrap="square" lIns="91440" tIns="45720" rIns="91440" bIns="45720">
              <a:spAutoFit/>
            </a:bodyPr>
            <a:lstStyle/>
            <a:p>
              <a:pPr algn="ctr"/>
              <a:r>
                <a:rPr lang="en-US" altLang="zh-CN"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A</a:t>
              </a:r>
              <a:endParaRPr lang="zh-CN" altLang="en-US"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45" name="圆柱形 44">
              <a:extLst>
                <a:ext uri="{FF2B5EF4-FFF2-40B4-BE49-F238E27FC236}">
                  <a16:creationId xmlns:a16="http://schemas.microsoft.com/office/drawing/2014/main" id="{B7327CAB-6A2A-4DF5-B5A7-C7DCD8EF5B8B}"/>
                </a:ext>
              </a:extLst>
            </p:cNvPr>
            <p:cNvSpPr/>
            <p:nvPr/>
          </p:nvSpPr>
          <p:spPr>
            <a:xfrm>
              <a:off x="7519542" y="4867183"/>
              <a:ext cx="906207" cy="489905"/>
            </a:xfrm>
            <a:prstGeom prst="can">
              <a:avLst/>
            </a:prstGeom>
            <a:ln>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46" name="圆柱形 45">
              <a:extLst>
                <a:ext uri="{FF2B5EF4-FFF2-40B4-BE49-F238E27FC236}">
                  <a16:creationId xmlns:a16="http://schemas.microsoft.com/office/drawing/2014/main" id="{05F638DD-C7FC-4436-869C-AAE7936C318A}"/>
                </a:ext>
              </a:extLst>
            </p:cNvPr>
            <p:cNvSpPr/>
            <p:nvPr/>
          </p:nvSpPr>
          <p:spPr>
            <a:xfrm>
              <a:off x="5583219" y="4867183"/>
              <a:ext cx="906207" cy="489905"/>
            </a:xfrm>
            <a:prstGeom prst="ca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Dept</a:t>
              </a:r>
            </a:p>
          </p:txBody>
        </p:sp>
        <p:sp>
          <p:nvSpPr>
            <p:cNvPr id="47" name="圆柱形 46">
              <a:extLst>
                <a:ext uri="{FF2B5EF4-FFF2-40B4-BE49-F238E27FC236}">
                  <a16:creationId xmlns:a16="http://schemas.microsoft.com/office/drawing/2014/main" id="{62D051F9-C157-453C-9524-1F563FF3B666}"/>
                </a:ext>
              </a:extLst>
            </p:cNvPr>
            <p:cNvSpPr/>
            <p:nvPr/>
          </p:nvSpPr>
          <p:spPr>
            <a:xfrm>
              <a:off x="9655715" y="4867183"/>
              <a:ext cx="906207" cy="489905"/>
            </a:xfrm>
            <a:prstGeom prst="can">
              <a:avLst/>
            </a:prstGeom>
            <a:ln>
              <a:solidFill>
                <a:srgbClr val="7030A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dirty="0">
                  <a:solidFill>
                    <a:srgbClr val="7030A0"/>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grpSp>
      <p:sp>
        <p:nvSpPr>
          <p:cNvPr id="3" name="灯片编号占位符 2">
            <a:extLst>
              <a:ext uri="{FF2B5EF4-FFF2-40B4-BE49-F238E27FC236}">
                <a16:creationId xmlns:a16="http://schemas.microsoft.com/office/drawing/2014/main" id="{33A0676A-E31B-4570-AA20-19F3A76BC069}"/>
              </a:ext>
            </a:extLst>
          </p:cNvPr>
          <p:cNvSpPr>
            <a:spLocks noGrp="1"/>
          </p:cNvSpPr>
          <p:nvPr>
            <p:ph type="sldNum" sz="quarter" idx="12"/>
          </p:nvPr>
        </p:nvSpPr>
        <p:spPr/>
        <p:txBody>
          <a:bodyPr/>
          <a:lstStyle/>
          <a:p>
            <a:fld id="{4B0D34C0-35A8-654C-9FBA-7B4E017BD630}" type="slidenum">
              <a:rPr lang="en-US" altLang="zh-CN" smtClean="0"/>
              <a:t>75</a:t>
            </a:fld>
            <a:endParaRPr kumimoji="1" lang="zh-CN" altLang="en-US"/>
          </a:p>
        </p:txBody>
      </p:sp>
      <p:sp>
        <p:nvSpPr>
          <p:cNvPr id="48" name="内容占位符 2">
            <a:extLst>
              <a:ext uri="{FF2B5EF4-FFF2-40B4-BE49-F238E27FC236}">
                <a16:creationId xmlns:a16="http://schemas.microsoft.com/office/drawing/2014/main" id="{CD056F16-052E-44BF-AC9F-FAECF288483E}"/>
              </a:ext>
            </a:extLst>
          </p:cNvPr>
          <p:cNvSpPr>
            <a:spLocks noGrp="1"/>
          </p:cNvSpPr>
          <p:nvPr>
            <p:ph idx="1"/>
          </p:nvPr>
        </p:nvSpPr>
        <p:spPr>
          <a:xfrm>
            <a:off x="676973" y="1869309"/>
            <a:ext cx="4593415" cy="830997"/>
          </a:xfrm>
        </p:spPr>
        <p:txBody>
          <a:bodyPr/>
          <a:lstStyle/>
          <a:p>
            <a:r>
              <a:rPr lang="zh-CN" altLang="en-US" sz="2400" b="1" dirty="0">
                <a:solidFill>
                  <a:srgbClr val="6F1687"/>
                </a:solidFill>
                <a:latin typeface="微软雅黑" panose="020B0503020204020204" pitchFamily="34" charset="-122"/>
                <a:ea typeface="微软雅黑" panose="020B0503020204020204" pitchFamily="34" charset="-122"/>
              </a:rPr>
              <a:t>查询获取所有至少在一门课中获得某特定分数的北校区学生</a:t>
            </a:r>
            <a:endParaRPr kumimoji="1" lang="zh-CN" altLang="en-US" sz="2400" b="1" dirty="0">
              <a:solidFill>
                <a:srgbClr val="6F1687"/>
              </a:solidFill>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B9CCBC34-C168-1434-FDE7-420C40702D8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18528553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任意多边形: 形状 33">
            <a:extLst>
              <a:ext uri="{FF2B5EF4-FFF2-40B4-BE49-F238E27FC236}">
                <a16:creationId xmlns:a16="http://schemas.microsoft.com/office/drawing/2014/main" id="{1FDDCDA4-FBA6-421C-BEE7-1ED57705F9E2}"/>
              </a:ext>
            </a:extLst>
          </p:cNvPr>
          <p:cNvSpPr/>
          <p:nvPr/>
        </p:nvSpPr>
        <p:spPr bwMode="auto">
          <a:xfrm>
            <a:off x="795338" y="1153933"/>
            <a:ext cx="10601324" cy="4980339"/>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en-US" altLang="zh-CN" sz="3600" dirty="0">
                <a:latin typeface="微软雅黑" panose="020B0503020204020204" pitchFamily="82" charset="2"/>
                <a:ea typeface="微软雅黑" panose="020B0503020204020204" pitchFamily="82" charset="2"/>
              </a:rPr>
              <a:t>HYPER</a:t>
            </a:r>
            <a:r>
              <a:rPr lang="zh-CN" altLang="en-US" sz="3600" dirty="0">
                <a:latin typeface="微软雅黑" panose="020B0503020204020204" pitchFamily="82" charset="2"/>
                <a:ea typeface="微软雅黑" panose="020B0503020204020204" pitchFamily="82" charset="2"/>
              </a:rPr>
              <a:t>执行流程</a:t>
            </a:r>
          </a:p>
        </p:txBody>
      </p:sp>
      <p:sp>
        <p:nvSpPr>
          <p:cNvPr id="6" name="文本框 5">
            <a:extLst>
              <a:ext uri="{FF2B5EF4-FFF2-40B4-BE49-F238E27FC236}">
                <a16:creationId xmlns:a16="http://schemas.microsoft.com/office/drawing/2014/main" id="{9366CDF0-73EB-4B4A-9551-A6460E623BD8}"/>
              </a:ext>
            </a:extLst>
          </p:cNvPr>
          <p:cNvSpPr txBox="1"/>
          <p:nvPr/>
        </p:nvSpPr>
        <p:spPr>
          <a:xfrm>
            <a:off x="1864191" y="3353235"/>
            <a:ext cx="1334756" cy="584775"/>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campus = ’North’</a:t>
            </a:r>
          </a:p>
        </p:txBody>
      </p:sp>
      <p:sp>
        <p:nvSpPr>
          <p:cNvPr id="7" name="文本框 6">
            <a:extLst>
              <a:ext uri="{FF2B5EF4-FFF2-40B4-BE49-F238E27FC236}">
                <a16:creationId xmlns:a16="http://schemas.microsoft.com/office/drawing/2014/main" id="{CB7517B0-1CB2-4504-81F5-CAB5D54C3E6B}"/>
              </a:ext>
            </a:extLst>
          </p:cNvPr>
          <p:cNvSpPr txBox="1"/>
          <p:nvPr/>
        </p:nvSpPr>
        <p:spPr>
          <a:xfrm>
            <a:off x="3654910" y="4440873"/>
            <a:ext cx="906208" cy="584775"/>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Grade = ?</a:t>
            </a:r>
          </a:p>
        </p:txBody>
      </p:sp>
      <p:sp>
        <p:nvSpPr>
          <p:cNvPr id="8" name="文本框 7">
            <a:extLst>
              <a:ext uri="{FF2B5EF4-FFF2-40B4-BE49-F238E27FC236}">
                <a16:creationId xmlns:a16="http://schemas.microsoft.com/office/drawing/2014/main" id="{722F3447-6D11-47B5-8F98-5A0878F7F2A4}"/>
              </a:ext>
            </a:extLst>
          </p:cNvPr>
          <p:cNvSpPr txBox="1"/>
          <p:nvPr/>
        </p:nvSpPr>
        <p:spPr>
          <a:xfrm>
            <a:off x="3685069" y="3293577"/>
            <a:ext cx="1147717" cy="584775"/>
          </a:xfrm>
          <a:prstGeom prst="rect">
            <a:avLst/>
          </a:prstGeom>
          <a:solidFill>
            <a:schemeClr val="bg1">
              <a:lumMod val="95000"/>
            </a:schemeClr>
          </a:solidFill>
        </p:spPr>
        <p:txBody>
          <a:bodyPr wrap="squar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COUNT(*)</a:t>
            </a:r>
          </a:p>
        </p:txBody>
      </p:sp>
      <p:sp>
        <p:nvSpPr>
          <p:cNvPr id="9" name="文本框 8">
            <a:extLst>
              <a:ext uri="{FF2B5EF4-FFF2-40B4-BE49-F238E27FC236}">
                <a16:creationId xmlns:a16="http://schemas.microsoft.com/office/drawing/2014/main" id="{BD04565D-8E11-4160-B081-FA4C035B45F5}"/>
              </a:ext>
            </a:extLst>
          </p:cNvPr>
          <p:cNvSpPr txBox="1"/>
          <p:nvPr/>
        </p:nvSpPr>
        <p:spPr>
          <a:xfrm>
            <a:off x="5048607" y="2504167"/>
            <a:ext cx="1831704" cy="584775"/>
          </a:xfrm>
          <a:prstGeom prst="rect">
            <a:avLst/>
          </a:prstGeom>
          <a:solidFill>
            <a:schemeClr val="bg1">
              <a:lumMod val="95000"/>
            </a:schemeClr>
          </a:solidFill>
        </p:spPr>
        <p:txBody>
          <a:bodyPr wrap="squar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10" name="文本框 9">
            <a:extLst>
              <a:ext uri="{FF2B5EF4-FFF2-40B4-BE49-F238E27FC236}">
                <a16:creationId xmlns:a16="http://schemas.microsoft.com/office/drawing/2014/main" id="{B6F430F9-7F02-4ABD-9647-D29CB8B4BFC7}"/>
              </a:ext>
            </a:extLst>
          </p:cNvPr>
          <p:cNvSpPr txBox="1"/>
          <p:nvPr/>
        </p:nvSpPr>
        <p:spPr>
          <a:xfrm>
            <a:off x="3787186" y="1560880"/>
            <a:ext cx="3090205"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Dept.Dname</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Student.Sdept</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BF28165-B348-46E4-A664-2246C7A1A0EF}"/>
                  </a:ext>
                </a:extLst>
              </p:cNvPr>
              <p:cNvSpPr txBox="1"/>
              <p:nvPr/>
            </p:nvSpPr>
            <p:spPr>
              <a:xfrm>
                <a:off x="1343956" y="2976703"/>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chemeClr val="accent1"/>
                          </a:solidFill>
                          <a:latin typeface="Cambria Math" panose="02040503050406030204" pitchFamily="18" charset="0"/>
                        </a:rPr>
                        <m:t>𝜎</m:t>
                      </m:r>
                    </m:oMath>
                  </m:oMathPara>
                </a14:m>
                <a:endParaRPr lang="en-US" sz="4800" dirty="0">
                  <a:solidFill>
                    <a:schemeClr val="accent1"/>
                  </a:solidFill>
                  <a:latin typeface="微软雅黑" panose="020B0503020204020204" pitchFamily="34" charset="-122"/>
                  <a:ea typeface="微软雅黑" panose="020B0503020204020204" pitchFamily="34" charset="-122"/>
                </a:endParaRPr>
              </a:p>
            </p:txBody>
          </p:sp>
        </mc:Choice>
        <mc:Fallback xmlns="">
          <p:sp>
            <p:nvSpPr>
              <p:cNvPr id="11" name="文本框 10">
                <a:extLst>
                  <a:ext uri="{FF2B5EF4-FFF2-40B4-BE49-F238E27FC236}">
                    <a16:creationId xmlns:a16="http://schemas.microsoft.com/office/drawing/2014/main" id="{4BF28165-B348-46E4-A664-2246C7A1A0EF}"/>
                  </a:ext>
                </a:extLst>
              </p:cNvPr>
              <p:cNvSpPr txBox="1">
                <a:spLocks noRot="1" noChangeAspect="1" noMove="1" noResize="1" noEditPoints="1" noAdjustHandles="1" noChangeArrowheads="1" noChangeShapeType="1" noTextEdit="1"/>
              </p:cNvSpPr>
              <p:nvPr/>
            </p:nvSpPr>
            <p:spPr>
              <a:xfrm>
                <a:off x="1343956" y="2976703"/>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3D79CDD-21B2-44BC-98FE-773802708C65}"/>
                  </a:ext>
                </a:extLst>
              </p:cNvPr>
              <p:cNvSpPr txBox="1"/>
              <p:nvPr/>
            </p:nvSpPr>
            <p:spPr>
              <a:xfrm>
                <a:off x="3118379" y="1235563"/>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7030A0"/>
                          </a:solidFill>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12" name="文本框 11">
                <a:extLst>
                  <a:ext uri="{FF2B5EF4-FFF2-40B4-BE49-F238E27FC236}">
                    <a16:creationId xmlns:a16="http://schemas.microsoft.com/office/drawing/2014/main" id="{E3D79CDD-21B2-44BC-98FE-773802708C65}"/>
                  </a:ext>
                </a:extLst>
              </p:cNvPr>
              <p:cNvSpPr txBox="1">
                <a:spLocks noRot="1" noChangeAspect="1" noMove="1" noResize="1" noEditPoints="1" noAdjustHandles="1" noChangeArrowheads="1" noChangeShapeType="1" noTextEdit="1"/>
              </p:cNvSpPr>
              <p:nvPr/>
            </p:nvSpPr>
            <p:spPr>
              <a:xfrm>
                <a:off x="3118379" y="1235563"/>
                <a:ext cx="878767" cy="830997"/>
              </a:xfrm>
              <a:prstGeom prst="rect">
                <a:avLst/>
              </a:prstGeom>
              <a:blipFill>
                <a:blip r:embed="rId4"/>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1AB0E114-A0EB-4553-9240-F253C4D58D8B}"/>
              </a:ext>
            </a:extLst>
          </p:cNvPr>
          <p:cNvSpPr/>
          <p:nvPr/>
        </p:nvSpPr>
        <p:spPr>
          <a:xfrm>
            <a:off x="2774677" y="4363455"/>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B</a:t>
            </a:r>
            <a:endParaRPr lang="zh-CN" altLang="en-US"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73F164A4-ECBA-44A9-90C8-F505B221F78E}"/>
              </a:ext>
            </a:extLst>
          </p:cNvPr>
          <p:cNvSpPr/>
          <p:nvPr/>
        </p:nvSpPr>
        <p:spPr>
          <a:xfrm>
            <a:off x="3516118" y="2690176"/>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C</a:t>
            </a:r>
            <a:endParaRPr lang="zh-CN" altLang="en-US"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FCA4A331-3EB7-4B15-87EA-FAF08F21F376}"/>
              </a:ext>
            </a:extLst>
          </p:cNvPr>
          <p:cNvSpPr/>
          <p:nvPr/>
        </p:nvSpPr>
        <p:spPr>
          <a:xfrm>
            <a:off x="5237072" y="3748849"/>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D</a:t>
            </a:r>
            <a:endParaRPr lang="zh-CN" altLang="en-US"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A5CBEF6-F4E2-4121-AE85-038E2AC74240}"/>
                  </a:ext>
                </a:extLst>
              </p:cNvPr>
              <p:cNvSpPr txBox="1"/>
              <p:nvPr/>
            </p:nvSpPr>
            <p:spPr>
              <a:xfrm>
                <a:off x="4359697" y="2148969"/>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7030A0"/>
                          </a:solidFill>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16" name="文本框 15">
                <a:extLst>
                  <a:ext uri="{FF2B5EF4-FFF2-40B4-BE49-F238E27FC236}">
                    <a16:creationId xmlns:a16="http://schemas.microsoft.com/office/drawing/2014/main" id="{DA5CBEF6-F4E2-4121-AE85-038E2AC74240}"/>
                  </a:ext>
                </a:extLst>
              </p:cNvPr>
              <p:cNvSpPr txBox="1">
                <a:spLocks noRot="1" noChangeAspect="1" noMove="1" noResize="1" noEditPoints="1" noAdjustHandles="1" noChangeArrowheads="1" noChangeShapeType="1" noTextEdit="1"/>
              </p:cNvSpPr>
              <p:nvPr/>
            </p:nvSpPr>
            <p:spPr>
              <a:xfrm>
                <a:off x="4359697" y="2148969"/>
                <a:ext cx="878767" cy="83099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0E2BB142-3842-4433-8838-857A4A05A792}"/>
                  </a:ext>
                </a:extLst>
              </p:cNvPr>
              <p:cNvSpPr txBox="1"/>
              <p:nvPr/>
            </p:nvSpPr>
            <p:spPr>
              <a:xfrm>
                <a:off x="3133045" y="4057567"/>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0B0F0"/>
                          </a:solidFill>
                          <a:latin typeface="Cambria Math" panose="02040503050406030204" pitchFamily="18" charset="0"/>
                        </a:rPr>
                        <m:t>𝜎</m:t>
                      </m:r>
                    </m:oMath>
                  </m:oMathPara>
                </a14:m>
                <a:endParaRPr lang="en-US" sz="4800" dirty="0">
                  <a:solidFill>
                    <a:srgbClr val="00B0F0"/>
                  </a:solidFill>
                  <a:latin typeface="微软雅黑" panose="020B0503020204020204" pitchFamily="34" charset="-122"/>
                  <a:ea typeface="微软雅黑" panose="020B0503020204020204" pitchFamily="34" charset="-122"/>
                </a:endParaRPr>
              </a:p>
            </p:txBody>
          </p:sp>
        </mc:Choice>
        <mc:Fallback xmlns="">
          <p:sp>
            <p:nvSpPr>
              <p:cNvPr id="17" name="文本框 16">
                <a:extLst>
                  <a:ext uri="{FF2B5EF4-FFF2-40B4-BE49-F238E27FC236}">
                    <a16:creationId xmlns:a16="http://schemas.microsoft.com/office/drawing/2014/main" id="{0E2BB142-3842-4433-8838-857A4A05A792}"/>
                  </a:ext>
                </a:extLst>
              </p:cNvPr>
              <p:cNvSpPr txBox="1">
                <a:spLocks noRot="1" noChangeAspect="1" noMove="1" noResize="1" noEditPoints="1" noAdjustHandles="1" noChangeArrowheads="1" noChangeShapeType="1" noTextEdit="1"/>
              </p:cNvSpPr>
              <p:nvPr/>
            </p:nvSpPr>
            <p:spPr>
              <a:xfrm>
                <a:off x="3133045" y="4057567"/>
                <a:ext cx="743088" cy="83099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53D99A5-DC3B-4DA6-816D-137C4EEF402A}"/>
                  </a:ext>
                </a:extLst>
              </p:cNvPr>
              <p:cNvSpPr txBox="1"/>
              <p:nvPr/>
            </p:nvSpPr>
            <p:spPr>
              <a:xfrm>
                <a:off x="3192919" y="3056016"/>
                <a:ext cx="69762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sz="4800" b="0" i="1" smtClean="0">
                          <a:solidFill>
                            <a:srgbClr val="FFC000"/>
                          </a:solidFill>
                          <a:latin typeface="Cambria Math" panose="02040503050406030204" pitchFamily="18" charset="0"/>
                          <a:ea typeface="Cambria Math" panose="02040503050406030204" pitchFamily="18" charset="0"/>
                        </a:rPr>
                        <m:t>Γ</m:t>
                      </m:r>
                    </m:oMath>
                  </m:oMathPara>
                </a14:m>
                <a:endParaRPr lang="en-US" sz="4800" b="0" dirty="0">
                  <a:solidFill>
                    <a:srgbClr val="FFC000"/>
                  </a:solidFill>
                  <a:latin typeface="微软雅黑" panose="020B0503020204020204" pitchFamily="34" charset="-122"/>
                  <a:ea typeface="微软雅黑" panose="020B0503020204020204" pitchFamily="34" charset="-122"/>
                </a:endParaRPr>
              </a:p>
            </p:txBody>
          </p:sp>
        </mc:Choice>
        <mc:Fallback xmlns="">
          <p:sp>
            <p:nvSpPr>
              <p:cNvPr id="18" name="文本框 17">
                <a:extLst>
                  <a:ext uri="{FF2B5EF4-FFF2-40B4-BE49-F238E27FC236}">
                    <a16:creationId xmlns:a16="http://schemas.microsoft.com/office/drawing/2014/main" id="{B53D99A5-DC3B-4DA6-816D-137C4EEF402A}"/>
                  </a:ext>
                </a:extLst>
              </p:cNvPr>
              <p:cNvSpPr txBox="1">
                <a:spLocks noRot="1" noChangeAspect="1" noMove="1" noResize="1" noEditPoints="1" noAdjustHandles="1" noChangeArrowheads="1" noChangeShapeType="1" noTextEdit="1"/>
              </p:cNvSpPr>
              <p:nvPr/>
            </p:nvSpPr>
            <p:spPr>
              <a:xfrm>
                <a:off x="3192919" y="3056016"/>
                <a:ext cx="697627" cy="830997"/>
              </a:xfrm>
              <a:prstGeom prst="rect">
                <a:avLst/>
              </a:prstGeom>
              <a:blipFill>
                <a:blip r:embed="rId7"/>
                <a:stretch>
                  <a:fillRect/>
                </a:stretch>
              </a:blipFill>
            </p:spPr>
            <p:txBody>
              <a:bodyPr/>
              <a:lstStyle/>
              <a:p>
                <a:r>
                  <a:rPr lang="zh-CN" altLang="en-US">
                    <a:noFill/>
                  </a:rPr>
                  <a:t> </a:t>
                </a:r>
              </a:p>
            </p:txBody>
          </p:sp>
        </mc:Fallback>
      </mc:AlternateContent>
      <p:cxnSp>
        <p:nvCxnSpPr>
          <p:cNvPr id="19" name="直接箭头连接符 18">
            <a:extLst>
              <a:ext uri="{FF2B5EF4-FFF2-40B4-BE49-F238E27FC236}">
                <a16:creationId xmlns:a16="http://schemas.microsoft.com/office/drawing/2014/main" id="{E492430B-9EE3-4CA1-9ED0-CA903A35A96B}"/>
              </a:ext>
            </a:extLst>
          </p:cNvPr>
          <p:cNvCxnSpPr>
            <a:cxnSpLocks/>
            <a:stCxn id="27" idx="1"/>
          </p:cNvCxnSpPr>
          <p:nvPr/>
        </p:nvCxnSpPr>
        <p:spPr>
          <a:xfrm flipH="1" flipV="1">
            <a:off x="3440148" y="4732486"/>
            <a:ext cx="4018" cy="462626"/>
          </a:xfrm>
          <a:prstGeom prst="straightConnector1">
            <a:avLst/>
          </a:prstGeom>
          <a:ln>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20" name="直接箭头连接符 19">
            <a:extLst>
              <a:ext uri="{FF2B5EF4-FFF2-40B4-BE49-F238E27FC236}">
                <a16:creationId xmlns:a16="http://schemas.microsoft.com/office/drawing/2014/main" id="{22E6833E-0B14-4279-AAAC-DB7AB4B528C9}"/>
              </a:ext>
            </a:extLst>
          </p:cNvPr>
          <p:cNvCxnSpPr>
            <a:cxnSpLocks/>
          </p:cNvCxnSpPr>
          <p:nvPr/>
        </p:nvCxnSpPr>
        <p:spPr>
          <a:xfrm flipV="1">
            <a:off x="3440148" y="3807700"/>
            <a:ext cx="0" cy="499734"/>
          </a:xfrm>
          <a:prstGeom prst="straightConnector1">
            <a:avLst/>
          </a:prstGeom>
          <a:ln>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21" name="直接箭头连接符 20">
            <a:extLst>
              <a:ext uri="{FF2B5EF4-FFF2-40B4-BE49-F238E27FC236}">
                <a16:creationId xmlns:a16="http://schemas.microsoft.com/office/drawing/2014/main" id="{48825FFF-3A21-4262-8490-A795BEB2D4AA}"/>
              </a:ext>
            </a:extLst>
          </p:cNvPr>
          <p:cNvCxnSpPr>
            <a:cxnSpLocks/>
          </p:cNvCxnSpPr>
          <p:nvPr/>
        </p:nvCxnSpPr>
        <p:spPr>
          <a:xfrm flipV="1">
            <a:off x="3742229" y="2789014"/>
            <a:ext cx="748034" cy="428513"/>
          </a:xfrm>
          <a:prstGeom prst="straightConnector1">
            <a:avLst/>
          </a:prstGeom>
          <a:ln>
            <a:solidFill>
              <a:srgbClr val="FFC000"/>
            </a:solidFill>
            <a:tailEnd type="triangle"/>
          </a:ln>
        </p:spPr>
        <p:style>
          <a:lnRef idx="3">
            <a:schemeClr val="dk1"/>
          </a:lnRef>
          <a:fillRef idx="0">
            <a:schemeClr val="dk1"/>
          </a:fillRef>
          <a:effectRef idx="2">
            <a:schemeClr val="dk1"/>
          </a:effectRef>
          <a:fontRef idx="minor">
            <a:schemeClr val="tx1"/>
          </a:fontRef>
        </p:style>
      </p:cxnSp>
      <p:cxnSp>
        <p:nvCxnSpPr>
          <p:cNvPr id="22" name="直接箭头连接符 21">
            <a:extLst>
              <a:ext uri="{FF2B5EF4-FFF2-40B4-BE49-F238E27FC236}">
                <a16:creationId xmlns:a16="http://schemas.microsoft.com/office/drawing/2014/main" id="{598EB0DD-2CB8-4DEA-8D53-30991100CADD}"/>
              </a:ext>
            </a:extLst>
          </p:cNvPr>
          <p:cNvCxnSpPr>
            <a:cxnSpLocks/>
            <a:stCxn id="28" idx="1"/>
            <a:endCxn id="11" idx="2"/>
          </p:cNvCxnSpPr>
          <p:nvPr/>
        </p:nvCxnSpPr>
        <p:spPr>
          <a:xfrm flipV="1">
            <a:off x="1693861" y="3807700"/>
            <a:ext cx="21639" cy="1387412"/>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23" name="直接箭头连接符 22">
            <a:extLst>
              <a:ext uri="{FF2B5EF4-FFF2-40B4-BE49-F238E27FC236}">
                <a16:creationId xmlns:a16="http://schemas.microsoft.com/office/drawing/2014/main" id="{CCE2257B-BF1C-4303-880E-5CE1EFBF7223}"/>
              </a:ext>
            </a:extLst>
          </p:cNvPr>
          <p:cNvCxnSpPr>
            <a:cxnSpLocks/>
          </p:cNvCxnSpPr>
          <p:nvPr/>
        </p:nvCxnSpPr>
        <p:spPr>
          <a:xfrm flipV="1">
            <a:off x="1929501" y="1913368"/>
            <a:ext cx="1335472" cy="1247084"/>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24" name="直接箭头连接符 23">
            <a:extLst>
              <a:ext uri="{FF2B5EF4-FFF2-40B4-BE49-F238E27FC236}">
                <a16:creationId xmlns:a16="http://schemas.microsoft.com/office/drawing/2014/main" id="{C2880505-276D-4A90-A135-D690CC7E594C}"/>
              </a:ext>
            </a:extLst>
          </p:cNvPr>
          <p:cNvCxnSpPr>
            <a:cxnSpLocks/>
            <a:stCxn id="29" idx="1"/>
          </p:cNvCxnSpPr>
          <p:nvPr/>
        </p:nvCxnSpPr>
        <p:spPr>
          <a:xfrm flipH="1" flipV="1">
            <a:off x="5002697" y="2876730"/>
            <a:ext cx="343538" cy="2318382"/>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cxnSp>
        <p:nvCxnSpPr>
          <p:cNvPr id="25" name="直接箭头连接符 24">
            <a:extLst>
              <a:ext uri="{FF2B5EF4-FFF2-40B4-BE49-F238E27FC236}">
                <a16:creationId xmlns:a16="http://schemas.microsoft.com/office/drawing/2014/main" id="{1BED1C51-7547-44F3-A06B-36227F224079}"/>
              </a:ext>
            </a:extLst>
          </p:cNvPr>
          <p:cNvCxnSpPr>
            <a:cxnSpLocks/>
          </p:cNvCxnSpPr>
          <p:nvPr/>
        </p:nvCxnSpPr>
        <p:spPr>
          <a:xfrm flipH="1" flipV="1">
            <a:off x="3832852" y="1909041"/>
            <a:ext cx="689580" cy="459671"/>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sp>
        <p:nvSpPr>
          <p:cNvPr id="26" name="矩形 25">
            <a:extLst>
              <a:ext uri="{FF2B5EF4-FFF2-40B4-BE49-F238E27FC236}">
                <a16:creationId xmlns:a16="http://schemas.microsoft.com/office/drawing/2014/main" id="{B8BF2556-70C7-4377-9428-181CC432F4C7}"/>
              </a:ext>
            </a:extLst>
          </p:cNvPr>
          <p:cNvSpPr/>
          <p:nvPr/>
        </p:nvSpPr>
        <p:spPr>
          <a:xfrm>
            <a:off x="7049728" y="1699379"/>
            <a:ext cx="542136" cy="400110"/>
          </a:xfrm>
          <a:prstGeom prst="rect">
            <a:avLst/>
          </a:prstGeom>
          <a:noFill/>
        </p:spPr>
        <p:txBody>
          <a:bodyPr wrap="square" lIns="91440" tIns="45720" rIns="91440" bIns="45720">
            <a:spAutoFit/>
          </a:bodyPr>
          <a:lstStyle/>
          <a:p>
            <a:pPr algn="ctr"/>
            <a:r>
              <a:rPr lang="en-US" altLang="zh-CN"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A</a:t>
            </a:r>
            <a:r>
              <a:rPr lang="zh-CN" altLang="en-US"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a:t>
            </a:r>
          </a:p>
        </p:txBody>
      </p:sp>
      <p:sp>
        <p:nvSpPr>
          <p:cNvPr id="27" name="圆柱形 26">
            <a:extLst>
              <a:ext uri="{FF2B5EF4-FFF2-40B4-BE49-F238E27FC236}">
                <a16:creationId xmlns:a16="http://schemas.microsoft.com/office/drawing/2014/main" id="{EB4B76EA-2F5E-4966-8F9F-82E780BA98C1}"/>
              </a:ext>
            </a:extLst>
          </p:cNvPr>
          <p:cNvSpPr/>
          <p:nvPr/>
        </p:nvSpPr>
        <p:spPr>
          <a:xfrm>
            <a:off x="2991062" y="5195112"/>
            <a:ext cx="906207" cy="489905"/>
          </a:xfrm>
          <a:prstGeom prst="can">
            <a:avLst/>
          </a:prstGeom>
          <a:ln>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8" name="圆柱形 27">
            <a:extLst>
              <a:ext uri="{FF2B5EF4-FFF2-40B4-BE49-F238E27FC236}">
                <a16:creationId xmlns:a16="http://schemas.microsoft.com/office/drawing/2014/main" id="{BAF67CCB-BA59-43D8-9BCE-4A85300BDA4B}"/>
              </a:ext>
            </a:extLst>
          </p:cNvPr>
          <p:cNvSpPr/>
          <p:nvPr/>
        </p:nvSpPr>
        <p:spPr>
          <a:xfrm>
            <a:off x="1240757" y="5195112"/>
            <a:ext cx="906207" cy="489905"/>
          </a:xfrm>
          <a:prstGeom prst="ca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Dept</a:t>
            </a:r>
          </a:p>
        </p:txBody>
      </p:sp>
      <p:sp>
        <p:nvSpPr>
          <p:cNvPr id="29" name="圆柱形 28">
            <a:extLst>
              <a:ext uri="{FF2B5EF4-FFF2-40B4-BE49-F238E27FC236}">
                <a16:creationId xmlns:a16="http://schemas.microsoft.com/office/drawing/2014/main" id="{3252B1E8-2FFC-4669-8D68-6840B247881C}"/>
              </a:ext>
            </a:extLst>
          </p:cNvPr>
          <p:cNvSpPr/>
          <p:nvPr/>
        </p:nvSpPr>
        <p:spPr>
          <a:xfrm>
            <a:off x="4832786" y="5195112"/>
            <a:ext cx="1026897" cy="489905"/>
          </a:xfrm>
          <a:prstGeom prst="can">
            <a:avLst/>
          </a:prstGeom>
          <a:ln>
            <a:solidFill>
              <a:srgbClr val="7030A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rgbClr val="7030A0"/>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30" name="文本框 29">
            <a:extLst>
              <a:ext uri="{FF2B5EF4-FFF2-40B4-BE49-F238E27FC236}">
                <a16:creationId xmlns:a16="http://schemas.microsoft.com/office/drawing/2014/main" id="{371B6548-8714-4096-A219-E1BB66034779}"/>
              </a:ext>
            </a:extLst>
          </p:cNvPr>
          <p:cNvSpPr txBox="1"/>
          <p:nvPr/>
        </p:nvSpPr>
        <p:spPr>
          <a:xfrm>
            <a:off x="7077281" y="2162168"/>
            <a:ext cx="4319382" cy="1200329"/>
          </a:xfrm>
          <a:prstGeom prst="rect">
            <a:avLst/>
          </a:prstGeom>
          <a:solidFill>
            <a:srgbClr val="701988">
              <a:alpha val="20000"/>
            </a:srgb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for t in Dept: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if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Dept.campus</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'North':</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Materialize t in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HashTable</a:t>
            </a:r>
            <a:r>
              <a:rPr lang="zh-CN" altLang="en-US" dirty="0">
                <a:latin typeface="微软雅黑" panose="020B0503020204020204" pitchFamily="34" charset="-122"/>
                <a:ea typeface="微软雅黑" panose="020B0503020204020204" pitchFamily="34" charset="-122"/>
                <a:cs typeface="Courier New" panose="02070309020205020404" pitchFamily="49" charset="0"/>
              </a:rPr>
              <a:t> </a:t>
            </a:r>
            <a:br>
              <a:rPr lang="en-US" altLang="zh-CN" dirty="0">
                <a:latin typeface="微软雅黑" panose="020B0503020204020204" pitchFamily="34" charset="-122"/>
                <a:ea typeface="微软雅黑" panose="020B0503020204020204" pitchFamily="34" charset="-122"/>
                <a:cs typeface="Courier New" panose="02070309020205020404" pitchFamily="49" charset="0"/>
              </a:rPr>
            </a:br>
            <a:r>
              <a:rPr lang="en-US" altLang="zh-CN" dirty="0">
                <a:latin typeface="微软雅黑" panose="020B0503020204020204" pitchFamily="34" charset="-122"/>
                <a:ea typeface="微软雅黑" panose="020B0503020204020204" pitchFamily="34" charset="-122"/>
                <a:cs typeface="Courier New" panose="02070309020205020404" pitchFamily="49" charset="0"/>
              </a:rPr>
              <a:t>Join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Dept.Dname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Student.Sdept</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31" name="矩形 30">
            <a:extLst>
              <a:ext uri="{FF2B5EF4-FFF2-40B4-BE49-F238E27FC236}">
                <a16:creationId xmlns:a16="http://schemas.microsoft.com/office/drawing/2014/main" id="{33737C27-113C-452D-84D4-D7F2BBCE11DB}"/>
              </a:ext>
            </a:extLst>
          </p:cNvPr>
          <p:cNvSpPr/>
          <p:nvPr/>
        </p:nvSpPr>
        <p:spPr>
          <a:xfrm>
            <a:off x="1654833" y="4363455"/>
            <a:ext cx="542136" cy="400110"/>
          </a:xfrm>
          <a:prstGeom prst="rect">
            <a:avLst/>
          </a:prstGeom>
          <a:noFill/>
        </p:spPr>
        <p:txBody>
          <a:bodyPr wrap="square" lIns="91440" tIns="45720" rIns="91440" bIns="45720">
            <a:spAutoFit/>
          </a:bodyPr>
          <a:lstStyle/>
          <a:p>
            <a:pPr algn="ctr"/>
            <a:r>
              <a:rPr lang="en-US" altLang="zh-CN"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A</a:t>
            </a:r>
            <a:endParaRPr lang="zh-CN" altLang="en-US"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27D73522-5B1D-4023-812D-60F210FB7C93}"/>
              </a:ext>
            </a:extLst>
          </p:cNvPr>
          <p:cNvSpPr>
            <a:spLocks noGrp="1"/>
          </p:cNvSpPr>
          <p:nvPr>
            <p:ph type="sldNum" sz="quarter" idx="12"/>
          </p:nvPr>
        </p:nvSpPr>
        <p:spPr/>
        <p:txBody>
          <a:bodyPr/>
          <a:lstStyle/>
          <a:p>
            <a:fld id="{4B0D34C0-35A8-654C-9FBA-7B4E017BD630}" type="slidenum">
              <a:rPr lang="en-US" altLang="zh-CN" smtClean="0"/>
              <a:t>76</a:t>
            </a:fld>
            <a:endParaRPr kumimoji="1" lang="zh-CN" altLang="en-US"/>
          </a:p>
        </p:txBody>
      </p:sp>
      <p:sp>
        <p:nvSpPr>
          <p:cNvPr id="4" name="页脚占位符 3">
            <a:extLst>
              <a:ext uri="{FF2B5EF4-FFF2-40B4-BE49-F238E27FC236}">
                <a16:creationId xmlns:a16="http://schemas.microsoft.com/office/drawing/2014/main" id="{F318E682-1DB6-338A-C7BC-F0298446F115}"/>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34253299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任意多边形: 形状 32">
            <a:extLst>
              <a:ext uri="{FF2B5EF4-FFF2-40B4-BE49-F238E27FC236}">
                <a16:creationId xmlns:a16="http://schemas.microsoft.com/office/drawing/2014/main" id="{0E23406D-1776-4AF1-96EC-6CBC5BA77AD8}"/>
              </a:ext>
            </a:extLst>
          </p:cNvPr>
          <p:cNvSpPr/>
          <p:nvPr/>
        </p:nvSpPr>
        <p:spPr bwMode="auto">
          <a:xfrm>
            <a:off x="795338" y="1153933"/>
            <a:ext cx="11274742" cy="4980339"/>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en-US" altLang="zh-CN" sz="3600" dirty="0">
                <a:latin typeface="微软雅黑" panose="020B0503020204020204" pitchFamily="82" charset="2"/>
                <a:ea typeface="微软雅黑" panose="020B0503020204020204" pitchFamily="82" charset="2"/>
              </a:rPr>
              <a:t>HYPER</a:t>
            </a:r>
            <a:r>
              <a:rPr lang="zh-CN" altLang="en-US" sz="3600" dirty="0">
                <a:latin typeface="微软雅黑" panose="020B0503020204020204" pitchFamily="82" charset="2"/>
                <a:ea typeface="微软雅黑" panose="020B0503020204020204" pitchFamily="82" charset="2"/>
              </a:rPr>
              <a:t>执行流程</a:t>
            </a:r>
          </a:p>
        </p:txBody>
      </p:sp>
      <p:sp>
        <p:nvSpPr>
          <p:cNvPr id="6" name="文本框 5">
            <a:extLst>
              <a:ext uri="{FF2B5EF4-FFF2-40B4-BE49-F238E27FC236}">
                <a16:creationId xmlns:a16="http://schemas.microsoft.com/office/drawing/2014/main" id="{9366CDF0-73EB-4B4A-9551-A6460E623BD8}"/>
              </a:ext>
            </a:extLst>
          </p:cNvPr>
          <p:cNvSpPr txBox="1"/>
          <p:nvPr/>
        </p:nvSpPr>
        <p:spPr>
          <a:xfrm>
            <a:off x="1825715" y="3311052"/>
            <a:ext cx="1334756" cy="646331"/>
          </a:xfrm>
          <a:prstGeom prst="rect">
            <a:avLst/>
          </a:prstGeom>
          <a:solidFill>
            <a:schemeClr val="bg1">
              <a:lumMod val="95000"/>
            </a:schemeClr>
          </a:solidFill>
        </p:spPr>
        <p:txBody>
          <a:bodyPr wrap="square" rtlCol="0">
            <a:spAutoFit/>
          </a:bodyPr>
          <a:lstStyle/>
          <a:p>
            <a:r>
              <a:rPr lang="en-US" altLang="zh-CN"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campus = ’North’</a:t>
            </a:r>
          </a:p>
        </p:txBody>
      </p:sp>
      <p:sp>
        <p:nvSpPr>
          <p:cNvPr id="7" name="文本框 6">
            <a:extLst>
              <a:ext uri="{FF2B5EF4-FFF2-40B4-BE49-F238E27FC236}">
                <a16:creationId xmlns:a16="http://schemas.microsoft.com/office/drawing/2014/main" id="{CB7517B0-1CB2-4504-81F5-CAB5D54C3E6B}"/>
              </a:ext>
            </a:extLst>
          </p:cNvPr>
          <p:cNvSpPr txBox="1"/>
          <p:nvPr/>
        </p:nvSpPr>
        <p:spPr>
          <a:xfrm>
            <a:off x="3616434" y="4398690"/>
            <a:ext cx="906208" cy="646331"/>
          </a:xfrm>
          <a:prstGeom prst="rect">
            <a:avLst/>
          </a:prstGeom>
          <a:solidFill>
            <a:schemeClr val="bg1">
              <a:lumMod val="95000"/>
            </a:schemeClr>
          </a:solidFill>
        </p:spPr>
        <p:txBody>
          <a:bodyPr wrap="square" rtlCol="0">
            <a:spAutoFit/>
          </a:bodyPr>
          <a:lstStyle/>
          <a:p>
            <a:r>
              <a:rPr lang="en-US" altLang="zh-CN"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Grade = ?</a:t>
            </a:r>
          </a:p>
        </p:txBody>
      </p:sp>
      <p:sp>
        <p:nvSpPr>
          <p:cNvPr id="8" name="文本框 7">
            <a:extLst>
              <a:ext uri="{FF2B5EF4-FFF2-40B4-BE49-F238E27FC236}">
                <a16:creationId xmlns:a16="http://schemas.microsoft.com/office/drawing/2014/main" id="{722F3447-6D11-47B5-8F98-5A0878F7F2A4}"/>
              </a:ext>
            </a:extLst>
          </p:cNvPr>
          <p:cNvSpPr txBox="1"/>
          <p:nvPr/>
        </p:nvSpPr>
        <p:spPr>
          <a:xfrm>
            <a:off x="3646593" y="3251394"/>
            <a:ext cx="1147717" cy="584775"/>
          </a:xfrm>
          <a:prstGeom prst="rect">
            <a:avLst/>
          </a:prstGeom>
          <a:solidFill>
            <a:schemeClr val="bg1">
              <a:lumMod val="95000"/>
            </a:schemeClr>
          </a:solidFill>
        </p:spPr>
        <p:txBody>
          <a:bodyPr wrap="squar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COUNT(*)</a:t>
            </a:r>
          </a:p>
        </p:txBody>
      </p:sp>
      <p:sp>
        <p:nvSpPr>
          <p:cNvPr id="9" name="文本框 8">
            <a:extLst>
              <a:ext uri="{FF2B5EF4-FFF2-40B4-BE49-F238E27FC236}">
                <a16:creationId xmlns:a16="http://schemas.microsoft.com/office/drawing/2014/main" id="{BD04565D-8E11-4160-B081-FA4C035B45F5}"/>
              </a:ext>
            </a:extLst>
          </p:cNvPr>
          <p:cNvSpPr txBox="1"/>
          <p:nvPr/>
        </p:nvSpPr>
        <p:spPr>
          <a:xfrm>
            <a:off x="5010132" y="2461984"/>
            <a:ext cx="2326848" cy="646331"/>
          </a:xfrm>
          <a:prstGeom prst="rect">
            <a:avLst/>
          </a:prstGeom>
          <a:solidFill>
            <a:schemeClr val="bg1">
              <a:lumMod val="95000"/>
            </a:schemeClr>
          </a:solidFill>
        </p:spPr>
        <p:txBody>
          <a:bodyPr wrap="square" rtlCol="0">
            <a:spAutoFit/>
          </a:bodyPr>
          <a:lstStyle/>
          <a:p>
            <a:r>
              <a:rPr lang="en-US" altLang="zh-CN"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10" name="文本框 9">
            <a:extLst>
              <a:ext uri="{FF2B5EF4-FFF2-40B4-BE49-F238E27FC236}">
                <a16:creationId xmlns:a16="http://schemas.microsoft.com/office/drawing/2014/main" id="{B6F430F9-7F02-4ABD-9647-D29CB8B4BFC7}"/>
              </a:ext>
            </a:extLst>
          </p:cNvPr>
          <p:cNvSpPr txBox="1"/>
          <p:nvPr/>
        </p:nvSpPr>
        <p:spPr>
          <a:xfrm>
            <a:off x="3748710" y="1518697"/>
            <a:ext cx="3451586" cy="369332"/>
          </a:xfrm>
          <a:prstGeom prst="rect">
            <a:avLst/>
          </a:prstGeom>
          <a:solidFill>
            <a:schemeClr val="bg1">
              <a:lumMod val="95000"/>
            </a:schemeClr>
          </a:solidFill>
        </p:spPr>
        <p:txBody>
          <a:bodyPr wrap="none" rtlCol="0">
            <a:spAutoFit/>
          </a:bodyPr>
          <a:lstStyle/>
          <a:p>
            <a:r>
              <a:rPr lang="en-US" altLang="zh-CN"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Dept.Dname</a:t>
            </a:r>
            <a:r>
              <a:rPr lang="en-US" altLang="zh-CN"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Student.Sdept</a:t>
            </a:r>
            <a:endParaRPr lang="en-US" altLang="zh-CN"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BF28165-B348-46E4-A664-2246C7A1A0EF}"/>
                  </a:ext>
                </a:extLst>
              </p:cNvPr>
              <p:cNvSpPr txBox="1"/>
              <p:nvPr/>
            </p:nvSpPr>
            <p:spPr>
              <a:xfrm>
                <a:off x="1305480" y="2934520"/>
                <a:ext cx="743089"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chemeClr val="accent1"/>
                          </a:solidFill>
                          <a:latin typeface="Cambria Math" panose="02040503050406030204" pitchFamily="18" charset="0"/>
                        </a:rPr>
                        <m:t>𝜎</m:t>
                      </m:r>
                    </m:oMath>
                  </m:oMathPara>
                </a14:m>
                <a:endParaRPr lang="en-US" sz="4800" dirty="0">
                  <a:solidFill>
                    <a:schemeClr val="accent1"/>
                  </a:solidFill>
                  <a:latin typeface="微软雅黑" panose="020B0503020204020204" pitchFamily="34" charset="-122"/>
                  <a:ea typeface="微软雅黑" panose="020B0503020204020204" pitchFamily="34" charset="-122"/>
                </a:endParaRPr>
              </a:p>
            </p:txBody>
          </p:sp>
        </mc:Choice>
        <mc:Fallback xmlns="">
          <p:sp>
            <p:nvSpPr>
              <p:cNvPr id="11" name="文本框 10">
                <a:extLst>
                  <a:ext uri="{FF2B5EF4-FFF2-40B4-BE49-F238E27FC236}">
                    <a16:creationId xmlns:a16="http://schemas.microsoft.com/office/drawing/2014/main" id="{4BF28165-B348-46E4-A664-2246C7A1A0EF}"/>
                  </a:ext>
                </a:extLst>
              </p:cNvPr>
              <p:cNvSpPr txBox="1">
                <a:spLocks noRot="1" noChangeAspect="1" noMove="1" noResize="1" noEditPoints="1" noAdjustHandles="1" noChangeArrowheads="1" noChangeShapeType="1" noTextEdit="1"/>
              </p:cNvSpPr>
              <p:nvPr/>
            </p:nvSpPr>
            <p:spPr>
              <a:xfrm>
                <a:off x="1305480" y="2934520"/>
                <a:ext cx="743089"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3D79CDD-21B2-44BC-98FE-773802708C65}"/>
                  </a:ext>
                </a:extLst>
              </p:cNvPr>
              <p:cNvSpPr txBox="1"/>
              <p:nvPr/>
            </p:nvSpPr>
            <p:spPr>
              <a:xfrm>
                <a:off x="3079903" y="1193380"/>
                <a:ext cx="8787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7030A0"/>
                          </a:solidFill>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12" name="文本框 11">
                <a:extLst>
                  <a:ext uri="{FF2B5EF4-FFF2-40B4-BE49-F238E27FC236}">
                    <a16:creationId xmlns:a16="http://schemas.microsoft.com/office/drawing/2014/main" id="{E3D79CDD-21B2-44BC-98FE-773802708C65}"/>
                  </a:ext>
                </a:extLst>
              </p:cNvPr>
              <p:cNvSpPr txBox="1">
                <a:spLocks noRot="1" noChangeAspect="1" noMove="1" noResize="1" noEditPoints="1" noAdjustHandles="1" noChangeArrowheads="1" noChangeShapeType="1" noTextEdit="1"/>
              </p:cNvSpPr>
              <p:nvPr/>
            </p:nvSpPr>
            <p:spPr>
              <a:xfrm>
                <a:off x="3079903" y="1193380"/>
                <a:ext cx="878766" cy="830997"/>
              </a:xfrm>
              <a:prstGeom prst="rect">
                <a:avLst/>
              </a:prstGeom>
              <a:blipFill>
                <a:blip r:embed="rId4"/>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1AB0E114-A0EB-4553-9240-F253C4D58D8B}"/>
              </a:ext>
            </a:extLst>
          </p:cNvPr>
          <p:cNvSpPr/>
          <p:nvPr/>
        </p:nvSpPr>
        <p:spPr>
          <a:xfrm>
            <a:off x="2736201" y="4321272"/>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B</a:t>
            </a:r>
            <a:endParaRPr lang="zh-CN" altLang="en-US"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73F164A4-ECBA-44A9-90C8-F505B221F78E}"/>
              </a:ext>
            </a:extLst>
          </p:cNvPr>
          <p:cNvSpPr/>
          <p:nvPr/>
        </p:nvSpPr>
        <p:spPr>
          <a:xfrm>
            <a:off x="3477642" y="2647993"/>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C</a:t>
            </a:r>
            <a:endParaRPr lang="zh-CN" altLang="en-US"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FCA4A331-3EB7-4B15-87EA-FAF08F21F376}"/>
              </a:ext>
            </a:extLst>
          </p:cNvPr>
          <p:cNvSpPr/>
          <p:nvPr/>
        </p:nvSpPr>
        <p:spPr>
          <a:xfrm>
            <a:off x="5198596" y="3706666"/>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D</a:t>
            </a:r>
            <a:endParaRPr lang="zh-CN" altLang="en-US"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A5CBEF6-F4E2-4121-AE85-038E2AC74240}"/>
                  </a:ext>
                </a:extLst>
              </p:cNvPr>
              <p:cNvSpPr txBox="1"/>
              <p:nvPr/>
            </p:nvSpPr>
            <p:spPr>
              <a:xfrm>
                <a:off x="4321221" y="2106786"/>
                <a:ext cx="8787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7030A0"/>
                          </a:solidFill>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16" name="文本框 15">
                <a:extLst>
                  <a:ext uri="{FF2B5EF4-FFF2-40B4-BE49-F238E27FC236}">
                    <a16:creationId xmlns:a16="http://schemas.microsoft.com/office/drawing/2014/main" id="{DA5CBEF6-F4E2-4121-AE85-038E2AC74240}"/>
                  </a:ext>
                </a:extLst>
              </p:cNvPr>
              <p:cNvSpPr txBox="1">
                <a:spLocks noRot="1" noChangeAspect="1" noMove="1" noResize="1" noEditPoints="1" noAdjustHandles="1" noChangeArrowheads="1" noChangeShapeType="1" noTextEdit="1"/>
              </p:cNvSpPr>
              <p:nvPr/>
            </p:nvSpPr>
            <p:spPr>
              <a:xfrm>
                <a:off x="4321221" y="2106786"/>
                <a:ext cx="878766" cy="83099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0E2BB142-3842-4433-8838-857A4A05A792}"/>
                  </a:ext>
                </a:extLst>
              </p:cNvPr>
              <p:cNvSpPr txBox="1"/>
              <p:nvPr/>
            </p:nvSpPr>
            <p:spPr>
              <a:xfrm>
                <a:off x="3094569" y="4015384"/>
                <a:ext cx="743089"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0B0F0"/>
                          </a:solidFill>
                          <a:latin typeface="Cambria Math" panose="02040503050406030204" pitchFamily="18" charset="0"/>
                        </a:rPr>
                        <m:t>𝜎</m:t>
                      </m:r>
                    </m:oMath>
                  </m:oMathPara>
                </a14:m>
                <a:endParaRPr lang="en-US" sz="4800" dirty="0">
                  <a:solidFill>
                    <a:srgbClr val="00B0F0"/>
                  </a:solidFill>
                  <a:latin typeface="微软雅黑" panose="020B0503020204020204" pitchFamily="34" charset="-122"/>
                  <a:ea typeface="微软雅黑" panose="020B0503020204020204" pitchFamily="34" charset="-122"/>
                </a:endParaRPr>
              </a:p>
            </p:txBody>
          </p:sp>
        </mc:Choice>
        <mc:Fallback xmlns="">
          <p:sp>
            <p:nvSpPr>
              <p:cNvPr id="17" name="文本框 16">
                <a:extLst>
                  <a:ext uri="{FF2B5EF4-FFF2-40B4-BE49-F238E27FC236}">
                    <a16:creationId xmlns:a16="http://schemas.microsoft.com/office/drawing/2014/main" id="{0E2BB142-3842-4433-8838-857A4A05A792}"/>
                  </a:ext>
                </a:extLst>
              </p:cNvPr>
              <p:cNvSpPr txBox="1">
                <a:spLocks noRot="1" noChangeAspect="1" noMove="1" noResize="1" noEditPoints="1" noAdjustHandles="1" noChangeArrowheads="1" noChangeShapeType="1" noTextEdit="1"/>
              </p:cNvSpPr>
              <p:nvPr/>
            </p:nvSpPr>
            <p:spPr>
              <a:xfrm>
                <a:off x="3094569" y="4015384"/>
                <a:ext cx="743089" cy="83099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53D99A5-DC3B-4DA6-816D-137C4EEF402A}"/>
                  </a:ext>
                </a:extLst>
              </p:cNvPr>
              <p:cNvSpPr txBox="1"/>
              <p:nvPr/>
            </p:nvSpPr>
            <p:spPr>
              <a:xfrm>
                <a:off x="3154443" y="3013833"/>
                <a:ext cx="69762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sz="4800" b="0" i="1" smtClean="0">
                          <a:solidFill>
                            <a:srgbClr val="FFC000"/>
                          </a:solidFill>
                          <a:latin typeface="Cambria Math" panose="02040503050406030204" pitchFamily="18" charset="0"/>
                          <a:ea typeface="Cambria Math" panose="02040503050406030204" pitchFamily="18" charset="0"/>
                        </a:rPr>
                        <m:t>Γ</m:t>
                      </m:r>
                    </m:oMath>
                  </m:oMathPara>
                </a14:m>
                <a:endParaRPr lang="en-US" sz="4800" b="0" dirty="0">
                  <a:solidFill>
                    <a:srgbClr val="FFC000"/>
                  </a:solidFill>
                  <a:latin typeface="微软雅黑" panose="020B0503020204020204" pitchFamily="34" charset="-122"/>
                  <a:ea typeface="微软雅黑" panose="020B0503020204020204" pitchFamily="34" charset="-122"/>
                </a:endParaRPr>
              </a:p>
            </p:txBody>
          </p:sp>
        </mc:Choice>
        <mc:Fallback xmlns="">
          <p:sp>
            <p:nvSpPr>
              <p:cNvPr id="18" name="文本框 17">
                <a:extLst>
                  <a:ext uri="{FF2B5EF4-FFF2-40B4-BE49-F238E27FC236}">
                    <a16:creationId xmlns:a16="http://schemas.microsoft.com/office/drawing/2014/main" id="{B53D99A5-DC3B-4DA6-816D-137C4EEF402A}"/>
                  </a:ext>
                </a:extLst>
              </p:cNvPr>
              <p:cNvSpPr txBox="1">
                <a:spLocks noRot="1" noChangeAspect="1" noMove="1" noResize="1" noEditPoints="1" noAdjustHandles="1" noChangeArrowheads="1" noChangeShapeType="1" noTextEdit="1"/>
              </p:cNvSpPr>
              <p:nvPr/>
            </p:nvSpPr>
            <p:spPr>
              <a:xfrm>
                <a:off x="3154443" y="3013833"/>
                <a:ext cx="697627" cy="830997"/>
              </a:xfrm>
              <a:prstGeom prst="rect">
                <a:avLst/>
              </a:prstGeom>
              <a:blipFill>
                <a:blip r:embed="rId7"/>
                <a:stretch>
                  <a:fillRect/>
                </a:stretch>
              </a:blipFill>
            </p:spPr>
            <p:txBody>
              <a:bodyPr/>
              <a:lstStyle/>
              <a:p>
                <a:r>
                  <a:rPr lang="zh-CN" altLang="en-US">
                    <a:noFill/>
                  </a:rPr>
                  <a:t> </a:t>
                </a:r>
              </a:p>
            </p:txBody>
          </p:sp>
        </mc:Fallback>
      </mc:AlternateContent>
      <p:cxnSp>
        <p:nvCxnSpPr>
          <p:cNvPr id="19" name="直接箭头连接符 18">
            <a:extLst>
              <a:ext uri="{FF2B5EF4-FFF2-40B4-BE49-F238E27FC236}">
                <a16:creationId xmlns:a16="http://schemas.microsoft.com/office/drawing/2014/main" id="{E492430B-9EE3-4CA1-9ED0-CA903A35A96B}"/>
              </a:ext>
            </a:extLst>
          </p:cNvPr>
          <p:cNvCxnSpPr>
            <a:cxnSpLocks/>
            <a:stCxn id="27" idx="1"/>
          </p:cNvCxnSpPr>
          <p:nvPr/>
        </p:nvCxnSpPr>
        <p:spPr>
          <a:xfrm flipH="1" flipV="1">
            <a:off x="3401672" y="4690303"/>
            <a:ext cx="4018" cy="462626"/>
          </a:xfrm>
          <a:prstGeom prst="straightConnector1">
            <a:avLst/>
          </a:prstGeom>
          <a:ln>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20" name="直接箭头连接符 19">
            <a:extLst>
              <a:ext uri="{FF2B5EF4-FFF2-40B4-BE49-F238E27FC236}">
                <a16:creationId xmlns:a16="http://schemas.microsoft.com/office/drawing/2014/main" id="{22E6833E-0B14-4279-AAAC-DB7AB4B528C9}"/>
              </a:ext>
            </a:extLst>
          </p:cNvPr>
          <p:cNvCxnSpPr>
            <a:cxnSpLocks/>
          </p:cNvCxnSpPr>
          <p:nvPr/>
        </p:nvCxnSpPr>
        <p:spPr>
          <a:xfrm flipV="1">
            <a:off x="3401672" y="3765517"/>
            <a:ext cx="0" cy="499734"/>
          </a:xfrm>
          <a:prstGeom prst="straightConnector1">
            <a:avLst/>
          </a:prstGeom>
          <a:ln>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21" name="直接箭头连接符 20">
            <a:extLst>
              <a:ext uri="{FF2B5EF4-FFF2-40B4-BE49-F238E27FC236}">
                <a16:creationId xmlns:a16="http://schemas.microsoft.com/office/drawing/2014/main" id="{48825FFF-3A21-4262-8490-A795BEB2D4AA}"/>
              </a:ext>
            </a:extLst>
          </p:cNvPr>
          <p:cNvCxnSpPr>
            <a:cxnSpLocks/>
          </p:cNvCxnSpPr>
          <p:nvPr/>
        </p:nvCxnSpPr>
        <p:spPr>
          <a:xfrm flipV="1">
            <a:off x="3703753" y="2746831"/>
            <a:ext cx="748034" cy="428513"/>
          </a:xfrm>
          <a:prstGeom prst="straightConnector1">
            <a:avLst/>
          </a:prstGeom>
          <a:ln>
            <a:solidFill>
              <a:srgbClr val="FFC000"/>
            </a:solidFill>
            <a:tailEnd type="triangle"/>
          </a:ln>
        </p:spPr>
        <p:style>
          <a:lnRef idx="3">
            <a:schemeClr val="dk1"/>
          </a:lnRef>
          <a:fillRef idx="0">
            <a:schemeClr val="dk1"/>
          </a:fillRef>
          <a:effectRef idx="2">
            <a:schemeClr val="dk1"/>
          </a:effectRef>
          <a:fontRef idx="minor">
            <a:schemeClr val="tx1"/>
          </a:fontRef>
        </p:style>
      </p:cxnSp>
      <p:cxnSp>
        <p:nvCxnSpPr>
          <p:cNvPr id="22" name="直接箭头连接符 21">
            <a:extLst>
              <a:ext uri="{FF2B5EF4-FFF2-40B4-BE49-F238E27FC236}">
                <a16:creationId xmlns:a16="http://schemas.microsoft.com/office/drawing/2014/main" id="{598EB0DD-2CB8-4DEA-8D53-30991100CADD}"/>
              </a:ext>
            </a:extLst>
          </p:cNvPr>
          <p:cNvCxnSpPr>
            <a:cxnSpLocks/>
            <a:stCxn id="28" idx="1"/>
            <a:endCxn id="11" idx="2"/>
          </p:cNvCxnSpPr>
          <p:nvPr/>
        </p:nvCxnSpPr>
        <p:spPr>
          <a:xfrm flipV="1">
            <a:off x="1655385" y="3765517"/>
            <a:ext cx="21640" cy="1387412"/>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23" name="直接箭头连接符 22">
            <a:extLst>
              <a:ext uri="{FF2B5EF4-FFF2-40B4-BE49-F238E27FC236}">
                <a16:creationId xmlns:a16="http://schemas.microsoft.com/office/drawing/2014/main" id="{CCE2257B-BF1C-4303-880E-5CE1EFBF7223}"/>
              </a:ext>
            </a:extLst>
          </p:cNvPr>
          <p:cNvCxnSpPr>
            <a:cxnSpLocks/>
          </p:cNvCxnSpPr>
          <p:nvPr/>
        </p:nvCxnSpPr>
        <p:spPr>
          <a:xfrm flipV="1">
            <a:off x="1891025" y="1871185"/>
            <a:ext cx="1335472" cy="1247084"/>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24" name="直接箭头连接符 23">
            <a:extLst>
              <a:ext uri="{FF2B5EF4-FFF2-40B4-BE49-F238E27FC236}">
                <a16:creationId xmlns:a16="http://schemas.microsoft.com/office/drawing/2014/main" id="{C2880505-276D-4A90-A135-D690CC7E594C}"/>
              </a:ext>
            </a:extLst>
          </p:cNvPr>
          <p:cNvCxnSpPr>
            <a:cxnSpLocks/>
            <a:stCxn id="29" idx="1"/>
          </p:cNvCxnSpPr>
          <p:nvPr/>
        </p:nvCxnSpPr>
        <p:spPr>
          <a:xfrm flipH="1" flipV="1">
            <a:off x="4964221" y="2834547"/>
            <a:ext cx="343538" cy="2318382"/>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cxnSp>
        <p:nvCxnSpPr>
          <p:cNvPr id="25" name="直接箭头连接符 24">
            <a:extLst>
              <a:ext uri="{FF2B5EF4-FFF2-40B4-BE49-F238E27FC236}">
                <a16:creationId xmlns:a16="http://schemas.microsoft.com/office/drawing/2014/main" id="{1BED1C51-7547-44F3-A06B-36227F224079}"/>
              </a:ext>
            </a:extLst>
          </p:cNvPr>
          <p:cNvCxnSpPr>
            <a:cxnSpLocks/>
          </p:cNvCxnSpPr>
          <p:nvPr/>
        </p:nvCxnSpPr>
        <p:spPr>
          <a:xfrm flipH="1" flipV="1">
            <a:off x="3794376" y="1866858"/>
            <a:ext cx="689580" cy="459671"/>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sp>
        <p:nvSpPr>
          <p:cNvPr id="26" name="矩形 25">
            <a:extLst>
              <a:ext uri="{FF2B5EF4-FFF2-40B4-BE49-F238E27FC236}">
                <a16:creationId xmlns:a16="http://schemas.microsoft.com/office/drawing/2014/main" id="{B8BF2556-70C7-4377-9428-181CC432F4C7}"/>
              </a:ext>
            </a:extLst>
          </p:cNvPr>
          <p:cNvSpPr/>
          <p:nvPr/>
        </p:nvSpPr>
        <p:spPr>
          <a:xfrm>
            <a:off x="7762204" y="1645791"/>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B</a:t>
            </a:r>
            <a:r>
              <a:rPr lang="zh-CN" altLang="en-US"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a:t>
            </a:r>
          </a:p>
        </p:txBody>
      </p:sp>
      <p:sp>
        <p:nvSpPr>
          <p:cNvPr id="27" name="圆柱形 26">
            <a:extLst>
              <a:ext uri="{FF2B5EF4-FFF2-40B4-BE49-F238E27FC236}">
                <a16:creationId xmlns:a16="http://schemas.microsoft.com/office/drawing/2014/main" id="{EB4B76EA-2F5E-4966-8F9F-82E780BA98C1}"/>
              </a:ext>
            </a:extLst>
          </p:cNvPr>
          <p:cNvSpPr/>
          <p:nvPr/>
        </p:nvSpPr>
        <p:spPr>
          <a:xfrm>
            <a:off x="2952586" y="5152929"/>
            <a:ext cx="906207" cy="489905"/>
          </a:xfrm>
          <a:prstGeom prst="can">
            <a:avLst/>
          </a:prstGeom>
          <a:ln>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8" name="圆柱形 27">
            <a:extLst>
              <a:ext uri="{FF2B5EF4-FFF2-40B4-BE49-F238E27FC236}">
                <a16:creationId xmlns:a16="http://schemas.microsoft.com/office/drawing/2014/main" id="{BAF67CCB-BA59-43D8-9BCE-4A85300BDA4B}"/>
              </a:ext>
            </a:extLst>
          </p:cNvPr>
          <p:cNvSpPr/>
          <p:nvPr/>
        </p:nvSpPr>
        <p:spPr>
          <a:xfrm>
            <a:off x="1202281" y="5152929"/>
            <a:ext cx="906207" cy="489905"/>
          </a:xfrm>
          <a:prstGeom prst="ca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Dept</a:t>
            </a:r>
          </a:p>
        </p:txBody>
      </p:sp>
      <p:sp>
        <p:nvSpPr>
          <p:cNvPr id="29" name="圆柱形 28">
            <a:extLst>
              <a:ext uri="{FF2B5EF4-FFF2-40B4-BE49-F238E27FC236}">
                <a16:creationId xmlns:a16="http://schemas.microsoft.com/office/drawing/2014/main" id="{3252B1E8-2FFC-4669-8D68-6840B247881C}"/>
              </a:ext>
            </a:extLst>
          </p:cNvPr>
          <p:cNvSpPr/>
          <p:nvPr/>
        </p:nvSpPr>
        <p:spPr>
          <a:xfrm>
            <a:off x="4794310" y="5152929"/>
            <a:ext cx="1026897" cy="489905"/>
          </a:xfrm>
          <a:prstGeom prst="can">
            <a:avLst/>
          </a:prstGeom>
          <a:ln>
            <a:solidFill>
              <a:srgbClr val="7030A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rgbClr val="7030A0"/>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30" name="文本框 29">
            <a:extLst>
              <a:ext uri="{FF2B5EF4-FFF2-40B4-BE49-F238E27FC236}">
                <a16:creationId xmlns:a16="http://schemas.microsoft.com/office/drawing/2014/main" id="{371B6548-8714-4096-A219-E1BB66034779}"/>
              </a:ext>
            </a:extLst>
          </p:cNvPr>
          <p:cNvSpPr txBox="1"/>
          <p:nvPr/>
        </p:nvSpPr>
        <p:spPr>
          <a:xfrm>
            <a:off x="7586398" y="2124773"/>
            <a:ext cx="4429796" cy="923330"/>
          </a:xfrm>
          <a:prstGeom prst="rect">
            <a:avLst/>
          </a:prstGeom>
          <a:solidFill>
            <a:srgbClr val="701988">
              <a:alpha val="20000"/>
            </a:srgb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for t in SC:</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if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SC.Grade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&lt;param&gt;: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Aggregate t in</a:t>
            </a:r>
            <a:r>
              <a:rPr lang="zh-CN" altLang="en-US"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HashTable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32" name="矩形 31">
            <a:extLst>
              <a:ext uri="{FF2B5EF4-FFF2-40B4-BE49-F238E27FC236}">
                <a16:creationId xmlns:a16="http://schemas.microsoft.com/office/drawing/2014/main" id="{7CC3B974-BFB1-453D-A2E3-741EF44C81C1}"/>
              </a:ext>
            </a:extLst>
          </p:cNvPr>
          <p:cNvSpPr/>
          <p:nvPr/>
        </p:nvSpPr>
        <p:spPr>
          <a:xfrm>
            <a:off x="1616357" y="4321272"/>
            <a:ext cx="542136" cy="400110"/>
          </a:xfrm>
          <a:prstGeom prst="rect">
            <a:avLst/>
          </a:prstGeom>
          <a:noFill/>
        </p:spPr>
        <p:txBody>
          <a:bodyPr wrap="square" lIns="91440" tIns="45720" rIns="91440" bIns="45720">
            <a:spAutoFit/>
          </a:bodyPr>
          <a:lstStyle/>
          <a:p>
            <a:pPr algn="ctr"/>
            <a:r>
              <a:rPr lang="en-US" altLang="zh-CN"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A</a:t>
            </a:r>
            <a:endParaRPr lang="zh-CN" altLang="en-US"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1C2DDFFE-65D4-4A04-81A1-2048E49F85C9}"/>
              </a:ext>
            </a:extLst>
          </p:cNvPr>
          <p:cNvSpPr>
            <a:spLocks noGrp="1"/>
          </p:cNvSpPr>
          <p:nvPr>
            <p:ph type="sldNum" sz="quarter" idx="12"/>
          </p:nvPr>
        </p:nvSpPr>
        <p:spPr/>
        <p:txBody>
          <a:bodyPr/>
          <a:lstStyle/>
          <a:p>
            <a:fld id="{4B0D34C0-35A8-654C-9FBA-7B4E017BD630}" type="slidenum">
              <a:rPr lang="en-US" altLang="zh-CN" smtClean="0"/>
              <a:t>77</a:t>
            </a:fld>
            <a:endParaRPr kumimoji="1" lang="zh-CN" altLang="en-US"/>
          </a:p>
        </p:txBody>
      </p:sp>
      <p:sp>
        <p:nvSpPr>
          <p:cNvPr id="4" name="页脚占位符 3">
            <a:extLst>
              <a:ext uri="{FF2B5EF4-FFF2-40B4-BE49-F238E27FC236}">
                <a16:creationId xmlns:a16="http://schemas.microsoft.com/office/drawing/2014/main" id="{12232137-6AD7-F599-5BFB-50E22C79A86B}"/>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34083879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任意多边形: 形状 32">
            <a:extLst>
              <a:ext uri="{FF2B5EF4-FFF2-40B4-BE49-F238E27FC236}">
                <a16:creationId xmlns:a16="http://schemas.microsoft.com/office/drawing/2014/main" id="{3DE963AB-B7EF-4B6F-9CA4-5BD14E287568}"/>
              </a:ext>
            </a:extLst>
          </p:cNvPr>
          <p:cNvSpPr/>
          <p:nvPr/>
        </p:nvSpPr>
        <p:spPr bwMode="auto">
          <a:xfrm>
            <a:off x="795338" y="1153933"/>
            <a:ext cx="10601324" cy="4980339"/>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en-US" altLang="zh-CN" sz="3600" dirty="0">
                <a:latin typeface="微软雅黑" panose="020B0503020204020204" pitchFamily="82" charset="2"/>
                <a:ea typeface="微软雅黑" panose="020B0503020204020204" pitchFamily="82" charset="2"/>
              </a:rPr>
              <a:t>HYPER</a:t>
            </a:r>
            <a:r>
              <a:rPr lang="zh-CN" altLang="en-US" sz="3600" dirty="0">
                <a:latin typeface="微软雅黑" panose="020B0503020204020204" pitchFamily="82" charset="2"/>
                <a:ea typeface="微软雅黑" panose="020B0503020204020204" pitchFamily="82" charset="2"/>
              </a:rPr>
              <a:t>执行流程</a:t>
            </a:r>
          </a:p>
        </p:txBody>
      </p:sp>
      <p:sp>
        <p:nvSpPr>
          <p:cNvPr id="6" name="文本框 5">
            <a:extLst>
              <a:ext uri="{FF2B5EF4-FFF2-40B4-BE49-F238E27FC236}">
                <a16:creationId xmlns:a16="http://schemas.microsoft.com/office/drawing/2014/main" id="{9366CDF0-73EB-4B4A-9551-A6460E623BD8}"/>
              </a:ext>
            </a:extLst>
          </p:cNvPr>
          <p:cNvSpPr txBox="1"/>
          <p:nvPr/>
        </p:nvSpPr>
        <p:spPr>
          <a:xfrm>
            <a:off x="1783716" y="3400789"/>
            <a:ext cx="1334756" cy="584775"/>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campus = ’North’</a:t>
            </a:r>
          </a:p>
        </p:txBody>
      </p:sp>
      <p:sp>
        <p:nvSpPr>
          <p:cNvPr id="7" name="文本框 6">
            <a:extLst>
              <a:ext uri="{FF2B5EF4-FFF2-40B4-BE49-F238E27FC236}">
                <a16:creationId xmlns:a16="http://schemas.microsoft.com/office/drawing/2014/main" id="{CB7517B0-1CB2-4504-81F5-CAB5D54C3E6B}"/>
              </a:ext>
            </a:extLst>
          </p:cNvPr>
          <p:cNvSpPr txBox="1"/>
          <p:nvPr/>
        </p:nvSpPr>
        <p:spPr>
          <a:xfrm>
            <a:off x="3574435" y="4488427"/>
            <a:ext cx="906208" cy="584775"/>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Grade = ?</a:t>
            </a:r>
          </a:p>
        </p:txBody>
      </p:sp>
      <p:sp>
        <p:nvSpPr>
          <p:cNvPr id="8" name="文本框 7">
            <a:extLst>
              <a:ext uri="{FF2B5EF4-FFF2-40B4-BE49-F238E27FC236}">
                <a16:creationId xmlns:a16="http://schemas.microsoft.com/office/drawing/2014/main" id="{722F3447-6D11-47B5-8F98-5A0878F7F2A4}"/>
              </a:ext>
            </a:extLst>
          </p:cNvPr>
          <p:cNvSpPr txBox="1"/>
          <p:nvPr/>
        </p:nvSpPr>
        <p:spPr>
          <a:xfrm>
            <a:off x="3604594" y="3341131"/>
            <a:ext cx="1147717" cy="584775"/>
          </a:xfrm>
          <a:prstGeom prst="rect">
            <a:avLst/>
          </a:prstGeom>
          <a:solidFill>
            <a:schemeClr val="bg1">
              <a:lumMod val="95000"/>
            </a:schemeClr>
          </a:solidFill>
        </p:spPr>
        <p:txBody>
          <a:bodyPr wrap="squar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COUNT(*)</a:t>
            </a:r>
          </a:p>
        </p:txBody>
      </p:sp>
      <p:sp>
        <p:nvSpPr>
          <p:cNvPr id="9" name="文本框 8">
            <a:extLst>
              <a:ext uri="{FF2B5EF4-FFF2-40B4-BE49-F238E27FC236}">
                <a16:creationId xmlns:a16="http://schemas.microsoft.com/office/drawing/2014/main" id="{BD04565D-8E11-4160-B081-FA4C035B45F5}"/>
              </a:ext>
            </a:extLst>
          </p:cNvPr>
          <p:cNvSpPr txBox="1"/>
          <p:nvPr/>
        </p:nvSpPr>
        <p:spPr>
          <a:xfrm>
            <a:off x="4968132" y="2551721"/>
            <a:ext cx="2348935" cy="338554"/>
          </a:xfrm>
          <a:prstGeom prst="rect">
            <a:avLst/>
          </a:prstGeom>
          <a:solidFill>
            <a:schemeClr val="bg1">
              <a:lumMod val="95000"/>
            </a:schemeClr>
          </a:solidFill>
        </p:spPr>
        <p:txBody>
          <a:bodyPr wrap="squar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10" name="文本框 9">
            <a:extLst>
              <a:ext uri="{FF2B5EF4-FFF2-40B4-BE49-F238E27FC236}">
                <a16:creationId xmlns:a16="http://schemas.microsoft.com/office/drawing/2014/main" id="{B6F430F9-7F02-4ABD-9647-D29CB8B4BFC7}"/>
              </a:ext>
            </a:extLst>
          </p:cNvPr>
          <p:cNvSpPr txBox="1"/>
          <p:nvPr/>
        </p:nvSpPr>
        <p:spPr>
          <a:xfrm>
            <a:off x="3706711" y="1608434"/>
            <a:ext cx="3090205"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Dept.Dname</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Student.Sdept</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BF28165-B348-46E4-A664-2246C7A1A0EF}"/>
                  </a:ext>
                </a:extLst>
              </p:cNvPr>
              <p:cNvSpPr txBox="1"/>
              <p:nvPr/>
            </p:nvSpPr>
            <p:spPr>
              <a:xfrm>
                <a:off x="1263481" y="3024257"/>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chemeClr val="accent1"/>
                          </a:solidFill>
                          <a:latin typeface="Cambria Math" panose="02040503050406030204" pitchFamily="18" charset="0"/>
                        </a:rPr>
                        <m:t>𝜎</m:t>
                      </m:r>
                    </m:oMath>
                  </m:oMathPara>
                </a14:m>
                <a:endParaRPr lang="en-US" sz="4800" dirty="0">
                  <a:solidFill>
                    <a:schemeClr val="accent1"/>
                  </a:solidFill>
                  <a:latin typeface="微软雅黑" panose="020B0503020204020204" pitchFamily="34" charset="-122"/>
                  <a:ea typeface="微软雅黑" panose="020B0503020204020204" pitchFamily="34" charset="-122"/>
                </a:endParaRPr>
              </a:p>
            </p:txBody>
          </p:sp>
        </mc:Choice>
        <mc:Fallback xmlns="">
          <p:sp>
            <p:nvSpPr>
              <p:cNvPr id="11" name="文本框 10">
                <a:extLst>
                  <a:ext uri="{FF2B5EF4-FFF2-40B4-BE49-F238E27FC236}">
                    <a16:creationId xmlns:a16="http://schemas.microsoft.com/office/drawing/2014/main" id="{4BF28165-B348-46E4-A664-2246C7A1A0EF}"/>
                  </a:ext>
                </a:extLst>
              </p:cNvPr>
              <p:cNvSpPr txBox="1">
                <a:spLocks noRot="1" noChangeAspect="1" noMove="1" noResize="1" noEditPoints="1" noAdjustHandles="1" noChangeArrowheads="1" noChangeShapeType="1" noTextEdit="1"/>
              </p:cNvSpPr>
              <p:nvPr/>
            </p:nvSpPr>
            <p:spPr>
              <a:xfrm>
                <a:off x="1263481" y="3024257"/>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3D79CDD-21B2-44BC-98FE-773802708C65}"/>
                  </a:ext>
                </a:extLst>
              </p:cNvPr>
              <p:cNvSpPr txBox="1"/>
              <p:nvPr/>
            </p:nvSpPr>
            <p:spPr>
              <a:xfrm>
                <a:off x="3037904" y="1283117"/>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7030A0"/>
                          </a:solidFill>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12" name="文本框 11">
                <a:extLst>
                  <a:ext uri="{FF2B5EF4-FFF2-40B4-BE49-F238E27FC236}">
                    <a16:creationId xmlns:a16="http://schemas.microsoft.com/office/drawing/2014/main" id="{E3D79CDD-21B2-44BC-98FE-773802708C65}"/>
                  </a:ext>
                </a:extLst>
              </p:cNvPr>
              <p:cNvSpPr txBox="1">
                <a:spLocks noRot="1" noChangeAspect="1" noMove="1" noResize="1" noEditPoints="1" noAdjustHandles="1" noChangeArrowheads="1" noChangeShapeType="1" noTextEdit="1"/>
              </p:cNvSpPr>
              <p:nvPr/>
            </p:nvSpPr>
            <p:spPr>
              <a:xfrm>
                <a:off x="3037904" y="1283117"/>
                <a:ext cx="878767" cy="830997"/>
              </a:xfrm>
              <a:prstGeom prst="rect">
                <a:avLst/>
              </a:prstGeom>
              <a:blipFill>
                <a:blip r:embed="rId4"/>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1AB0E114-A0EB-4553-9240-F253C4D58D8B}"/>
              </a:ext>
            </a:extLst>
          </p:cNvPr>
          <p:cNvSpPr/>
          <p:nvPr/>
        </p:nvSpPr>
        <p:spPr>
          <a:xfrm>
            <a:off x="2694202" y="4411009"/>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B</a:t>
            </a:r>
            <a:endParaRPr lang="zh-CN" altLang="en-US"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73F164A4-ECBA-44A9-90C8-F505B221F78E}"/>
              </a:ext>
            </a:extLst>
          </p:cNvPr>
          <p:cNvSpPr/>
          <p:nvPr/>
        </p:nvSpPr>
        <p:spPr>
          <a:xfrm>
            <a:off x="3435643" y="2737730"/>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C</a:t>
            </a:r>
            <a:endParaRPr lang="zh-CN" altLang="en-US"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FCA4A331-3EB7-4B15-87EA-FAF08F21F376}"/>
              </a:ext>
            </a:extLst>
          </p:cNvPr>
          <p:cNvSpPr/>
          <p:nvPr/>
        </p:nvSpPr>
        <p:spPr>
          <a:xfrm>
            <a:off x="5156597" y="3796403"/>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D</a:t>
            </a:r>
            <a:endParaRPr lang="zh-CN" altLang="en-US"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A5CBEF6-F4E2-4121-AE85-038E2AC74240}"/>
                  </a:ext>
                </a:extLst>
              </p:cNvPr>
              <p:cNvSpPr txBox="1"/>
              <p:nvPr/>
            </p:nvSpPr>
            <p:spPr>
              <a:xfrm>
                <a:off x="4279222" y="2196523"/>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7030A0"/>
                          </a:solidFill>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16" name="文本框 15">
                <a:extLst>
                  <a:ext uri="{FF2B5EF4-FFF2-40B4-BE49-F238E27FC236}">
                    <a16:creationId xmlns:a16="http://schemas.microsoft.com/office/drawing/2014/main" id="{DA5CBEF6-F4E2-4121-AE85-038E2AC74240}"/>
                  </a:ext>
                </a:extLst>
              </p:cNvPr>
              <p:cNvSpPr txBox="1">
                <a:spLocks noRot="1" noChangeAspect="1" noMove="1" noResize="1" noEditPoints="1" noAdjustHandles="1" noChangeArrowheads="1" noChangeShapeType="1" noTextEdit="1"/>
              </p:cNvSpPr>
              <p:nvPr/>
            </p:nvSpPr>
            <p:spPr>
              <a:xfrm>
                <a:off x="4279222" y="2196523"/>
                <a:ext cx="878767" cy="83099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0E2BB142-3842-4433-8838-857A4A05A792}"/>
                  </a:ext>
                </a:extLst>
              </p:cNvPr>
              <p:cNvSpPr txBox="1"/>
              <p:nvPr/>
            </p:nvSpPr>
            <p:spPr>
              <a:xfrm>
                <a:off x="3052570" y="4105121"/>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0B0F0"/>
                          </a:solidFill>
                          <a:latin typeface="Cambria Math" panose="02040503050406030204" pitchFamily="18" charset="0"/>
                        </a:rPr>
                        <m:t>𝜎</m:t>
                      </m:r>
                    </m:oMath>
                  </m:oMathPara>
                </a14:m>
                <a:endParaRPr lang="en-US" sz="4800" dirty="0">
                  <a:solidFill>
                    <a:srgbClr val="00B0F0"/>
                  </a:solidFill>
                  <a:latin typeface="微软雅黑" panose="020B0503020204020204" pitchFamily="34" charset="-122"/>
                  <a:ea typeface="微软雅黑" panose="020B0503020204020204" pitchFamily="34" charset="-122"/>
                </a:endParaRPr>
              </a:p>
            </p:txBody>
          </p:sp>
        </mc:Choice>
        <mc:Fallback xmlns="">
          <p:sp>
            <p:nvSpPr>
              <p:cNvPr id="17" name="文本框 16">
                <a:extLst>
                  <a:ext uri="{FF2B5EF4-FFF2-40B4-BE49-F238E27FC236}">
                    <a16:creationId xmlns:a16="http://schemas.microsoft.com/office/drawing/2014/main" id="{0E2BB142-3842-4433-8838-857A4A05A792}"/>
                  </a:ext>
                </a:extLst>
              </p:cNvPr>
              <p:cNvSpPr txBox="1">
                <a:spLocks noRot="1" noChangeAspect="1" noMove="1" noResize="1" noEditPoints="1" noAdjustHandles="1" noChangeArrowheads="1" noChangeShapeType="1" noTextEdit="1"/>
              </p:cNvSpPr>
              <p:nvPr/>
            </p:nvSpPr>
            <p:spPr>
              <a:xfrm>
                <a:off x="3052570" y="4105121"/>
                <a:ext cx="743088" cy="83099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53D99A5-DC3B-4DA6-816D-137C4EEF402A}"/>
                  </a:ext>
                </a:extLst>
              </p:cNvPr>
              <p:cNvSpPr txBox="1"/>
              <p:nvPr/>
            </p:nvSpPr>
            <p:spPr>
              <a:xfrm>
                <a:off x="3112444" y="3103570"/>
                <a:ext cx="69762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sz="4800" b="0" i="1" smtClean="0">
                          <a:solidFill>
                            <a:srgbClr val="FFC000"/>
                          </a:solidFill>
                          <a:latin typeface="Cambria Math" panose="02040503050406030204" pitchFamily="18" charset="0"/>
                          <a:ea typeface="Cambria Math" panose="02040503050406030204" pitchFamily="18" charset="0"/>
                        </a:rPr>
                        <m:t>Γ</m:t>
                      </m:r>
                    </m:oMath>
                  </m:oMathPara>
                </a14:m>
                <a:endParaRPr lang="en-US" sz="4800" b="0" dirty="0">
                  <a:solidFill>
                    <a:srgbClr val="FFC000"/>
                  </a:solidFill>
                  <a:latin typeface="微软雅黑" panose="020B0503020204020204" pitchFamily="34" charset="-122"/>
                  <a:ea typeface="微软雅黑" panose="020B0503020204020204" pitchFamily="34" charset="-122"/>
                </a:endParaRPr>
              </a:p>
            </p:txBody>
          </p:sp>
        </mc:Choice>
        <mc:Fallback xmlns="">
          <p:sp>
            <p:nvSpPr>
              <p:cNvPr id="18" name="文本框 17">
                <a:extLst>
                  <a:ext uri="{FF2B5EF4-FFF2-40B4-BE49-F238E27FC236}">
                    <a16:creationId xmlns:a16="http://schemas.microsoft.com/office/drawing/2014/main" id="{B53D99A5-DC3B-4DA6-816D-137C4EEF402A}"/>
                  </a:ext>
                </a:extLst>
              </p:cNvPr>
              <p:cNvSpPr txBox="1">
                <a:spLocks noRot="1" noChangeAspect="1" noMove="1" noResize="1" noEditPoints="1" noAdjustHandles="1" noChangeArrowheads="1" noChangeShapeType="1" noTextEdit="1"/>
              </p:cNvSpPr>
              <p:nvPr/>
            </p:nvSpPr>
            <p:spPr>
              <a:xfrm>
                <a:off x="3112444" y="3103570"/>
                <a:ext cx="697627" cy="830997"/>
              </a:xfrm>
              <a:prstGeom prst="rect">
                <a:avLst/>
              </a:prstGeom>
              <a:blipFill>
                <a:blip r:embed="rId7"/>
                <a:stretch>
                  <a:fillRect/>
                </a:stretch>
              </a:blipFill>
            </p:spPr>
            <p:txBody>
              <a:bodyPr/>
              <a:lstStyle/>
              <a:p>
                <a:r>
                  <a:rPr lang="zh-CN" altLang="en-US">
                    <a:noFill/>
                  </a:rPr>
                  <a:t> </a:t>
                </a:r>
              </a:p>
            </p:txBody>
          </p:sp>
        </mc:Fallback>
      </mc:AlternateContent>
      <p:cxnSp>
        <p:nvCxnSpPr>
          <p:cNvPr id="19" name="直接箭头连接符 18">
            <a:extLst>
              <a:ext uri="{FF2B5EF4-FFF2-40B4-BE49-F238E27FC236}">
                <a16:creationId xmlns:a16="http://schemas.microsoft.com/office/drawing/2014/main" id="{E492430B-9EE3-4CA1-9ED0-CA903A35A96B}"/>
              </a:ext>
            </a:extLst>
          </p:cNvPr>
          <p:cNvCxnSpPr>
            <a:cxnSpLocks/>
            <a:stCxn id="27" idx="1"/>
          </p:cNvCxnSpPr>
          <p:nvPr/>
        </p:nvCxnSpPr>
        <p:spPr>
          <a:xfrm flipH="1" flipV="1">
            <a:off x="3359673" y="4780040"/>
            <a:ext cx="4018" cy="462626"/>
          </a:xfrm>
          <a:prstGeom prst="straightConnector1">
            <a:avLst/>
          </a:prstGeom>
          <a:ln>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20" name="直接箭头连接符 19">
            <a:extLst>
              <a:ext uri="{FF2B5EF4-FFF2-40B4-BE49-F238E27FC236}">
                <a16:creationId xmlns:a16="http://schemas.microsoft.com/office/drawing/2014/main" id="{22E6833E-0B14-4279-AAAC-DB7AB4B528C9}"/>
              </a:ext>
            </a:extLst>
          </p:cNvPr>
          <p:cNvCxnSpPr>
            <a:cxnSpLocks/>
          </p:cNvCxnSpPr>
          <p:nvPr/>
        </p:nvCxnSpPr>
        <p:spPr>
          <a:xfrm flipV="1">
            <a:off x="3359673" y="3855254"/>
            <a:ext cx="0" cy="499734"/>
          </a:xfrm>
          <a:prstGeom prst="straightConnector1">
            <a:avLst/>
          </a:prstGeom>
          <a:ln>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21" name="直接箭头连接符 20">
            <a:extLst>
              <a:ext uri="{FF2B5EF4-FFF2-40B4-BE49-F238E27FC236}">
                <a16:creationId xmlns:a16="http://schemas.microsoft.com/office/drawing/2014/main" id="{48825FFF-3A21-4262-8490-A795BEB2D4AA}"/>
              </a:ext>
            </a:extLst>
          </p:cNvPr>
          <p:cNvCxnSpPr>
            <a:cxnSpLocks/>
          </p:cNvCxnSpPr>
          <p:nvPr/>
        </p:nvCxnSpPr>
        <p:spPr>
          <a:xfrm flipV="1">
            <a:off x="3661754" y="2836568"/>
            <a:ext cx="748034" cy="428513"/>
          </a:xfrm>
          <a:prstGeom prst="straightConnector1">
            <a:avLst/>
          </a:prstGeom>
          <a:ln>
            <a:solidFill>
              <a:srgbClr val="FFC000"/>
            </a:solidFill>
            <a:tailEnd type="triangle"/>
          </a:ln>
        </p:spPr>
        <p:style>
          <a:lnRef idx="3">
            <a:schemeClr val="dk1"/>
          </a:lnRef>
          <a:fillRef idx="0">
            <a:schemeClr val="dk1"/>
          </a:fillRef>
          <a:effectRef idx="2">
            <a:schemeClr val="dk1"/>
          </a:effectRef>
          <a:fontRef idx="minor">
            <a:schemeClr val="tx1"/>
          </a:fontRef>
        </p:style>
      </p:cxnSp>
      <p:cxnSp>
        <p:nvCxnSpPr>
          <p:cNvPr id="22" name="直接箭头连接符 21">
            <a:extLst>
              <a:ext uri="{FF2B5EF4-FFF2-40B4-BE49-F238E27FC236}">
                <a16:creationId xmlns:a16="http://schemas.microsoft.com/office/drawing/2014/main" id="{598EB0DD-2CB8-4DEA-8D53-30991100CADD}"/>
              </a:ext>
            </a:extLst>
          </p:cNvPr>
          <p:cNvCxnSpPr>
            <a:cxnSpLocks/>
            <a:stCxn id="28" idx="1"/>
            <a:endCxn id="11" idx="2"/>
          </p:cNvCxnSpPr>
          <p:nvPr/>
        </p:nvCxnSpPr>
        <p:spPr>
          <a:xfrm flipV="1">
            <a:off x="1613386" y="3855254"/>
            <a:ext cx="21639" cy="1387412"/>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23" name="直接箭头连接符 22">
            <a:extLst>
              <a:ext uri="{FF2B5EF4-FFF2-40B4-BE49-F238E27FC236}">
                <a16:creationId xmlns:a16="http://schemas.microsoft.com/office/drawing/2014/main" id="{CCE2257B-BF1C-4303-880E-5CE1EFBF7223}"/>
              </a:ext>
            </a:extLst>
          </p:cNvPr>
          <p:cNvCxnSpPr>
            <a:cxnSpLocks/>
          </p:cNvCxnSpPr>
          <p:nvPr/>
        </p:nvCxnSpPr>
        <p:spPr>
          <a:xfrm flipV="1">
            <a:off x="1849026" y="1960922"/>
            <a:ext cx="1335472" cy="1247084"/>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24" name="直接箭头连接符 23">
            <a:extLst>
              <a:ext uri="{FF2B5EF4-FFF2-40B4-BE49-F238E27FC236}">
                <a16:creationId xmlns:a16="http://schemas.microsoft.com/office/drawing/2014/main" id="{C2880505-276D-4A90-A135-D690CC7E594C}"/>
              </a:ext>
            </a:extLst>
          </p:cNvPr>
          <p:cNvCxnSpPr>
            <a:cxnSpLocks/>
            <a:stCxn id="29" idx="1"/>
          </p:cNvCxnSpPr>
          <p:nvPr/>
        </p:nvCxnSpPr>
        <p:spPr>
          <a:xfrm flipH="1" flipV="1">
            <a:off x="4922222" y="2924284"/>
            <a:ext cx="343538" cy="2318382"/>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cxnSp>
        <p:nvCxnSpPr>
          <p:cNvPr id="25" name="直接箭头连接符 24">
            <a:extLst>
              <a:ext uri="{FF2B5EF4-FFF2-40B4-BE49-F238E27FC236}">
                <a16:creationId xmlns:a16="http://schemas.microsoft.com/office/drawing/2014/main" id="{1BED1C51-7547-44F3-A06B-36227F224079}"/>
              </a:ext>
            </a:extLst>
          </p:cNvPr>
          <p:cNvCxnSpPr>
            <a:cxnSpLocks/>
          </p:cNvCxnSpPr>
          <p:nvPr/>
        </p:nvCxnSpPr>
        <p:spPr>
          <a:xfrm flipH="1" flipV="1">
            <a:off x="3752377" y="1956595"/>
            <a:ext cx="689580" cy="459671"/>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sp>
        <p:nvSpPr>
          <p:cNvPr id="26" name="矩形 25">
            <a:extLst>
              <a:ext uri="{FF2B5EF4-FFF2-40B4-BE49-F238E27FC236}">
                <a16:creationId xmlns:a16="http://schemas.microsoft.com/office/drawing/2014/main" id="{B8BF2556-70C7-4377-9428-181CC432F4C7}"/>
              </a:ext>
            </a:extLst>
          </p:cNvPr>
          <p:cNvSpPr/>
          <p:nvPr/>
        </p:nvSpPr>
        <p:spPr>
          <a:xfrm>
            <a:off x="7317067" y="1794487"/>
            <a:ext cx="542136" cy="400110"/>
          </a:xfrm>
          <a:prstGeom prst="rect">
            <a:avLst/>
          </a:prstGeom>
          <a:noFill/>
        </p:spPr>
        <p:txBody>
          <a:bodyPr wrap="square" lIns="91440" tIns="45720" rIns="91440" bIns="45720">
            <a:spAutoFit/>
          </a:bodyPr>
          <a:lstStyle/>
          <a:p>
            <a:pPr algn="ctr"/>
            <a:r>
              <a:rPr lang="en-US" altLang="zh-CN" sz="2000" b="1"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C</a:t>
            </a:r>
            <a:r>
              <a:rPr lang="zh-CN" altLang="en-US"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a:t>
            </a:r>
          </a:p>
        </p:txBody>
      </p:sp>
      <p:sp>
        <p:nvSpPr>
          <p:cNvPr id="27" name="圆柱形 26">
            <a:extLst>
              <a:ext uri="{FF2B5EF4-FFF2-40B4-BE49-F238E27FC236}">
                <a16:creationId xmlns:a16="http://schemas.microsoft.com/office/drawing/2014/main" id="{EB4B76EA-2F5E-4966-8F9F-82E780BA98C1}"/>
              </a:ext>
            </a:extLst>
          </p:cNvPr>
          <p:cNvSpPr/>
          <p:nvPr/>
        </p:nvSpPr>
        <p:spPr>
          <a:xfrm>
            <a:off x="2910587" y="5242666"/>
            <a:ext cx="906207" cy="489905"/>
          </a:xfrm>
          <a:prstGeom prst="can">
            <a:avLst/>
          </a:prstGeom>
          <a:ln>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8" name="圆柱形 27">
            <a:extLst>
              <a:ext uri="{FF2B5EF4-FFF2-40B4-BE49-F238E27FC236}">
                <a16:creationId xmlns:a16="http://schemas.microsoft.com/office/drawing/2014/main" id="{BAF67CCB-BA59-43D8-9BCE-4A85300BDA4B}"/>
              </a:ext>
            </a:extLst>
          </p:cNvPr>
          <p:cNvSpPr/>
          <p:nvPr/>
        </p:nvSpPr>
        <p:spPr>
          <a:xfrm>
            <a:off x="1160282" y="5242666"/>
            <a:ext cx="906207" cy="489905"/>
          </a:xfrm>
          <a:prstGeom prst="ca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Dept</a:t>
            </a:r>
          </a:p>
        </p:txBody>
      </p:sp>
      <p:sp>
        <p:nvSpPr>
          <p:cNvPr id="29" name="圆柱形 28">
            <a:extLst>
              <a:ext uri="{FF2B5EF4-FFF2-40B4-BE49-F238E27FC236}">
                <a16:creationId xmlns:a16="http://schemas.microsoft.com/office/drawing/2014/main" id="{3252B1E8-2FFC-4669-8D68-6840B247881C}"/>
              </a:ext>
            </a:extLst>
          </p:cNvPr>
          <p:cNvSpPr/>
          <p:nvPr/>
        </p:nvSpPr>
        <p:spPr>
          <a:xfrm>
            <a:off x="4752311" y="5242666"/>
            <a:ext cx="1026897" cy="489905"/>
          </a:xfrm>
          <a:prstGeom prst="can">
            <a:avLst/>
          </a:prstGeom>
          <a:ln>
            <a:solidFill>
              <a:srgbClr val="7030A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rgbClr val="7030A0"/>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30" name="文本框 29">
            <a:extLst>
              <a:ext uri="{FF2B5EF4-FFF2-40B4-BE49-F238E27FC236}">
                <a16:creationId xmlns:a16="http://schemas.microsoft.com/office/drawing/2014/main" id="{371B6548-8714-4096-A219-E1BB66034779}"/>
              </a:ext>
            </a:extLst>
          </p:cNvPr>
          <p:cNvSpPr txBox="1"/>
          <p:nvPr/>
        </p:nvSpPr>
        <p:spPr>
          <a:xfrm>
            <a:off x="7362980" y="2216620"/>
            <a:ext cx="3699468" cy="1015663"/>
          </a:xfrm>
          <a:prstGeom prst="rect">
            <a:avLst/>
          </a:prstGeom>
          <a:solidFill>
            <a:srgbClr val="701988">
              <a:alpha val="20000"/>
            </a:srgbClr>
          </a:solidFill>
        </p:spPr>
        <p:txBody>
          <a:bodyPr wrap="square" rtlCol="0">
            <a:spAutoFit/>
          </a:bodyPr>
          <a:lstStyle/>
          <a:p>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for t in </a:t>
            </a:r>
            <a:r>
              <a:rPr lang="en-US" altLang="zh-CN" sz="20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    Materialize t in </a:t>
            </a:r>
            <a:r>
              <a:rPr lang="en-US" altLang="zh-CN" sz="2000" dirty="0" err="1">
                <a:latin typeface="微软雅黑" panose="020B0503020204020204" pitchFamily="34" charset="-122"/>
                <a:ea typeface="微软雅黑" panose="020B0503020204020204" pitchFamily="34" charset="-122"/>
                <a:cs typeface="Courier New" panose="02070309020205020404" pitchFamily="49" charset="0"/>
              </a:rPr>
              <a:t>HashTable</a:t>
            </a:r>
            <a:r>
              <a:rPr lang="zh-CN" altLang="en-US" sz="20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Join</a:t>
            </a:r>
            <a:r>
              <a:rPr lang="zh-CN" altLang="en-US" sz="200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a:t>
            </a:r>
            <a:r>
              <a:rPr lang="en-US" altLang="zh-CN" sz="2000"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2000"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sz="2000" dirty="0" err="1">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2000" dirty="0">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31" name="矩形 30">
            <a:extLst>
              <a:ext uri="{FF2B5EF4-FFF2-40B4-BE49-F238E27FC236}">
                <a16:creationId xmlns:a16="http://schemas.microsoft.com/office/drawing/2014/main" id="{2C27B88B-C485-4302-9427-C3FF0BD8C510}"/>
              </a:ext>
            </a:extLst>
          </p:cNvPr>
          <p:cNvSpPr/>
          <p:nvPr/>
        </p:nvSpPr>
        <p:spPr>
          <a:xfrm>
            <a:off x="1577958" y="4411009"/>
            <a:ext cx="542136" cy="400110"/>
          </a:xfrm>
          <a:prstGeom prst="rect">
            <a:avLst/>
          </a:prstGeom>
          <a:noFill/>
        </p:spPr>
        <p:txBody>
          <a:bodyPr wrap="square" lIns="91440" tIns="45720" rIns="91440" bIns="45720">
            <a:spAutoFit/>
          </a:bodyPr>
          <a:lstStyle/>
          <a:p>
            <a:pPr algn="ctr"/>
            <a:r>
              <a:rPr lang="en-US" altLang="zh-CN"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A</a:t>
            </a:r>
            <a:endParaRPr lang="zh-CN" altLang="en-US"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F305F697-B428-4329-9621-A7257E81E1B6}"/>
              </a:ext>
            </a:extLst>
          </p:cNvPr>
          <p:cNvSpPr>
            <a:spLocks noGrp="1"/>
          </p:cNvSpPr>
          <p:nvPr>
            <p:ph type="sldNum" sz="quarter" idx="12"/>
          </p:nvPr>
        </p:nvSpPr>
        <p:spPr/>
        <p:txBody>
          <a:bodyPr/>
          <a:lstStyle/>
          <a:p>
            <a:fld id="{4B0D34C0-35A8-654C-9FBA-7B4E017BD630}" type="slidenum">
              <a:rPr lang="en-US" altLang="zh-CN" smtClean="0"/>
              <a:t>78</a:t>
            </a:fld>
            <a:endParaRPr kumimoji="1" lang="zh-CN" altLang="en-US"/>
          </a:p>
        </p:txBody>
      </p:sp>
      <p:sp>
        <p:nvSpPr>
          <p:cNvPr id="4" name="页脚占位符 3">
            <a:extLst>
              <a:ext uri="{FF2B5EF4-FFF2-40B4-BE49-F238E27FC236}">
                <a16:creationId xmlns:a16="http://schemas.microsoft.com/office/drawing/2014/main" id="{C7A2F3FB-137C-C24F-E6D1-D9A724EA7815}"/>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8993643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任意多边形: 形状 32">
            <a:extLst>
              <a:ext uri="{FF2B5EF4-FFF2-40B4-BE49-F238E27FC236}">
                <a16:creationId xmlns:a16="http://schemas.microsoft.com/office/drawing/2014/main" id="{74A36C79-182E-4970-BF9E-0B223D72C593}"/>
              </a:ext>
            </a:extLst>
          </p:cNvPr>
          <p:cNvSpPr/>
          <p:nvPr/>
        </p:nvSpPr>
        <p:spPr bwMode="auto">
          <a:xfrm>
            <a:off x="795338" y="1153933"/>
            <a:ext cx="10601324" cy="4980339"/>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en-US" altLang="zh-CN" sz="3600" dirty="0">
                <a:latin typeface="微软雅黑" panose="020B0503020204020204" pitchFamily="82" charset="2"/>
                <a:ea typeface="微软雅黑" panose="020B0503020204020204" pitchFamily="82" charset="2"/>
              </a:rPr>
              <a:t>HYPER</a:t>
            </a:r>
            <a:r>
              <a:rPr lang="zh-CN" altLang="en-US" sz="3600" dirty="0">
                <a:latin typeface="微软雅黑" panose="020B0503020204020204" pitchFamily="82" charset="2"/>
                <a:ea typeface="微软雅黑" panose="020B0503020204020204" pitchFamily="82" charset="2"/>
              </a:rPr>
              <a:t>执行流程</a:t>
            </a:r>
          </a:p>
        </p:txBody>
      </p:sp>
      <p:sp>
        <p:nvSpPr>
          <p:cNvPr id="6" name="文本框 5">
            <a:extLst>
              <a:ext uri="{FF2B5EF4-FFF2-40B4-BE49-F238E27FC236}">
                <a16:creationId xmlns:a16="http://schemas.microsoft.com/office/drawing/2014/main" id="{9366CDF0-73EB-4B4A-9551-A6460E623BD8}"/>
              </a:ext>
            </a:extLst>
          </p:cNvPr>
          <p:cNvSpPr txBox="1"/>
          <p:nvPr/>
        </p:nvSpPr>
        <p:spPr>
          <a:xfrm>
            <a:off x="1546757" y="3294964"/>
            <a:ext cx="1334756" cy="584775"/>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campus = ’North’</a:t>
            </a:r>
          </a:p>
        </p:txBody>
      </p:sp>
      <p:sp>
        <p:nvSpPr>
          <p:cNvPr id="7" name="文本框 6">
            <a:extLst>
              <a:ext uri="{FF2B5EF4-FFF2-40B4-BE49-F238E27FC236}">
                <a16:creationId xmlns:a16="http://schemas.microsoft.com/office/drawing/2014/main" id="{CB7517B0-1CB2-4504-81F5-CAB5D54C3E6B}"/>
              </a:ext>
            </a:extLst>
          </p:cNvPr>
          <p:cNvSpPr txBox="1"/>
          <p:nvPr/>
        </p:nvSpPr>
        <p:spPr>
          <a:xfrm>
            <a:off x="3337476" y="4382602"/>
            <a:ext cx="906208" cy="584775"/>
          </a:xfrm>
          <a:prstGeom prst="rect">
            <a:avLst/>
          </a:prstGeom>
          <a:solidFill>
            <a:schemeClr val="bg1">
              <a:lumMod val="95000"/>
            </a:schemeClr>
          </a:solidFill>
        </p:spPr>
        <p:txBody>
          <a:bodyPr wrap="square" rtlCol="0">
            <a:spAutoFit/>
          </a:bodyPr>
          <a:lstStyle/>
          <a:p>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Grade = ?</a:t>
            </a:r>
          </a:p>
        </p:txBody>
      </p:sp>
      <p:sp>
        <p:nvSpPr>
          <p:cNvPr id="8" name="文本框 7">
            <a:extLst>
              <a:ext uri="{FF2B5EF4-FFF2-40B4-BE49-F238E27FC236}">
                <a16:creationId xmlns:a16="http://schemas.microsoft.com/office/drawing/2014/main" id="{722F3447-6D11-47B5-8F98-5A0878F7F2A4}"/>
              </a:ext>
            </a:extLst>
          </p:cNvPr>
          <p:cNvSpPr txBox="1"/>
          <p:nvPr/>
        </p:nvSpPr>
        <p:spPr>
          <a:xfrm>
            <a:off x="3367635" y="3235306"/>
            <a:ext cx="1147717" cy="584775"/>
          </a:xfrm>
          <a:prstGeom prst="rect">
            <a:avLst/>
          </a:prstGeom>
          <a:solidFill>
            <a:schemeClr val="bg1">
              <a:lumMod val="95000"/>
            </a:schemeClr>
          </a:solidFill>
        </p:spPr>
        <p:txBody>
          <a:bodyPr wrap="squar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COUNT(*)</a:t>
            </a:r>
          </a:p>
        </p:txBody>
      </p:sp>
      <p:sp>
        <p:nvSpPr>
          <p:cNvPr id="9" name="文本框 8">
            <a:extLst>
              <a:ext uri="{FF2B5EF4-FFF2-40B4-BE49-F238E27FC236}">
                <a16:creationId xmlns:a16="http://schemas.microsoft.com/office/drawing/2014/main" id="{BD04565D-8E11-4160-B081-FA4C035B45F5}"/>
              </a:ext>
            </a:extLst>
          </p:cNvPr>
          <p:cNvSpPr txBox="1"/>
          <p:nvPr/>
        </p:nvSpPr>
        <p:spPr>
          <a:xfrm>
            <a:off x="4731173" y="2445896"/>
            <a:ext cx="1574787" cy="584775"/>
          </a:xfrm>
          <a:prstGeom prst="rect">
            <a:avLst/>
          </a:prstGeom>
          <a:solidFill>
            <a:schemeClr val="bg1">
              <a:lumMod val="95000"/>
            </a:schemeClr>
          </a:solidFill>
        </p:spPr>
        <p:txBody>
          <a:bodyPr wrap="squar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SC.Sno</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Student.Sno</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10" name="文本框 9">
            <a:extLst>
              <a:ext uri="{FF2B5EF4-FFF2-40B4-BE49-F238E27FC236}">
                <a16:creationId xmlns:a16="http://schemas.microsoft.com/office/drawing/2014/main" id="{B6F430F9-7F02-4ABD-9647-D29CB8B4BFC7}"/>
              </a:ext>
            </a:extLst>
          </p:cNvPr>
          <p:cNvSpPr txBox="1"/>
          <p:nvPr/>
        </p:nvSpPr>
        <p:spPr>
          <a:xfrm>
            <a:off x="3469752" y="1502609"/>
            <a:ext cx="3090205" cy="338554"/>
          </a:xfrm>
          <a:prstGeom prst="rect">
            <a:avLst/>
          </a:prstGeom>
          <a:solidFill>
            <a:schemeClr val="bg1">
              <a:lumMod val="95000"/>
            </a:schemeClr>
          </a:solidFill>
        </p:spPr>
        <p:txBody>
          <a:bodyPr wrap="none" rtlCol="0">
            <a:spAutoFit/>
          </a:bodyPr>
          <a:lstStyle/>
          <a:p>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Dept.Dname</a:t>
            </a:r>
            <a:r>
              <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 = </a:t>
            </a:r>
            <a:r>
              <a:rPr lang="en-US" altLang="zh-CN" sz="1600" dirty="0" err="1">
                <a:solidFill>
                  <a:srgbClr val="0432FF"/>
                </a:solidFill>
                <a:latin typeface="微软雅黑" panose="020B0503020204020204" pitchFamily="34" charset="-122"/>
                <a:ea typeface="微软雅黑" panose="020B0503020204020204" pitchFamily="34" charset="-122"/>
                <a:cs typeface="Courier New" panose="02070309020205020404" pitchFamily="49" charset="0"/>
              </a:rPr>
              <a:t>Student.Sdept</a:t>
            </a:r>
            <a:endParaRPr lang="en-US" altLang="zh-CN" sz="1600" dirty="0">
              <a:solidFill>
                <a:srgbClr val="0432FF"/>
              </a:solidFill>
              <a:latin typeface="微软雅黑" panose="020B0503020204020204" pitchFamily="34" charset="-122"/>
              <a:ea typeface="微软雅黑" panose="020B0503020204020204" pitchFamily="34" charset="-122"/>
              <a:cs typeface="Courier New" panose="02070309020205020404" pitchFamily="49"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BF28165-B348-46E4-A664-2246C7A1A0EF}"/>
                  </a:ext>
                </a:extLst>
              </p:cNvPr>
              <p:cNvSpPr txBox="1"/>
              <p:nvPr/>
            </p:nvSpPr>
            <p:spPr>
              <a:xfrm>
                <a:off x="1026522" y="2918432"/>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chemeClr val="accent1"/>
                          </a:solidFill>
                          <a:latin typeface="Cambria Math" panose="02040503050406030204" pitchFamily="18" charset="0"/>
                        </a:rPr>
                        <m:t>𝜎</m:t>
                      </m:r>
                    </m:oMath>
                  </m:oMathPara>
                </a14:m>
                <a:endParaRPr lang="en-US" sz="4800" dirty="0">
                  <a:solidFill>
                    <a:schemeClr val="accent1"/>
                  </a:solidFill>
                  <a:latin typeface="微软雅黑" panose="020B0503020204020204" pitchFamily="34" charset="-122"/>
                  <a:ea typeface="微软雅黑" panose="020B0503020204020204" pitchFamily="34" charset="-122"/>
                </a:endParaRPr>
              </a:p>
            </p:txBody>
          </p:sp>
        </mc:Choice>
        <mc:Fallback xmlns="">
          <p:sp>
            <p:nvSpPr>
              <p:cNvPr id="11" name="文本框 10">
                <a:extLst>
                  <a:ext uri="{FF2B5EF4-FFF2-40B4-BE49-F238E27FC236}">
                    <a16:creationId xmlns:a16="http://schemas.microsoft.com/office/drawing/2014/main" id="{4BF28165-B348-46E4-A664-2246C7A1A0EF}"/>
                  </a:ext>
                </a:extLst>
              </p:cNvPr>
              <p:cNvSpPr txBox="1">
                <a:spLocks noRot="1" noChangeAspect="1" noMove="1" noResize="1" noEditPoints="1" noAdjustHandles="1" noChangeArrowheads="1" noChangeShapeType="1" noTextEdit="1"/>
              </p:cNvSpPr>
              <p:nvPr/>
            </p:nvSpPr>
            <p:spPr>
              <a:xfrm>
                <a:off x="1026522" y="2918432"/>
                <a:ext cx="74308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3D79CDD-21B2-44BC-98FE-773802708C65}"/>
                  </a:ext>
                </a:extLst>
              </p:cNvPr>
              <p:cNvSpPr txBox="1"/>
              <p:nvPr/>
            </p:nvSpPr>
            <p:spPr>
              <a:xfrm>
                <a:off x="2800945" y="1177292"/>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7030A0"/>
                          </a:solidFill>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12" name="文本框 11">
                <a:extLst>
                  <a:ext uri="{FF2B5EF4-FFF2-40B4-BE49-F238E27FC236}">
                    <a16:creationId xmlns:a16="http://schemas.microsoft.com/office/drawing/2014/main" id="{E3D79CDD-21B2-44BC-98FE-773802708C65}"/>
                  </a:ext>
                </a:extLst>
              </p:cNvPr>
              <p:cNvSpPr txBox="1">
                <a:spLocks noRot="1" noChangeAspect="1" noMove="1" noResize="1" noEditPoints="1" noAdjustHandles="1" noChangeArrowheads="1" noChangeShapeType="1" noTextEdit="1"/>
              </p:cNvSpPr>
              <p:nvPr/>
            </p:nvSpPr>
            <p:spPr>
              <a:xfrm>
                <a:off x="2800945" y="1177292"/>
                <a:ext cx="878767" cy="830997"/>
              </a:xfrm>
              <a:prstGeom prst="rect">
                <a:avLst/>
              </a:prstGeom>
              <a:blipFill>
                <a:blip r:embed="rId4"/>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1AB0E114-A0EB-4553-9240-F253C4D58D8B}"/>
              </a:ext>
            </a:extLst>
          </p:cNvPr>
          <p:cNvSpPr/>
          <p:nvPr/>
        </p:nvSpPr>
        <p:spPr>
          <a:xfrm>
            <a:off x="2457243" y="4305184"/>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B</a:t>
            </a:r>
            <a:endParaRPr lang="zh-CN" altLang="en-US" sz="2000" b="1" cap="none" spc="50" dirty="0">
              <a:ln w="0"/>
              <a:solidFill>
                <a:srgbClr val="00B0F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73F164A4-ECBA-44A9-90C8-F505B221F78E}"/>
              </a:ext>
            </a:extLst>
          </p:cNvPr>
          <p:cNvSpPr/>
          <p:nvPr/>
        </p:nvSpPr>
        <p:spPr>
          <a:xfrm>
            <a:off x="3198684" y="2631905"/>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C</a:t>
            </a:r>
            <a:endParaRPr lang="zh-CN" altLang="en-US" sz="2000" b="1" cap="none" spc="50" dirty="0">
              <a:ln w="0"/>
              <a:solidFill>
                <a:srgbClr val="FFC00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FCA4A331-3EB7-4B15-87EA-FAF08F21F376}"/>
              </a:ext>
            </a:extLst>
          </p:cNvPr>
          <p:cNvSpPr/>
          <p:nvPr/>
        </p:nvSpPr>
        <p:spPr>
          <a:xfrm>
            <a:off x="4919638" y="3690578"/>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D</a:t>
            </a:r>
            <a:endParaRPr lang="zh-CN" altLang="en-US"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A5CBEF6-F4E2-4121-AE85-038E2AC74240}"/>
                  </a:ext>
                </a:extLst>
              </p:cNvPr>
              <p:cNvSpPr txBox="1"/>
              <p:nvPr/>
            </p:nvSpPr>
            <p:spPr>
              <a:xfrm>
                <a:off x="4042263" y="2090698"/>
                <a:ext cx="87876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7030A0"/>
                          </a:solidFill>
                          <a:latin typeface="Cambria Math" panose="02040503050406030204" pitchFamily="18" charset="0"/>
                        </a:rPr>
                        <m:t>⋈</m:t>
                      </m:r>
                    </m:oMath>
                  </m:oMathPara>
                </a14:m>
                <a:endParaRPr lang="en-US" sz="4800" dirty="0">
                  <a:latin typeface="微软雅黑" panose="020B0503020204020204" pitchFamily="34" charset="-122"/>
                  <a:ea typeface="微软雅黑" panose="020B0503020204020204" pitchFamily="34" charset="-122"/>
                </a:endParaRPr>
              </a:p>
            </p:txBody>
          </p:sp>
        </mc:Choice>
        <mc:Fallback xmlns="">
          <p:sp>
            <p:nvSpPr>
              <p:cNvPr id="16" name="文本框 15">
                <a:extLst>
                  <a:ext uri="{FF2B5EF4-FFF2-40B4-BE49-F238E27FC236}">
                    <a16:creationId xmlns:a16="http://schemas.microsoft.com/office/drawing/2014/main" id="{DA5CBEF6-F4E2-4121-AE85-038E2AC74240}"/>
                  </a:ext>
                </a:extLst>
              </p:cNvPr>
              <p:cNvSpPr txBox="1">
                <a:spLocks noRot="1" noChangeAspect="1" noMove="1" noResize="1" noEditPoints="1" noAdjustHandles="1" noChangeArrowheads="1" noChangeShapeType="1" noTextEdit="1"/>
              </p:cNvSpPr>
              <p:nvPr/>
            </p:nvSpPr>
            <p:spPr>
              <a:xfrm>
                <a:off x="4042263" y="2090698"/>
                <a:ext cx="878767" cy="83099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0E2BB142-3842-4433-8838-857A4A05A792}"/>
                  </a:ext>
                </a:extLst>
              </p:cNvPr>
              <p:cNvSpPr txBox="1"/>
              <p:nvPr/>
            </p:nvSpPr>
            <p:spPr>
              <a:xfrm>
                <a:off x="2815611" y="3999296"/>
                <a:ext cx="743088"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rgbClr val="00B0F0"/>
                          </a:solidFill>
                          <a:latin typeface="Cambria Math" panose="02040503050406030204" pitchFamily="18" charset="0"/>
                        </a:rPr>
                        <m:t>𝜎</m:t>
                      </m:r>
                    </m:oMath>
                  </m:oMathPara>
                </a14:m>
                <a:endParaRPr lang="en-US" sz="4800" dirty="0">
                  <a:solidFill>
                    <a:srgbClr val="00B0F0"/>
                  </a:solidFill>
                  <a:latin typeface="微软雅黑" panose="020B0503020204020204" pitchFamily="34" charset="-122"/>
                  <a:ea typeface="微软雅黑" panose="020B0503020204020204" pitchFamily="34" charset="-122"/>
                </a:endParaRPr>
              </a:p>
            </p:txBody>
          </p:sp>
        </mc:Choice>
        <mc:Fallback xmlns="">
          <p:sp>
            <p:nvSpPr>
              <p:cNvPr id="17" name="文本框 16">
                <a:extLst>
                  <a:ext uri="{FF2B5EF4-FFF2-40B4-BE49-F238E27FC236}">
                    <a16:creationId xmlns:a16="http://schemas.microsoft.com/office/drawing/2014/main" id="{0E2BB142-3842-4433-8838-857A4A05A792}"/>
                  </a:ext>
                </a:extLst>
              </p:cNvPr>
              <p:cNvSpPr txBox="1">
                <a:spLocks noRot="1" noChangeAspect="1" noMove="1" noResize="1" noEditPoints="1" noAdjustHandles="1" noChangeArrowheads="1" noChangeShapeType="1" noTextEdit="1"/>
              </p:cNvSpPr>
              <p:nvPr/>
            </p:nvSpPr>
            <p:spPr>
              <a:xfrm>
                <a:off x="2815611" y="3999296"/>
                <a:ext cx="743088" cy="83099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53D99A5-DC3B-4DA6-816D-137C4EEF402A}"/>
                  </a:ext>
                </a:extLst>
              </p:cNvPr>
              <p:cNvSpPr txBox="1"/>
              <p:nvPr/>
            </p:nvSpPr>
            <p:spPr>
              <a:xfrm>
                <a:off x="2790655" y="2970277"/>
                <a:ext cx="697627"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sz="4800" b="0" i="1" smtClean="0">
                          <a:solidFill>
                            <a:srgbClr val="FFC000"/>
                          </a:solidFill>
                          <a:latin typeface="Cambria Math" panose="02040503050406030204" pitchFamily="18" charset="0"/>
                          <a:ea typeface="Cambria Math" panose="02040503050406030204" pitchFamily="18" charset="0"/>
                        </a:rPr>
                        <m:t>Γ</m:t>
                      </m:r>
                    </m:oMath>
                  </m:oMathPara>
                </a14:m>
                <a:endParaRPr lang="en-US" sz="4800" b="0" dirty="0">
                  <a:solidFill>
                    <a:srgbClr val="FFC000"/>
                  </a:solidFill>
                  <a:latin typeface="微软雅黑" panose="020B0503020204020204" pitchFamily="34" charset="-122"/>
                  <a:ea typeface="微软雅黑" panose="020B0503020204020204" pitchFamily="34" charset="-122"/>
                </a:endParaRPr>
              </a:p>
            </p:txBody>
          </p:sp>
        </mc:Choice>
        <mc:Fallback xmlns="">
          <p:sp>
            <p:nvSpPr>
              <p:cNvPr id="18" name="文本框 17">
                <a:extLst>
                  <a:ext uri="{FF2B5EF4-FFF2-40B4-BE49-F238E27FC236}">
                    <a16:creationId xmlns:a16="http://schemas.microsoft.com/office/drawing/2014/main" id="{B53D99A5-DC3B-4DA6-816D-137C4EEF402A}"/>
                  </a:ext>
                </a:extLst>
              </p:cNvPr>
              <p:cNvSpPr txBox="1">
                <a:spLocks noRot="1" noChangeAspect="1" noMove="1" noResize="1" noEditPoints="1" noAdjustHandles="1" noChangeArrowheads="1" noChangeShapeType="1" noTextEdit="1"/>
              </p:cNvSpPr>
              <p:nvPr/>
            </p:nvSpPr>
            <p:spPr>
              <a:xfrm>
                <a:off x="2790655" y="2970277"/>
                <a:ext cx="697627" cy="830997"/>
              </a:xfrm>
              <a:prstGeom prst="rect">
                <a:avLst/>
              </a:prstGeom>
              <a:blipFill>
                <a:blip r:embed="rId7"/>
                <a:stretch>
                  <a:fillRect/>
                </a:stretch>
              </a:blipFill>
            </p:spPr>
            <p:txBody>
              <a:bodyPr/>
              <a:lstStyle/>
              <a:p>
                <a:r>
                  <a:rPr lang="zh-CN" altLang="en-US">
                    <a:noFill/>
                  </a:rPr>
                  <a:t> </a:t>
                </a:r>
              </a:p>
            </p:txBody>
          </p:sp>
        </mc:Fallback>
      </mc:AlternateContent>
      <p:cxnSp>
        <p:nvCxnSpPr>
          <p:cNvPr id="19" name="直接箭头连接符 18">
            <a:extLst>
              <a:ext uri="{FF2B5EF4-FFF2-40B4-BE49-F238E27FC236}">
                <a16:creationId xmlns:a16="http://schemas.microsoft.com/office/drawing/2014/main" id="{E492430B-9EE3-4CA1-9ED0-CA903A35A96B}"/>
              </a:ext>
            </a:extLst>
          </p:cNvPr>
          <p:cNvCxnSpPr>
            <a:cxnSpLocks/>
            <a:stCxn id="27" idx="1"/>
          </p:cNvCxnSpPr>
          <p:nvPr/>
        </p:nvCxnSpPr>
        <p:spPr>
          <a:xfrm flipH="1" flipV="1">
            <a:off x="3122714" y="4674215"/>
            <a:ext cx="4018" cy="462626"/>
          </a:xfrm>
          <a:prstGeom prst="straightConnector1">
            <a:avLst/>
          </a:prstGeom>
          <a:ln>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20" name="直接箭头连接符 19">
            <a:extLst>
              <a:ext uri="{FF2B5EF4-FFF2-40B4-BE49-F238E27FC236}">
                <a16:creationId xmlns:a16="http://schemas.microsoft.com/office/drawing/2014/main" id="{22E6833E-0B14-4279-AAAC-DB7AB4B528C9}"/>
              </a:ext>
            </a:extLst>
          </p:cNvPr>
          <p:cNvCxnSpPr>
            <a:cxnSpLocks/>
          </p:cNvCxnSpPr>
          <p:nvPr/>
        </p:nvCxnSpPr>
        <p:spPr>
          <a:xfrm flipV="1">
            <a:off x="3122714" y="3749429"/>
            <a:ext cx="0" cy="499734"/>
          </a:xfrm>
          <a:prstGeom prst="straightConnector1">
            <a:avLst/>
          </a:prstGeom>
          <a:ln>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21" name="直接箭头连接符 20">
            <a:extLst>
              <a:ext uri="{FF2B5EF4-FFF2-40B4-BE49-F238E27FC236}">
                <a16:creationId xmlns:a16="http://schemas.microsoft.com/office/drawing/2014/main" id="{48825FFF-3A21-4262-8490-A795BEB2D4AA}"/>
              </a:ext>
            </a:extLst>
          </p:cNvPr>
          <p:cNvCxnSpPr>
            <a:cxnSpLocks/>
          </p:cNvCxnSpPr>
          <p:nvPr/>
        </p:nvCxnSpPr>
        <p:spPr>
          <a:xfrm flipV="1">
            <a:off x="3424795" y="2730743"/>
            <a:ext cx="748034" cy="428513"/>
          </a:xfrm>
          <a:prstGeom prst="straightConnector1">
            <a:avLst/>
          </a:prstGeom>
          <a:ln>
            <a:solidFill>
              <a:srgbClr val="FFC000"/>
            </a:solidFill>
            <a:tailEnd type="triangle"/>
          </a:ln>
        </p:spPr>
        <p:style>
          <a:lnRef idx="3">
            <a:schemeClr val="dk1"/>
          </a:lnRef>
          <a:fillRef idx="0">
            <a:schemeClr val="dk1"/>
          </a:fillRef>
          <a:effectRef idx="2">
            <a:schemeClr val="dk1"/>
          </a:effectRef>
          <a:fontRef idx="minor">
            <a:schemeClr val="tx1"/>
          </a:fontRef>
        </p:style>
      </p:cxnSp>
      <p:cxnSp>
        <p:nvCxnSpPr>
          <p:cNvPr id="22" name="直接箭头连接符 21">
            <a:extLst>
              <a:ext uri="{FF2B5EF4-FFF2-40B4-BE49-F238E27FC236}">
                <a16:creationId xmlns:a16="http://schemas.microsoft.com/office/drawing/2014/main" id="{598EB0DD-2CB8-4DEA-8D53-30991100CADD}"/>
              </a:ext>
            </a:extLst>
          </p:cNvPr>
          <p:cNvCxnSpPr>
            <a:cxnSpLocks/>
            <a:stCxn id="28" idx="1"/>
            <a:endCxn id="11" idx="2"/>
          </p:cNvCxnSpPr>
          <p:nvPr/>
        </p:nvCxnSpPr>
        <p:spPr>
          <a:xfrm flipV="1">
            <a:off x="1376427" y="3749429"/>
            <a:ext cx="21639" cy="1387412"/>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23" name="直接箭头连接符 22">
            <a:extLst>
              <a:ext uri="{FF2B5EF4-FFF2-40B4-BE49-F238E27FC236}">
                <a16:creationId xmlns:a16="http://schemas.microsoft.com/office/drawing/2014/main" id="{CCE2257B-BF1C-4303-880E-5CE1EFBF7223}"/>
              </a:ext>
            </a:extLst>
          </p:cNvPr>
          <p:cNvCxnSpPr>
            <a:cxnSpLocks/>
          </p:cNvCxnSpPr>
          <p:nvPr/>
        </p:nvCxnSpPr>
        <p:spPr>
          <a:xfrm flipV="1">
            <a:off x="1612067" y="1855097"/>
            <a:ext cx="1335472" cy="1247084"/>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24" name="直接箭头连接符 23">
            <a:extLst>
              <a:ext uri="{FF2B5EF4-FFF2-40B4-BE49-F238E27FC236}">
                <a16:creationId xmlns:a16="http://schemas.microsoft.com/office/drawing/2014/main" id="{C2880505-276D-4A90-A135-D690CC7E594C}"/>
              </a:ext>
            </a:extLst>
          </p:cNvPr>
          <p:cNvCxnSpPr>
            <a:cxnSpLocks/>
            <a:stCxn id="29" idx="1"/>
          </p:cNvCxnSpPr>
          <p:nvPr/>
        </p:nvCxnSpPr>
        <p:spPr>
          <a:xfrm flipH="1" flipV="1">
            <a:off x="4685261" y="2818459"/>
            <a:ext cx="403885" cy="2318382"/>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cxnSp>
        <p:nvCxnSpPr>
          <p:cNvPr id="25" name="直接箭头连接符 24">
            <a:extLst>
              <a:ext uri="{FF2B5EF4-FFF2-40B4-BE49-F238E27FC236}">
                <a16:creationId xmlns:a16="http://schemas.microsoft.com/office/drawing/2014/main" id="{1BED1C51-7547-44F3-A06B-36227F224079}"/>
              </a:ext>
            </a:extLst>
          </p:cNvPr>
          <p:cNvCxnSpPr>
            <a:cxnSpLocks/>
          </p:cNvCxnSpPr>
          <p:nvPr/>
        </p:nvCxnSpPr>
        <p:spPr>
          <a:xfrm flipH="1" flipV="1">
            <a:off x="3515418" y="1850770"/>
            <a:ext cx="689580" cy="459671"/>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sp>
        <p:nvSpPr>
          <p:cNvPr id="26" name="矩形 25">
            <a:extLst>
              <a:ext uri="{FF2B5EF4-FFF2-40B4-BE49-F238E27FC236}">
                <a16:creationId xmlns:a16="http://schemas.microsoft.com/office/drawing/2014/main" id="{B8BF2556-70C7-4377-9428-181CC432F4C7}"/>
              </a:ext>
            </a:extLst>
          </p:cNvPr>
          <p:cNvSpPr/>
          <p:nvPr/>
        </p:nvSpPr>
        <p:spPr>
          <a:xfrm>
            <a:off x="6710286" y="1703787"/>
            <a:ext cx="542136" cy="400110"/>
          </a:xfrm>
          <a:prstGeom prst="rect">
            <a:avLst/>
          </a:prstGeom>
          <a:noFill/>
        </p:spPr>
        <p:txBody>
          <a:bodyPr wrap="square" lIns="91440" tIns="45720" rIns="91440" bIns="45720">
            <a:spAutoFit/>
          </a:bodyPr>
          <a:lstStyle/>
          <a:p>
            <a:pPr algn="ctr"/>
            <a:r>
              <a:rPr lang="en-US" altLang="zh-CN"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D</a:t>
            </a:r>
            <a:r>
              <a:rPr lang="zh-CN" altLang="en-US" sz="2000" b="1" cap="none" spc="50" dirty="0">
                <a:ln w="0"/>
                <a:solidFill>
                  <a:srgbClr val="7030A0"/>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a:t>
            </a:r>
          </a:p>
        </p:txBody>
      </p:sp>
      <p:sp>
        <p:nvSpPr>
          <p:cNvPr id="27" name="圆柱形 26">
            <a:extLst>
              <a:ext uri="{FF2B5EF4-FFF2-40B4-BE49-F238E27FC236}">
                <a16:creationId xmlns:a16="http://schemas.microsoft.com/office/drawing/2014/main" id="{EB4B76EA-2F5E-4966-8F9F-82E780BA98C1}"/>
              </a:ext>
            </a:extLst>
          </p:cNvPr>
          <p:cNvSpPr/>
          <p:nvPr/>
        </p:nvSpPr>
        <p:spPr>
          <a:xfrm>
            <a:off x="2673628" y="5136841"/>
            <a:ext cx="906207" cy="489905"/>
          </a:xfrm>
          <a:prstGeom prst="can">
            <a:avLst/>
          </a:prstGeom>
          <a:ln>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SC</a:t>
            </a:r>
          </a:p>
        </p:txBody>
      </p:sp>
      <p:sp>
        <p:nvSpPr>
          <p:cNvPr id="28" name="圆柱形 27">
            <a:extLst>
              <a:ext uri="{FF2B5EF4-FFF2-40B4-BE49-F238E27FC236}">
                <a16:creationId xmlns:a16="http://schemas.microsoft.com/office/drawing/2014/main" id="{BAF67CCB-BA59-43D8-9BCE-4A85300BDA4B}"/>
              </a:ext>
            </a:extLst>
          </p:cNvPr>
          <p:cNvSpPr/>
          <p:nvPr/>
        </p:nvSpPr>
        <p:spPr>
          <a:xfrm>
            <a:off x="923323" y="5136841"/>
            <a:ext cx="906207" cy="489905"/>
          </a:xfrm>
          <a:prstGeom prst="ca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Dept</a:t>
            </a:r>
          </a:p>
        </p:txBody>
      </p:sp>
      <p:sp>
        <p:nvSpPr>
          <p:cNvPr id="29" name="圆柱形 28">
            <a:extLst>
              <a:ext uri="{FF2B5EF4-FFF2-40B4-BE49-F238E27FC236}">
                <a16:creationId xmlns:a16="http://schemas.microsoft.com/office/drawing/2014/main" id="{3252B1E8-2FFC-4669-8D68-6840B247881C}"/>
              </a:ext>
            </a:extLst>
          </p:cNvPr>
          <p:cNvSpPr/>
          <p:nvPr/>
        </p:nvSpPr>
        <p:spPr>
          <a:xfrm>
            <a:off x="4636042" y="5136841"/>
            <a:ext cx="906207" cy="489905"/>
          </a:xfrm>
          <a:prstGeom prst="can">
            <a:avLst/>
          </a:prstGeom>
          <a:ln>
            <a:solidFill>
              <a:srgbClr val="7030A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dirty="0">
                <a:solidFill>
                  <a:srgbClr val="7030A0"/>
                </a:solidFill>
                <a:latin typeface="微软雅黑" panose="020B0503020204020204" pitchFamily="34" charset="-122"/>
                <a:ea typeface="微软雅黑" panose="020B0503020204020204" pitchFamily="34" charset="-122"/>
                <a:cs typeface="Times New Roman" panose="02020603050405020304" pitchFamily="18" charset="0"/>
              </a:rPr>
              <a:t>Student</a:t>
            </a:r>
          </a:p>
        </p:txBody>
      </p:sp>
      <p:sp>
        <p:nvSpPr>
          <p:cNvPr id="30" name="文本框 29">
            <a:extLst>
              <a:ext uri="{FF2B5EF4-FFF2-40B4-BE49-F238E27FC236}">
                <a16:creationId xmlns:a16="http://schemas.microsoft.com/office/drawing/2014/main" id="{371B6548-8714-4096-A219-E1BB66034779}"/>
              </a:ext>
            </a:extLst>
          </p:cNvPr>
          <p:cNvSpPr txBox="1"/>
          <p:nvPr/>
        </p:nvSpPr>
        <p:spPr>
          <a:xfrm>
            <a:off x="6351873" y="2103897"/>
            <a:ext cx="5090701" cy="1200329"/>
          </a:xfrm>
          <a:prstGeom prst="rect">
            <a:avLst/>
          </a:prstGeom>
          <a:solidFill>
            <a:srgbClr val="701988">
              <a:alpha val="20000"/>
            </a:srgbClr>
          </a:solidFill>
        </p:spPr>
        <p:txBody>
          <a:bodyPr wrap="square" rtlCol="0">
            <a:spAutoFit/>
          </a:bodyPr>
          <a:lstStyle/>
          <a:p>
            <a:r>
              <a:rPr lang="en-US" altLang="zh-CN" dirty="0">
                <a:latin typeface="微软雅黑" panose="020B0503020204020204" pitchFamily="34" charset="-122"/>
                <a:ea typeface="微软雅黑" panose="020B0503020204020204" pitchFamily="34" charset="-122"/>
                <a:cs typeface="Courier New" panose="02070309020205020404" pitchFamily="49" charset="0"/>
              </a:rPr>
              <a:t>for t3 in Student: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for t2 in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SC.Sno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Student.Sno</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for t1 in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Dept.Dname</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dirty="0" err="1">
                <a:latin typeface="微软雅黑" panose="020B0503020204020204" pitchFamily="34" charset="-122"/>
                <a:ea typeface="微软雅黑" panose="020B0503020204020204" pitchFamily="34" charset="-122"/>
                <a:cs typeface="Courier New" panose="02070309020205020404" pitchFamily="49" charset="0"/>
              </a:rPr>
              <a:t>Student.Sdept</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a:t>
            </a:r>
          </a:p>
          <a:p>
            <a:r>
              <a:rPr lang="en-US" altLang="zh-CN" dirty="0">
                <a:latin typeface="微软雅黑" panose="020B0503020204020204" pitchFamily="34" charset="-122"/>
                <a:ea typeface="微软雅黑" panose="020B0503020204020204" pitchFamily="34" charset="-122"/>
                <a:cs typeface="Courier New" panose="02070309020205020404" pitchFamily="49" charset="0"/>
              </a:rPr>
              <a:t>            emit(t1⋈t2⋈t3)</a:t>
            </a:r>
          </a:p>
        </p:txBody>
      </p:sp>
      <p:sp>
        <p:nvSpPr>
          <p:cNvPr id="31" name="矩形 30">
            <a:extLst>
              <a:ext uri="{FF2B5EF4-FFF2-40B4-BE49-F238E27FC236}">
                <a16:creationId xmlns:a16="http://schemas.microsoft.com/office/drawing/2014/main" id="{4208903E-02DF-4ADA-A281-B1124C8928F1}"/>
              </a:ext>
            </a:extLst>
          </p:cNvPr>
          <p:cNvSpPr/>
          <p:nvPr/>
        </p:nvSpPr>
        <p:spPr>
          <a:xfrm>
            <a:off x="1340999" y="4305184"/>
            <a:ext cx="542136" cy="400110"/>
          </a:xfrm>
          <a:prstGeom prst="rect">
            <a:avLst/>
          </a:prstGeom>
          <a:noFill/>
        </p:spPr>
        <p:txBody>
          <a:bodyPr wrap="square" lIns="91440" tIns="45720" rIns="91440" bIns="45720">
            <a:spAutoFit/>
          </a:bodyPr>
          <a:lstStyle/>
          <a:p>
            <a:pPr algn="ctr"/>
            <a:r>
              <a:rPr lang="en-US" altLang="zh-CN"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rPr>
              <a:t>A</a:t>
            </a:r>
            <a:endParaRPr lang="zh-CN" altLang="en-US" sz="2000" b="1" cap="none" spc="50" dirty="0">
              <a:ln w="0"/>
              <a:solidFill>
                <a:schemeClr val="accent1"/>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4759B301-F44F-4E94-9E09-11D0651B98CB}"/>
              </a:ext>
            </a:extLst>
          </p:cNvPr>
          <p:cNvSpPr>
            <a:spLocks noGrp="1"/>
          </p:cNvSpPr>
          <p:nvPr>
            <p:ph type="sldNum" sz="quarter" idx="12"/>
          </p:nvPr>
        </p:nvSpPr>
        <p:spPr/>
        <p:txBody>
          <a:bodyPr/>
          <a:lstStyle/>
          <a:p>
            <a:fld id="{4B0D34C0-35A8-654C-9FBA-7B4E017BD630}" type="slidenum">
              <a:rPr lang="en-US" altLang="zh-CN" smtClean="0"/>
              <a:t>79</a:t>
            </a:fld>
            <a:endParaRPr kumimoji="1" lang="zh-CN" altLang="en-US"/>
          </a:p>
        </p:txBody>
      </p:sp>
      <p:sp>
        <p:nvSpPr>
          <p:cNvPr id="4" name="页脚占位符 3">
            <a:extLst>
              <a:ext uri="{FF2B5EF4-FFF2-40B4-BE49-F238E27FC236}">
                <a16:creationId xmlns:a16="http://schemas.microsoft.com/office/drawing/2014/main" id="{4B0EC5CE-4230-1373-530E-3844F56F08A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306818383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11207C3-BC9B-AD8D-AD8F-6970AF81E183}"/>
              </a:ext>
            </a:extLst>
          </p:cNvPr>
          <p:cNvSpPr>
            <a:spLocks noGrp="1"/>
          </p:cNvSpPr>
          <p:nvPr>
            <p:ph type="sldNum" sz="quarter" idx="10"/>
          </p:nvPr>
        </p:nvSpPr>
        <p:spPr/>
        <p:txBody>
          <a:bodyPr/>
          <a:lstStyle/>
          <a:p>
            <a:fld id="{87BBDC00-B9E2-4EFD-9306-2934E87247C6}" type="slidenum">
              <a:rPr lang="zh-CN" altLang="en-US" smtClean="0"/>
              <a:pPr/>
              <a:t>80</a:t>
            </a:fld>
            <a:endParaRPr lang="zh-CN" altLang="en-US"/>
          </a:p>
        </p:txBody>
      </p:sp>
      <p:sp>
        <p:nvSpPr>
          <p:cNvPr id="3" name="标题 2">
            <a:extLst>
              <a:ext uri="{FF2B5EF4-FFF2-40B4-BE49-F238E27FC236}">
                <a16:creationId xmlns:a16="http://schemas.microsoft.com/office/drawing/2014/main" id="{018F9B0F-BEDA-4FEE-E090-91A4012793F9}"/>
              </a:ext>
            </a:extLst>
          </p:cNvPr>
          <p:cNvSpPr>
            <a:spLocks noGrp="1"/>
          </p:cNvSpPr>
          <p:nvPr>
            <p:ph type="title"/>
          </p:nvPr>
        </p:nvSpPr>
        <p:spPr/>
        <p:txBody>
          <a:bodyPr/>
          <a:lstStyle/>
          <a:p>
            <a:r>
              <a:rPr kumimoji="1" lang="zh-CN" altLang="en-US" dirty="0"/>
              <a:t>异步编译服务</a:t>
            </a:r>
          </a:p>
        </p:txBody>
      </p:sp>
      <p:sp>
        <p:nvSpPr>
          <p:cNvPr id="4" name="内容占位符 3">
            <a:extLst>
              <a:ext uri="{FF2B5EF4-FFF2-40B4-BE49-F238E27FC236}">
                <a16:creationId xmlns:a16="http://schemas.microsoft.com/office/drawing/2014/main" id="{CDBF13F1-FEAB-6937-D6D8-CBCDFB3DB124}"/>
              </a:ext>
            </a:extLst>
          </p:cNvPr>
          <p:cNvSpPr>
            <a:spLocks noGrp="1"/>
          </p:cNvSpPr>
          <p:nvPr>
            <p:ph idx="1"/>
          </p:nvPr>
        </p:nvSpPr>
        <p:spPr/>
        <p:txBody>
          <a:bodyPr/>
          <a:lstStyle/>
          <a:p>
            <a:pPr>
              <a:lnSpc>
                <a:spcPct val="150000"/>
              </a:lnSpc>
            </a:pPr>
            <a:r>
              <a:rPr kumimoji="1" lang="zh-CN" altLang="en-US" sz="2400" b="0" dirty="0"/>
              <a:t>为了降低编译本身的开销，可以异步编译提升性能</a:t>
            </a:r>
            <a:endParaRPr kumimoji="1" lang="en-US" altLang="zh-CN" sz="2400" b="0" dirty="0"/>
          </a:p>
          <a:p>
            <a:pPr>
              <a:lnSpc>
                <a:spcPct val="150000"/>
              </a:lnSpc>
            </a:pPr>
            <a:r>
              <a:rPr kumimoji="1" lang="zh-CN" altLang="en-US" sz="2400" b="0" dirty="0"/>
              <a:t>异步编译服务</a:t>
            </a:r>
            <a:r>
              <a:rPr kumimoji="1" lang="en-US" altLang="zh-CN" sz="2400" b="0" dirty="0"/>
              <a:t>Compilation</a:t>
            </a:r>
            <a:r>
              <a:rPr kumimoji="1" lang="zh-CN" altLang="en-US" sz="2400" b="0" dirty="0"/>
              <a:t> </a:t>
            </a:r>
            <a:r>
              <a:rPr kumimoji="1" lang="en-US" altLang="zh-CN" sz="2400" b="0" dirty="0"/>
              <a:t>as</a:t>
            </a:r>
            <a:r>
              <a:rPr kumimoji="1" lang="zh-CN" altLang="en-US" sz="2400" b="0" dirty="0"/>
              <a:t> </a:t>
            </a:r>
            <a:r>
              <a:rPr kumimoji="1" lang="en-US" altLang="zh-CN" sz="2400" b="0" dirty="0"/>
              <a:t>a</a:t>
            </a:r>
            <a:r>
              <a:rPr kumimoji="1" lang="zh-CN" altLang="en-US" sz="2400" b="0" dirty="0"/>
              <a:t> </a:t>
            </a:r>
            <a:r>
              <a:rPr kumimoji="1" lang="en-US" altLang="zh-CN" sz="2400" b="0" dirty="0"/>
              <a:t>service</a:t>
            </a:r>
          </a:p>
          <a:p>
            <a:pPr>
              <a:lnSpc>
                <a:spcPct val="150000"/>
              </a:lnSpc>
            </a:pPr>
            <a:r>
              <a:rPr lang="zh-CN" altLang="en-US" sz="2400" b="0" dirty="0"/>
              <a:t>编译结果缓存</a:t>
            </a:r>
            <a:endParaRPr kumimoji="1" lang="en-US" altLang="zh-CN" sz="2400" b="0" dirty="0"/>
          </a:p>
          <a:p>
            <a:pPr>
              <a:lnSpc>
                <a:spcPct val="150000"/>
              </a:lnSpc>
            </a:pPr>
            <a:endParaRPr kumimoji="1" lang="zh-CN" altLang="en-US" sz="2400" b="0" dirty="0"/>
          </a:p>
        </p:txBody>
      </p:sp>
      <p:sp>
        <p:nvSpPr>
          <p:cNvPr id="5" name="页脚占位符 4">
            <a:extLst>
              <a:ext uri="{FF2B5EF4-FFF2-40B4-BE49-F238E27FC236}">
                <a16:creationId xmlns:a16="http://schemas.microsoft.com/office/drawing/2014/main" id="{C149949C-D36F-8EE8-0E54-3C9AFF41DE72}"/>
              </a:ext>
            </a:extLst>
          </p:cNvPr>
          <p:cNvSpPr>
            <a:spLocks noGrp="1"/>
          </p:cNvSpPr>
          <p:nvPr>
            <p:ph type="ftr" sz="quarter" idx="3"/>
          </p:nvPr>
        </p:nvSpPr>
        <p:spPr/>
        <p:txBody>
          <a:bodyPr/>
          <a:lstStyle/>
          <a:p>
            <a:pPr>
              <a:defRPr/>
            </a:pPr>
            <a:r>
              <a:rPr lang="zh-CN" altLang="en-US"/>
              <a:t>数据库系统</a:t>
            </a:r>
            <a:r>
              <a:rPr lang="en-US" altLang="zh-CN"/>
              <a:t>—</a:t>
            </a:r>
            <a:r>
              <a:rPr lang="zh-CN" altLang="en-US"/>
              <a:t>执行器</a:t>
            </a:r>
            <a:endParaRPr lang="en-US" altLang="zh-CN" sz="1200" dirty="0"/>
          </a:p>
        </p:txBody>
      </p:sp>
    </p:spTree>
    <p:extLst>
      <p:ext uri="{BB962C8B-B14F-4D97-AF65-F5344CB8AC3E}">
        <p14:creationId xmlns:p14="http://schemas.microsoft.com/office/powerpoint/2010/main" val="26178153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12">
            <a:extLst>
              <a:ext uri="{FF2B5EF4-FFF2-40B4-BE49-F238E27FC236}">
                <a16:creationId xmlns:a16="http://schemas.microsoft.com/office/drawing/2014/main" id="{028B9518-8002-49FC-AB93-6913F55090A7}"/>
              </a:ext>
            </a:extLst>
          </p:cNvPr>
          <p:cNvSpPr/>
          <p:nvPr/>
        </p:nvSpPr>
        <p:spPr bwMode="auto">
          <a:xfrm>
            <a:off x="795338" y="1282392"/>
            <a:ext cx="10601324" cy="4945809"/>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r>
              <a:rPr lang="zh-CN" altLang="en-US" sz="3600" dirty="0">
                <a:latin typeface="微软雅黑" panose="020B0503020204020204" pitchFamily="82" charset="2"/>
                <a:ea typeface="微软雅黑" panose="020B0503020204020204" pitchFamily="82" charset="2"/>
              </a:rPr>
              <a:t>小结</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2552707" y="1416786"/>
            <a:ext cx="7237336" cy="4024427"/>
          </a:xfrm>
        </p:spPr>
        <p:txBody>
          <a:bodyPr/>
          <a:lstStyle/>
          <a:p>
            <a:pPr>
              <a:lnSpc>
                <a:spcPct val="150000"/>
              </a:lnSpc>
              <a:buFont typeface="Wingdings" pitchFamily="2" charset="2"/>
              <a:buChar char="l"/>
            </a:pPr>
            <a:r>
              <a:rPr kumimoji="1" lang="zh-CN" altLang="en-US" sz="2400" b="1" dirty="0">
                <a:solidFill>
                  <a:srgbClr val="6F1687"/>
                </a:solidFill>
                <a:latin typeface="微软雅黑" panose="020B0503020204020204" pitchFamily="34" charset="-122"/>
                <a:ea typeface="微软雅黑" panose="020B0503020204020204" pitchFamily="34" charset="-122"/>
              </a:rPr>
              <a:t>本章介绍了数据库的执行模型</a:t>
            </a:r>
            <a:endParaRPr kumimoji="1" lang="en-US" altLang="zh-CN" sz="2400" b="1" dirty="0">
              <a:solidFill>
                <a:srgbClr val="6F1687"/>
              </a:solidFill>
              <a:latin typeface="微软雅黑" panose="020B0503020204020204" pitchFamily="34" charset="-122"/>
              <a:ea typeface="微软雅黑" panose="020B0503020204020204" pitchFamily="34" charset="-122"/>
            </a:endParaRPr>
          </a:p>
          <a:p>
            <a:pPr>
              <a:lnSpc>
                <a:spcPct val="150000"/>
              </a:lnSpc>
              <a:buFont typeface="Wingdings" pitchFamily="2" charset="2"/>
              <a:buChar char="l"/>
            </a:pPr>
            <a:r>
              <a:rPr kumimoji="1" lang="zh-CN" altLang="en-US" sz="2400" b="1" dirty="0">
                <a:solidFill>
                  <a:srgbClr val="6F1687"/>
                </a:solidFill>
                <a:latin typeface="微软雅黑" panose="020B0503020204020204" pitchFamily="34" charset="-122"/>
                <a:ea typeface="微软雅黑" panose="020B0503020204020204" pitchFamily="34" charset="-122"/>
              </a:rPr>
              <a:t>拉取式 </a:t>
            </a:r>
            <a:r>
              <a:rPr kumimoji="1" lang="en-US" altLang="zh-CN" sz="2400" b="1" dirty="0">
                <a:solidFill>
                  <a:srgbClr val="6F1687"/>
                </a:solidFill>
                <a:latin typeface="微软雅黑" panose="020B0503020204020204" pitchFamily="34" charset="-122"/>
                <a:ea typeface="微软雅黑" panose="020B0503020204020204" pitchFamily="34" charset="-122"/>
              </a:rPr>
              <a:t>vs</a:t>
            </a:r>
            <a:r>
              <a:rPr kumimoji="1" lang="zh-CN" altLang="en-US" sz="2400" b="1" dirty="0">
                <a:solidFill>
                  <a:srgbClr val="6F1687"/>
                </a:solidFill>
                <a:latin typeface="微软雅黑" panose="020B0503020204020204" pitchFamily="34" charset="-122"/>
                <a:ea typeface="微软雅黑" panose="020B0503020204020204" pitchFamily="34" charset="-122"/>
              </a:rPr>
              <a:t> 推送式</a:t>
            </a:r>
            <a:endParaRPr kumimoji="1" lang="en-US" altLang="zh-CN" sz="2400" b="1" dirty="0">
              <a:solidFill>
                <a:srgbClr val="6F1687"/>
              </a:solidFill>
              <a:latin typeface="微软雅黑" panose="020B0503020204020204" pitchFamily="34" charset="-122"/>
              <a:ea typeface="微软雅黑" panose="020B0503020204020204" pitchFamily="34" charset="-122"/>
            </a:endParaRPr>
          </a:p>
          <a:p>
            <a:pPr>
              <a:lnSpc>
                <a:spcPct val="150000"/>
              </a:lnSpc>
              <a:buFont typeface="Wingdings" pitchFamily="2" charset="2"/>
              <a:buChar char="l"/>
            </a:pPr>
            <a:r>
              <a:rPr lang="zh-CN" altLang="en-US" sz="2400" b="1" dirty="0">
                <a:solidFill>
                  <a:srgbClr val="6F1687"/>
                </a:solidFill>
                <a:latin typeface="微软雅黑" panose="020B0503020204020204" pitchFamily="34" charset="-122"/>
                <a:ea typeface="微软雅黑" panose="020B0503020204020204" pitchFamily="34" charset="-122"/>
              </a:rPr>
              <a:t>火山模型、物化模型、向量化模型</a:t>
            </a:r>
            <a:endParaRPr lang="en-US" altLang="zh-CN" sz="2400" b="1" dirty="0">
              <a:solidFill>
                <a:srgbClr val="6F1687"/>
              </a:solidFill>
              <a:latin typeface="微软雅黑" panose="020B0503020204020204" pitchFamily="34" charset="-122"/>
              <a:ea typeface="微软雅黑" panose="020B0503020204020204" pitchFamily="34" charset="-122"/>
            </a:endParaRPr>
          </a:p>
          <a:p>
            <a:pPr>
              <a:lnSpc>
                <a:spcPct val="150000"/>
              </a:lnSpc>
              <a:buFont typeface="Wingdings" pitchFamily="2" charset="2"/>
              <a:buChar char="l"/>
            </a:pPr>
            <a:r>
              <a:rPr kumimoji="1" lang="zh-CN" altLang="en-US" sz="2400" b="1" dirty="0">
                <a:solidFill>
                  <a:srgbClr val="6F1687"/>
                </a:solidFill>
                <a:latin typeface="微软雅黑" panose="020B0503020204020204" pitchFamily="34" charset="-122"/>
                <a:ea typeface="微软雅黑" panose="020B0503020204020204" pitchFamily="34" charset="-122"/>
              </a:rPr>
              <a:t>编译执行模型</a:t>
            </a:r>
            <a:endParaRPr kumimoji="1" lang="en-US" altLang="zh-CN" sz="2400" b="1" dirty="0">
              <a:solidFill>
                <a:srgbClr val="6F1687"/>
              </a:solidFill>
              <a:latin typeface="微软雅黑" panose="020B0503020204020204" pitchFamily="34" charset="-122"/>
              <a:ea typeface="微软雅黑" panose="020B0503020204020204" pitchFamily="34" charset="-122"/>
            </a:endParaRPr>
          </a:p>
          <a:p>
            <a:pPr>
              <a:lnSpc>
                <a:spcPct val="150000"/>
              </a:lnSpc>
              <a:buFont typeface="Wingdings" pitchFamily="2" charset="2"/>
              <a:buChar char="l"/>
            </a:pPr>
            <a:r>
              <a:rPr lang="zh-CN" altLang="en-US" sz="2400" b="1" dirty="0">
                <a:solidFill>
                  <a:srgbClr val="6F1687"/>
                </a:solidFill>
                <a:latin typeface="微软雅黑" panose="020B0503020204020204" pitchFamily="34" charset="-122"/>
                <a:ea typeface="微软雅黑" panose="020B0503020204020204" pitchFamily="34" charset="-122"/>
              </a:rPr>
              <a:t>并行执行</a:t>
            </a:r>
            <a:endParaRPr lang="en-US" altLang="zh-CN" sz="2400" b="1" dirty="0">
              <a:solidFill>
                <a:srgbClr val="6F1687"/>
              </a:solidFill>
              <a:latin typeface="微软雅黑" panose="020B0503020204020204" pitchFamily="34" charset="-122"/>
              <a:ea typeface="微软雅黑" panose="020B0503020204020204" pitchFamily="34" charset="-122"/>
            </a:endParaRPr>
          </a:p>
          <a:p>
            <a:pPr lvl="1">
              <a:lnSpc>
                <a:spcPct val="150000"/>
              </a:lnSpc>
              <a:buFont typeface="Wingdings" pitchFamily="2" charset="2"/>
              <a:buChar char="l"/>
            </a:pPr>
            <a:r>
              <a:rPr kumimoji="1" lang="en-US" altLang="zh-CN" sz="2400" dirty="0">
                <a:latin typeface="微软雅黑" panose="020B0503020204020204" pitchFamily="34" charset="-122"/>
                <a:ea typeface="微软雅黑" panose="020B0503020204020204" pitchFamily="34" charset="-122"/>
              </a:rPr>
              <a:t>MPP</a:t>
            </a:r>
            <a:r>
              <a:rPr kumimoji="1" lang="zh-CN" altLang="en-US" sz="2400" dirty="0">
                <a:latin typeface="微软雅黑" panose="020B0503020204020204" pitchFamily="34" charset="-122"/>
                <a:ea typeface="微软雅黑" panose="020B0503020204020204" pitchFamily="34" charset="-122"/>
              </a:rPr>
              <a:t>、</a:t>
            </a:r>
            <a:r>
              <a:rPr kumimoji="1" lang="en-US" altLang="zh-CN" sz="2400" dirty="0">
                <a:latin typeface="微软雅黑" panose="020B0503020204020204" pitchFamily="34" charset="-122"/>
                <a:ea typeface="微软雅黑" panose="020B0503020204020204" pitchFamily="34" charset="-122"/>
              </a:rPr>
              <a:t>SMP</a:t>
            </a:r>
            <a:r>
              <a:rPr kumimoji="1"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SIMD</a:t>
            </a:r>
            <a:endParaRPr kumimoji="1" lang="zh-CN" altLang="en-US" sz="2400" dirty="0">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9BA39098-3310-4A25-B06A-62E4227742F7}"/>
              </a:ext>
            </a:extLst>
          </p:cNvPr>
          <p:cNvSpPr>
            <a:spLocks noGrp="1"/>
          </p:cNvSpPr>
          <p:nvPr>
            <p:ph type="sldNum" sz="quarter" idx="12"/>
          </p:nvPr>
        </p:nvSpPr>
        <p:spPr/>
        <p:txBody>
          <a:bodyPr/>
          <a:lstStyle/>
          <a:p>
            <a:fld id="{4B0D34C0-35A8-654C-9FBA-7B4E017BD630}" type="slidenum">
              <a:rPr lang="en-US" altLang="zh-CN" smtClean="0"/>
              <a:t>81</a:t>
            </a:fld>
            <a:endParaRPr kumimoji="1" lang="zh-CN" altLang="en-US"/>
          </a:p>
        </p:txBody>
      </p:sp>
      <p:sp>
        <p:nvSpPr>
          <p:cNvPr id="5" name="页脚占位符 4">
            <a:extLst>
              <a:ext uri="{FF2B5EF4-FFF2-40B4-BE49-F238E27FC236}">
                <a16:creationId xmlns:a16="http://schemas.microsoft.com/office/drawing/2014/main" id="{1DB59DDF-A9F3-D9F2-49EE-E91DAE0C83D3}"/>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执行器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68241357"/>
      </p:ext>
    </p:extLst>
  </p:cSld>
  <p:clrMapOvr>
    <a:masterClrMapping/>
  </p:clrMapOvr>
</p:sld>
</file>

<file path=ppt/theme/theme1.xml><?xml version="1.0" encoding="utf-8"?>
<a:theme xmlns:a="http://schemas.openxmlformats.org/drawingml/2006/main" name="2_973青年-李国良v0.1">
  <a:themeElements>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Introductioin to Trec2007">
      <a:majorFont>
        <a:latin typeface="华文楷体"/>
        <a:ea typeface="华文楷体"/>
        <a:cs typeface=""/>
      </a:majorFont>
      <a:minorFont>
        <a:latin typeface="Times New Roman"/>
        <a:ea typeface="华文楷体"/>
        <a:cs typeface=""/>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华文楷体" pitchFamily="2" charset="-122"/>
          </a:defRPr>
        </a:defPPr>
      </a:lstStyle>
    </a:spDef>
    <a:ln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华文楷体" pitchFamily="2" charset="-122"/>
          </a:defRPr>
        </a:defPPr>
      </a:lstStyle>
    </a:lnDef>
  </a:objectDefaults>
  <a:extraClrSchemeLst>
    <a:extraClrScheme>
      <a:clrScheme name="Introductioin to Trec2007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ductioin to Trec2007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ductioin to Trec2007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ductioin to Trec20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ductioin to Trec20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ntroductioin to Trec20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26711</TotalTime>
  <Words>9048</Words>
  <Application>Microsoft Macintosh PowerPoint</Application>
  <PresentationFormat>Widescreen</PresentationFormat>
  <Paragraphs>1900</Paragraphs>
  <Slides>81</Slides>
  <Notes>58</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81</vt:i4>
      </vt:variant>
    </vt:vector>
  </HeadingPairs>
  <TitlesOfParts>
    <vt:vector size="95" baseType="lpstr">
      <vt:lpstr>等线</vt:lpstr>
      <vt:lpstr>Microsoft YaHei</vt:lpstr>
      <vt:lpstr>Microsoft YaHei</vt:lpstr>
      <vt:lpstr>OPPOSans M</vt:lpstr>
      <vt:lpstr>SimHei</vt:lpstr>
      <vt:lpstr>华文楷体</vt:lpstr>
      <vt:lpstr>Arial</vt:lpstr>
      <vt:lpstr>Calibri</vt:lpstr>
      <vt:lpstr>Cambria Math</vt:lpstr>
      <vt:lpstr>Roboto</vt:lpstr>
      <vt:lpstr>Symbol</vt:lpstr>
      <vt:lpstr>Times New Roman</vt:lpstr>
      <vt:lpstr>Wingdings</vt:lpstr>
      <vt:lpstr>2_973青年-李国良v0.1</vt:lpstr>
      <vt:lpstr>PowerPoint Presentation</vt:lpstr>
      <vt:lpstr>查询执行概述</vt:lpstr>
      <vt:lpstr>查询执行发展过程</vt:lpstr>
      <vt:lpstr>目录</vt:lpstr>
      <vt:lpstr>查询执行框架</vt:lpstr>
      <vt:lpstr>拉取式模型 Pull-based</vt:lpstr>
      <vt:lpstr>推送式模型 Push-based</vt:lpstr>
      <vt:lpstr>拉取式模型与推送式模型</vt:lpstr>
      <vt:lpstr>拉取式模型与推送式模型</vt:lpstr>
      <vt:lpstr>目录</vt:lpstr>
      <vt:lpstr>拉取式：火山 vs 物化 vs 向量化模型</vt:lpstr>
      <vt:lpstr>火山模型</vt:lpstr>
      <vt:lpstr>火山模型示例</vt:lpstr>
      <vt:lpstr>火山模型执行流程</vt:lpstr>
      <vt:lpstr>火山模型执行流程</vt:lpstr>
      <vt:lpstr>火山模型执行流程</vt:lpstr>
      <vt:lpstr>火山模型执行流程</vt:lpstr>
      <vt:lpstr>火山模型执行流程</vt:lpstr>
      <vt:lpstr>火山模型执行流程</vt:lpstr>
      <vt:lpstr>火山模型执行流程</vt:lpstr>
      <vt:lpstr>火山模型执行流程</vt:lpstr>
      <vt:lpstr>火山模型执行流程</vt:lpstr>
      <vt:lpstr>火山模型执行流程</vt:lpstr>
      <vt:lpstr>物化模型</vt:lpstr>
      <vt:lpstr>物化模型示例</vt:lpstr>
      <vt:lpstr>物化模型执行流程</vt:lpstr>
      <vt:lpstr>物化模型执行流程</vt:lpstr>
      <vt:lpstr>物化模型执行流程</vt:lpstr>
      <vt:lpstr>物化模型执行流程</vt:lpstr>
      <vt:lpstr>物化模型执行流程</vt:lpstr>
      <vt:lpstr>物化模型执行流程</vt:lpstr>
      <vt:lpstr>物化模型执行流程</vt:lpstr>
      <vt:lpstr>物化模型执行流程</vt:lpstr>
      <vt:lpstr>物化模型执行流程</vt:lpstr>
      <vt:lpstr>向量化执行模型</vt:lpstr>
      <vt:lpstr>向量化执行模型示例</vt:lpstr>
      <vt:lpstr>向量化执行模型执行流程</vt:lpstr>
      <vt:lpstr>向量化执行模型执行流程</vt:lpstr>
      <vt:lpstr>向量化执行模型执行流程</vt:lpstr>
      <vt:lpstr>向量化执行模型执行流程</vt:lpstr>
      <vt:lpstr>向量化执行模型执行流程</vt:lpstr>
      <vt:lpstr>向量化执行模型执行流程</vt:lpstr>
      <vt:lpstr>向量化执行模型执行流程</vt:lpstr>
      <vt:lpstr>向量化执行模型执行流程</vt:lpstr>
      <vt:lpstr>向量化执行模型执行流程</vt:lpstr>
      <vt:lpstr>火山 vs 向量化 vs 物化</vt:lpstr>
      <vt:lpstr>目录</vt:lpstr>
      <vt:lpstr>推送式模型 Push-based</vt:lpstr>
      <vt:lpstr>推送式模型 Push-based</vt:lpstr>
      <vt:lpstr>推送式模型 Push-based</vt:lpstr>
      <vt:lpstr>Pipeline分解</vt:lpstr>
      <vt:lpstr>Pipeline调度</vt:lpstr>
      <vt:lpstr>推送式模型 Push-based优点</vt:lpstr>
      <vt:lpstr>推送式 vs 拉取式</vt:lpstr>
      <vt:lpstr>目录</vt:lpstr>
      <vt:lpstr>并行执行</vt:lpstr>
      <vt:lpstr>节点间多机器并行 MPP</vt:lpstr>
      <vt:lpstr>节点内多线程并行 SMP</vt:lpstr>
      <vt:lpstr>单指令流多数据 SIMD</vt:lpstr>
      <vt:lpstr>SIMD支持的部分指令</vt:lpstr>
      <vt:lpstr>目录</vt:lpstr>
      <vt:lpstr>编译执行</vt:lpstr>
      <vt:lpstr>编译执行</vt:lpstr>
      <vt:lpstr>LLVM</vt:lpstr>
      <vt:lpstr>LLVM编译执行</vt:lpstr>
      <vt:lpstr>预先编译与实时编译</vt:lpstr>
      <vt:lpstr>实时编译的优势</vt:lpstr>
      <vt:lpstr>实时编译的优势</vt:lpstr>
      <vt:lpstr>实时编译的优势</vt:lpstr>
      <vt:lpstr>实时编译的优势</vt:lpstr>
      <vt:lpstr>源到源编译模型：HIQUE</vt:lpstr>
      <vt:lpstr>HIQUE模型示例</vt:lpstr>
      <vt:lpstr>HIQUE模型示例</vt:lpstr>
      <vt:lpstr>实时编译模型：HYPER</vt:lpstr>
      <vt:lpstr>HYPER示例</vt:lpstr>
      <vt:lpstr>HYPER执行流程</vt:lpstr>
      <vt:lpstr>HYPER执行流程</vt:lpstr>
      <vt:lpstr>HYPER执行流程</vt:lpstr>
      <vt:lpstr>HYPER执行流程</vt:lpstr>
      <vt:lpstr>异步编译服务</vt:lpstr>
      <vt:lpstr>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zhouxuan19@mails.tsinghua.edu.cn</dc:creator>
  <cp:lastModifiedBy>4 paradigm</cp:lastModifiedBy>
  <cp:revision>1383</cp:revision>
  <dcterms:created xsi:type="dcterms:W3CDTF">2022-04-14T04:30:04Z</dcterms:created>
  <dcterms:modified xsi:type="dcterms:W3CDTF">2026-03-13T04:27:30Z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(2)91/8bnJmGkiFORlEArGhHbC1jBQa0N2yQOb5vnUkvJL71+pp46dTmslC2e2TBcnx66MsfXCr
5MZIqvuP7KwPxpOU5UiRp8vPT/t1cGHgbwO4eEQaeQUPIvzBwgiJ9C7l5gLWdmRUCEHCHQ4I
WK9w1/9r7FxAXf3JGy9i2BMURu7WfKpwYpAMg/j+IzGVpE1iIbgQZvTaWLxQ87gSeOAqkZ99
smCqmzf8vgH89pqymr</vt:lpwstr>
  </property>
  <property fmtid="{D5CDD505-2E9C-101B-9397-08002B2CF9AE}" pid="3" name="_2015_ms_pID_7253431">
    <vt:lpwstr>6VZXNAgeVEbsyJ1OM6c3QUzLGKH1EY3BWl5ZJJGZFH1A8dlxFRmOKD
BjF1l4Iic7e7brRgusOVxmmG4MUquIhBlF9kgRZTi0KMFT/GKaPPM7qKynAcS+9HSTG7Spyn
yysjVr/0xDfa+4Nu3tR40R9Gkfa8OThwNpMG2IO9wbp1zewLy/M9OuNe7rtFFwqP8/JbXX8r
K5lt3VXN8CH5TSNC</vt:lpwstr>
  </property>
  <property fmtid="{D5CDD505-2E9C-101B-9397-08002B2CF9AE}" pid="4" name="_readonly">
    <vt:lpwstr/>
  </property>
  <property fmtid="{D5CDD505-2E9C-101B-9397-08002B2CF9AE}" pid="5" name="_change">
    <vt:lpwstr/>
  </property>
  <property fmtid="{D5CDD505-2E9C-101B-9397-08002B2CF9AE}" pid="6" name="_full-control">
    <vt:lpwstr/>
  </property>
  <property fmtid="{D5CDD505-2E9C-101B-9397-08002B2CF9AE}" pid="7" name="sflag">
    <vt:lpwstr>1690340388</vt:lpwstr>
  </property>
</Properties>
</file>