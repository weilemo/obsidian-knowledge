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513" r:id="rId2"/>
    <p:sldId id="514" r:id="rId3"/>
    <p:sldId id="515" r:id="rId4"/>
    <p:sldId id="533" r:id="rId5"/>
    <p:sldId id="531" r:id="rId6"/>
    <p:sldId id="532" r:id="rId7"/>
    <p:sldId id="53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2C6BB5AE-A4C6-431E-B83A-3905BF2841B4}">
          <p14:sldIdLst>
            <p14:sldId id="513"/>
          </p14:sldIdLst>
        </p14:section>
        <p14:section name="目录与章节页" id="{953A84C6-99AB-4A42-B73B-2C78684FA9EA}">
          <p14:sldIdLst>
            <p14:sldId id="514"/>
          </p14:sldIdLst>
        </p14:section>
        <p14:section name="内容页" id="{492378D0-F367-4E57-BCFF-1FD699F47409}">
          <p14:sldIdLst>
            <p14:sldId id="515"/>
            <p14:sldId id="533"/>
            <p14:sldId id="531"/>
            <p14:sldId id="532"/>
          </p14:sldIdLst>
        </p14:section>
        <p14:section name="封底" id="{FC6E127C-9EBE-422D-9F9B-3F83DE547E0F}">
          <p14:sldIdLst>
            <p14:sldId id="530"/>
          </p14:sldIdLst>
        </p14:section>
        <p14:section name="图标" id="{D1AAE4E8-5ADD-4189-AD4F-8C2A1D63AE5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DD8"/>
    <a:srgbClr val="063A65"/>
    <a:srgbClr val="BD9F68"/>
    <a:srgbClr val="CBB387"/>
    <a:srgbClr val="D8C5A4"/>
    <a:srgbClr val="EADFCD"/>
    <a:srgbClr val="F3863B"/>
    <a:srgbClr val="15529B"/>
    <a:srgbClr val="C816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58" autoAdjust="0"/>
    <p:restoredTop sz="93826" autoAdjust="0"/>
  </p:normalViewPr>
  <p:slideViewPr>
    <p:cSldViewPr snapToGrid="0">
      <p:cViewPr varScale="1">
        <p:scale>
          <a:sx n="83" d="100"/>
          <a:sy n="83" d="100"/>
        </p:scale>
        <p:origin x="232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08C3B1-167A-4D27-B8C3-D322959B116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65B007-A24C-447D-B308-6C22707D23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2F569-4378-4B9E-B24B-157A870E466B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11614-B1B4-4A7E-8484-D6D067AF10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11614-B1B4-4A7E-8484-D6D067AF10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11614-B1B4-4A7E-8484-D6D067AF106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11614-B1B4-4A7E-8484-D6D067AF106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9BA5A-2CD6-8BCF-6FBB-8011B2675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107E8A-13FE-838E-DA22-A706189D0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A49DAE-6F96-DC06-F005-8F28B8C23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9EB7E2-A091-934C-D425-C9C5E80D4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11614-B1B4-4A7E-8484-D6D067AF106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886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9E1A4-43D4-6C5B-62D5-AA90C7294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CC9B31-5C91-9263-9226-C19634F9A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1F7C4D-82AB-907E-F1E4-48DA54FFC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2F748B-8F76-129A-6293-5FD6216F8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11614-B1B4-4A7E-8484-D6D067AF106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071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FA64-0219-4E1E-2558-395709116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9F0C80-3AAD-B6CB-46A4-28896680C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056B20-8920-9273-2B26-B337B5B12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AD1BC8-3C0B-D897-3CD5-62F11F50B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11614-B1B4-4A7E-8484-D6D067AF106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442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0652" y="409802"/>
            <a:ext cx="2612072" cy="68674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6" b="6251"/>
          <a:stretch>
            <a:fillRect/>
          </a:stretch>
        </p:blipFill>
        <p:spPr>
          <a:xfrm rot="10800000">
            <a:off x="-1" y="0"/>
            <a:ext cx="12192001" cy="6858000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pic>
        <p:nvPicPr>
          <p:cNvPr id="11" name="图形 10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18058" y="5832702"/>
            <a:ext cx="2612072" cy="6867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样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8" name="图形 7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652" y="409802"/>
            <a:ext cx="2612072" cy="6867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b="-103"/>
          <a:stretch>
            <a:fillRect/>
          </a:stretch>
        </p:blipFill>
        <p:spPr>
          <a:xfrm>
            <a:off x="-1" y="0"/>
            <a:ext cx="6464305" cy="686503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" r="60362"/>
          <a:stretch>
            <a:fillRect/>
          </a:stretch>
        </p:blipFill>
        <p:spPr>
          <a:xfrm>
            <a:off x="-46915" y="-7039"/>
            <a:ext cx="6506204" cy="6865039"/>
          </a:xfrm>
          <a:prstGeom prst="rect">
            <a:avLst/>
          </a:prstGeom>
        </p:spPr>
      </p:pic>
      <p:sp>
        <p:nvSpPr>
          <p:cNvPr id="9" name="Titre 11"/>
          <p:cNvSpPr txBox="1"/>
          <p:nvPr userDrawn="1"/>
        </p:nvSpPr>
        <p:spPr>
          <a:xfrm>
            <a:off x="2153500" y="4501568"/>
            <a:ext cx="2265680" cy="73866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 录</a:t>
            </a:r>
            <a:endParaRPr lang="fr-FR" sz="6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re 11"/>
          <p:cNvSpPr txBox="1"/>
          <p:nvPr userDrawn="1"/>
        </p:nvSpPr>
        <p:spPr>
          <a:xfrm>
            <a:off x="2153500" y="5518334"/>
            <a:ext cx="2265680" cy="73866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fr-FR" sz="36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"/>
          <p:cNvSpPr/>
          <p:nvPr userDrawn="1"/>
        </p:nvSpPr>
        <p:spPr>
          <a:xfrm rot="5400000">
            <a:off x="6949820" y="617587"/>
            <a:ext cx="1757679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0"/>
          <p:cNvSpPr/>
          <p:nvPr userDrawn="1"/>
        </p:nvSpPr>
        <p:spPr>
          <a:xfrm rot="5400000">
            <a:off x="7766974" y="5359354"/>
            <a:ext cx="123373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1"/>
          <p:cNvSpPr txBox="1"/>
          <p:nvPr userDrawn="1"/>
        </p:nvSpPr>
        <p:spPr>
          <a:xfrm>
            <a:off x="7460475" y="5904146"/>
            <a:ext cx="777591" cy="24929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47" b="23829"/>
          <a:stretch>
            <a:fillRect/>
          </a:stretch>
        </p:blipFill>
        <p:spPr>
          <a:xfrm>
            <a:off x="0" y="-18081"/>
            <a:ext cx="12192000" cy="3778644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-18081"/>
            <a:ext cx="12192000" cy="3759647"/>
          </a:xfrm>
          <a:prstGeom prst="rect">
            <a:avLst/>
          </a:prstGeom>
          <a:solidFill>
            <a:srgbClr val="063A6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itre 11"/>
          <p:cNvSpPr txBox="1"/>
          <p:nvPr userDrawn="1"/>
        </p:nvSpPr>
        <p:spPr>
          <a:xfrm>
            <a:off x="5707204" y="3940267"/>
            <a:ext cx="777591" cy="24929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  <p:sp>
        <p:nvSpPr>
          <p:cNvPr id="15" name="Rectangle 4"/>
          <p:cNvSpPr/>
          <p:nvPr userDrawn="1"/>
        </p:nvSpPr>
        <p:spPr>
          <a:xfrm rot="5400000">
            <a:off x="-290763" y="1072243"/>
            <a:ext cx="2667000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图形 1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6500" y="516483"/>
            <a:ext cx="2526948" cy="664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/>
          <p:nvPr userDrawn="1"/>
        </p:nvSpPr>
        <p:spPr>
          <a:xfrm rot="5400000">
            <a:off x="6893651" y="1453244"/>
            <a:ext cx="3429000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10"/>
          <p:cNvSpPr/>
          <p:nvPr userDrawn="1"/>
        </p:nvSpPr>
        <p:spPr>
          <a:xfrm rot="5400000">
            <a:off x="8546465" y="4891991"/>
            <a:ext cx="123373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1"/>
          <p:cNvSpPr txBox="1"/>
          <p:nvPr userDrawn="1"/>
        </p:nvSpPr>
        <p:spPr>
          <a:xfrm>
            <a:off x="8239966" y="5436783"/>
            <a:ext cx="777591" cy="24929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0"/>
            <a:ext cx="4508500" cy="6880962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-18855" y="0"/>
            <a:ext cx="4523595" cy="6880962"/>
          </a:xfrm>
          <a:prstGeom prst="rect">
            <a:avLst/>
          </a:prstGeom>
          <a:solidFill>
            <a:srgbClr val="BD9F68">
              <a:alpha val="54902"/>
            </a:srgbClr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/>
          <p:nvPr userDrawn="1"/>
        </p:nvSpPr>
        <p:spPr>
          <a:xfrm rot="5400000">
            <a:off x="8157740" y="424544"/>
            <a:ext cx="1371600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10"/>
          <p:cNvSpPr/>
          <p:nvPr userDrawn="1"/>
        </p:nvSpPr>
        <p:spPr>
          <a:xfrm rot="5400000">
            <a:off x="8781854" y="5399991"/>
            <a:ext cx="123373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1"/>
          <p:cNvSpPr txBox="1"/>
          <p:nvPr userDrawn="1"/>
        </p:nvSpPr>
        <p:spPr>
          <a:xfrm>
            <a:off x="8475355" y="5944783"/>
            <a:ext cx="777591" cy="24929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0"/>
            <a:ext cx="4508500" cy="6880962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1814" y="0"/>
            <a:ext cx="4506686" cy="6858000"/>
          </a:xfrm>
          <a:prstGeom prst="rect">
            <a:avLst/>
          </a:prstGeom>
          <a:solidFill>
            <a:srgbClr val="063A65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629861" y="0"/>
            <a:ext cx="0" cy="6858000"/>
          </a:xfrm>
          <a:prstGeom prst="line">
            <a:avLst/>
          </a:prstGeom>
          <a:ln w="57150">
            <a:solidFill>
              <a:srgbClr val="BD9F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 rot="10800000">
            <a:off x="3502343" y="3711471"/>
            <a:ext cx="2133676" cy="1949776"/>
            <a:chOff x="1003727" y="3047028"/>
            <a:chExt cx="2907340" cy="2894544"/>
          </a:xfrm>
        </p:grpSpPr>
        <p:sp>
          <p:nvSpPr>
            <p:cNvPr id="14" name="矩形 13"/>
            <p:cNvSpPr/>
            <p:nvPr/>
          </p:nvSpPr>
          <p:spPr>
            <a:xfrm>
              <a:off x="1048225" y="3047028"/>
              <a:ext cx="2862842" cy="28945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600" dirty="0">
                <a:solidFill>
                  <a:srgbClr val="BD9F6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003727" y="3047028"/>
              <a:ext cx="88997" cy="2894544"/>
            </a:xfrm>
            <a:prstGeom prst="rect">
              <a:avLst/>
            </a:prstGeom>
            <a:solidFill>
              <a:srgbClr val="BD9F68"/>
            </a:solidFill>
            <a:ln>
              <a:solidFill>
                <a:srgbClr val="BD9F68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BD9F68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47" b="23829"/>
          <a:stretch>
            <a:fillRect/>
          </a:stretch>
        </p:blipFill>
        <p:spPr>
          <a:xfrm>
            <a:off x="0" y="-18081"/>
            <a:ext cx="12192000" cy="3778644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-18082"/>
            <a:ext cx="12192000" cy="3778644"/>
          </a:xfrm>
          <a:prstGeom prst="rect">
            <a:avLst/>
          </a:prstGeom>
          <a:solidFill>
            <a:srgbClr val="BD9F68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4"/>
          <p:cNvSpPr/>
          <p:nvPr userDrawn="1"/>
        </p:nvSpPr>
        <p:spPr>
          <a:xfrm rot="5400000">
            <a:off x="-290763" y="1072243"/>
            <a:ext cx="2667000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1"/>
          <p:cNvSpPr txBox="1"/>
          <p:nvPr userDrawn="1"/>
        </p:nvSpPr>
        <p:spPr>
          <a:xfrm>
            <a:off x="5727815" y="4790203"/>
            <a:ext cx="777591" cy="24929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  <p:pic>
        <p:nvPicPr>
          <p:cNvPr id="10" name="图形 9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6500" y="516483"/>
            <a:ext cx="2526948" cy="664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09" b="38568"/>
          <a:stretch>
            <a:fillRect/>
          </a:stretch>
        </p:blipFill>
        <p:spPr>
          <a:xfrm>
            <a:off x="0" y="12700"/>
            <a:ext cx="12192000" cy="431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" r="60362" b="21026"/>
          <a:stretch>
            <a:fillRect/>
          </a:stretch>
        </p:blipFill>
        <p:spPr>
          <a:xfrm>
            <a:off x="0" y="0"/>
            <a:ext cx="12192000" cy="4324182"/>
          </a:xfrm>
          <a:prstGeom prst="rect">
            <a:avLst/>
          </a:prstGeom>
        </p:spPr>
      </p:pic>
      <p:sp>
        <p:nvSpPr>
          <p:cNvPr id="7" name="Titre 11"/>
          <p:cNvSpPr txBox="1"/>
          <p:nvPr userDrawn="1"/>
        </p:nvSpPr>
        <p:spPr>
          <a:xfrm>
            <a:off x="1699409" y="2582043"/>
            <a:ext cx="2265680" cy="73866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 录</a:t>
            </a:r>
            <a:endParaRPr lang="fr-FR" sz="6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re 11"/>
          <p:cNvSpPr txBox="1"/>
          <p:nvPr userDrawn="1"/>
        </p:nvSpPr>
        <p:spPr>
          <a:xfrm>
            <a:off x="1699409" y="3598809"/>
            <a:ext cx="2265680" cy="73866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fr-FR" sz="36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4"/>
          <p:cNvSpPr/>
          <p:nvPr userDrawn="1"/>
        </p:nvSpPr>
        <p:spPr>
          <a:xfrm rot="5400000">
            <a:off x="1523037" y="971215"/>
            <a:ext cx="2437257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itre 11"/>
          <p:cNvSpPr txBox="1"/>
          <p:nvPr userDrawn="1"/>
        </p:nvSpPr>
        <p:spPr>
          <a:xfrm>
            <a:off x="2352870" y="4477050"/>
            <a:ext cx="777591" cy="24929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47" b="23829"/>
          <a:stretch>
            <a:fillRect/>
          </a:stretch>
        </p:blipFill>
        <p:spPr>
          <a:xfrm>
            <a:off x="0" y="-18081"/>
            <a:ext cx="12192000" cy="3778644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0" cy="3760563"/>
          </a:xfrm>
          <a:prstGeom prst="rect">
            <a:avLst/>
          </a:prstGeom>
          <a:solidFill>
            <a:srgbClr val="063A65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4"/>
          <p:cNvSpPr/>
          <p:nvPr userDrawn="1"/>
        </p:nvSpPr>
        <p:spPr>
          <a:xfrm rot="5400000">
            <a:off x="627116" y="1053193"/>
            <a:ext cx="2628900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itre 11"/>
          <p:cNvSpPr txBox="1"/>
          <p:nvPr userDrawn="1"/>
        </p:nvSpPr>
        <p:spPr>
          <a:xfrm>
            <a:off x="1552770" y="4015450"/>
            <a:ext cx="777591" cy="24929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0" y="3835400"/>
            <a:ext cx="12192000" cy="0"/>
          </a:xfrm>
          <a:prstGeom prst="line">
            <a:avLst/>
          </a:prstGeom>
          <a:ln w="57150">
            <a:solidFill>
              <a:srgbClr val="BD9F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 userDrawn="1"/>
        </p:nvGrpSpPr>
        <p:grpSpPr>
          <a:xfrm>
            <a:off x="9057832" y="3429000"/>
            <a:ext cx="2101020" cy="2015089"/>
            <a:chOff x="1048224" y="3047028"/>
            <a:chExt cx="2862843" cy="2991505"/>
          </a:xfrm>
        </p:grpSpPr>
        <p:sp>
          <p:nvSpPr>
            <p:cNvPr id="20" name="矩形 19"/>
            <p:cNvSpPr/>
            <p:nvPr/>
          </p:nvSpPr>
          <p:spPr>
            <a:xfrm>
              <a:off x="1048225" y="3047028"/>
              <a:ext cx="2862842" cy="28945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600" dirty="0">
                <a:solidFill>
                  <a:srgbClr val="BD9F6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rot="5400000">
              <a:off x="2431166" y="4558633"/>
              <a:ext cx="96958" cy="2862841"/>
            </a:xfrm>
            <a:prstGeom prst="rect">
              <a:avLst/>
            </a:prstGeom>
            <a:solidFill>
              <a:srgbClr val="BD9F68"/>
            </a:solidFill>
            <a:ln>
              <a:solidFill>
                <a:srgbClr val="BD9F68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BD9F68"/>
                </a:solidFill>
              </a:endParaRPr>
            </a:p>
          </p:txBody>
        </p:sp>
      </p:grpSp>
      <p:pic>
        <p:nvPicPr>
          <p:cNvPr id="22" name="图形 21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6500" y="516483"/>
            <a:ext cx="2526948" cy="664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itre 11"/>
          <p:cNvSpPr txBox="1"/>
          <p:nvPr userDrawn="1"/>
        </p:nvSpPr>
        <p:spPr>
          <a:xfrm>
            <a:off x="10087730" y="6247075"/>
            <a:ext cx="777591" cy="24929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0" y="3835400"/>
            <a:ext cx="12192000" cy="0"/>
          </a:xfrm>
          <a:prstGeom prst="line">
            <a:avLst/>
          </a:prstGeom>
          <a:ln w="57150">
            <a:solidFill>
              <a:srgbClr val="BD9F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47" b="23829"/>
          <a:stretch>
            <a:fillRect/>
          </a:stretch>
        </p:blipFill>
        <p:spPr>
          <a:xfrm>
            <a:off x="0" y="-18081"/>
            <a:ext cx="12192000" cy="3778644"/>
          </a:xfrm>
          <a:prstGeom prst="rect">
            <a:avLst/>
          </a:prstGeom>
        </p:spPr>
      </p:pic>
      <p:sp>
        <p:nvSpPr>
          <p:cNvPr id="24" name="矩形 23"/>
          <p:cNvSpPr/>
          <p:nvPr userDrawn="1"/>
        </p:nvSpPr>
        <p:spPr>
          <a:xfrm>
            <a:off x="0" y="0"/>
            <a:ext cx="12192000" cy="3760562"/>
          </a:xfrm>
          <a:prstGeom prst="rect">
            <a:avLst/>
          </a:prstGeom>
          <a:solidFill>
            <a:srgbClr val="063A65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4"/>
          <p:cNvSpPr/>
          <p:nvPr userDrawn="1"/>
        </p:nvSpPr>
        <p:spPr>
          <a:xfrm rot="5400000">
            <a:off x="9143026" y="1072243"/>
            <a:ext cx="2667000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9057832" y="3429000"/>
            <a:ext cx="2101020" cy="2015089"/>
            <a:chOff x="1048224" y="3047028"/>
            <a:chExt cx="2862843" cy="2991505"/>
          </a:xfrm>
        </p:grpSpPr>
        <p:sp>
          <p:nvSpPr>
            <p:cNvPr id="27" name="矩形 26"/>
            <p:cNvSpPr/>
            <p:nvPr/>
          </p:nvSpPr>
          <p:spPr>
            <a:xfrm>
              <a:off x="1048225" y="3047028"/>
              <a:ext cx="2862842" cy="28945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600" dirty="0">
                <a:solidFill>
                  <a:srgbClr val="BD9F6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 rot="5400000">
              <a:off x="2431166" y="4558633"/>
              <a:ext cx="96958" cy="2862841"/>
            </a:xfrm>
            <a:prstGeom prst="rect">
              <a:avLst/>
            </a:prstGeom>
            <a:solidFill>
              <a:srgbClr val="BD9F68"/>
            </a:solidFill>
            <a:ln>
              <a:solidFill>
                <a:srgbClr val="BD9F68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BD9F68"/>
                </a:solidFill>
              </a:endParaRPr>
            </a:p>
          </p:txBody>
        </p:sp>
      </p:grpSp>
      <p:pic>
        <p:nvPicPr>
          <p:cNvPr id="29" name="图形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516483"/>
            <a:ext cx="2526948" cy="664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0" y="3835400"/>
            <a:ext cx="12192000" cy="0"/>
          </a:xfrm>
          <a:prstGeom prst="line">
            <a:avLst/>
          </a:prstGeom>
          <a:ln w="57150">
            <a:solidFill>
              <a:srgbClr val="BD9F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47" b="23829"/>
          <a:stretch>
            <a:fillRect/>
          </a:stretch>
        </p:blipFill>
        <p:spPr>
          <a:xfrm>
            <a:off x="0" y="-18081"/>
            <a:ext cx="12192000" cy="3778644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3760562"/>
          </a:xfrm>
          <a:prstGeom prst="rect">
            <a:avLst/>
          </a:prstGeom>
          <a:solidFill>
            <a:srgbClr val="063A65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1105110" y="3429000"/>
            <a:ext cx="2101020" cy="2015089"/>
            <a:chOff x="1048224" y="3047028"/>
            <a:chExt cx="2862843" cy="2991505"/>
          </a:xfrm>
        </p:grpSpPr>
        <p:sp>
          <p:nvSpPr>
            <p:cNvPr id="21" name="矩形 20"/>
            <p:cNvSpPr/>
            <p:nvPr/>
          </p:nvSpPr>
          <p:spPr>
            <a:xfrm>
              <a:off x="1048225" y="3047028"/>
              <a:ext cx="2862842" cy="28945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600" dirty="0">
                <a:solidFill>
                  <a:srgbClr val="BD9F6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rot="5400000">
              <a:off x="2431166" y="4558633"/>
              <a:ext cx="96958" cy="2862841"/>
            </a:xfrm>
            <a:prstGeom prst="rect">
              <a:avLst/>
            </a:prstGeom>
            <a:solidFill>
              <a:srgbClr val="BD9F68"/>
            </a:solidFill>
            <a:ln>
              <a:solidFill>
                <a:srgbClr val="BD9F68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BD9F68"/>
                </a:solidFill>
              </a:endParaRPr>
            </a:p>
          </p:txBody>
        </p:sp>
      </p:grpSp>
      <p:sp>
        <p:nvSpPr>
          <p:cNvPr id="23" name="Rectangle 4"/>
          <p:cNvSpPr/>
          <p:nvPr userDrawn="1"/>
        </p:nvSpPr>
        <p:spPr>
          <a:xfrm rot="5400000">
            <a:off x="9143026" y="1072243"/>
            <a:ext cx="2667000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itre 11"/>
          <p:cNvSpPr txBox="1"/>
          <p:nvPr userDrawn="1"/>
        </p:nvSpPr>
        <p:spPr>
          <a:xfrm>
            <a:off x="10108341" y="4001201"/>
            <a:ext cx="777591" cy="24929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  <p:pic>
        <p:nvPicPr>
          <p:cNvPr id="31" name="图形 30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516483"/>
            <a:ext cx="2526948" cy="664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0"/>
          <p:cNvSpPr/>
          <p:nvPr userDrawn="1"/>
        </p:nvSpPr>
        <p:spPr>
          <a:xfrm rot="5400000">
            <a:off x="906432" y="752772"/>
            <a:ext cx="123373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10"/>
          <p:cNvSpPr/>
          <p:nvPr userDrawn="1"/>
        </p:nvSpPr>
        <p:spPr>
          <a:xfrm rot="5400000">
            <a:off x="844746" y="-137884"/>
            <a:ext cx="246746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4"/>
          <p:cNvSpPr/>
          <p:nvPr userDrawn="1"/>
        </p:nvSpPr>
        <p:spPr>
          <a:xfrm rot="5400000">
            <a:off x="843469" y="6472093"/>
            <a:ext cx="249299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1"/>
          <p:cNvSpPr txBox="1"/>
          <p:nvPr userDrawn="1"/>
        </p:nvSpPr>
        <p:spPr>
          <a:xfrm>
            <a:off x="579323" y="6222186"/>
            <a:ext cx="777591" cy="249299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  <p:sp>
        <p:nvSpPr>
          <p:cNvPr id="10" name="Rectangle 4"/>
          <p:cNvSpPr/>
          <p:nvPr userDrawn="1"/>
        </p:nvSpPr>
        <p:spPr>
          <a:xfrm rot="5400000">
            <a:off x="8880730" y="4253593"/>
            <a:ext cx="4686300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ight-quote-sign_36811"/>
          <p:cNvSpPr>
            <a:spLocks noChangeAspect="1"/>
          </p:cNvSpPr>
          <p:nvPr userDrawn="1"/>
        </p:nvSpPr>
        <p:spPr bwMode="auto">
          <a:xfrm>
            <a:off x="10589311" y="1075716"/>
            <a:ext cx="872412" cy="846136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rgbClr val="C0CDD8">
              <a:alpha val="74902"/>
            </a:srgbClr>
          </a:solidFill>
          <a:ln>
            <a:noFill/>
          </a:ln>
        </p:spPr>
      </p:sp>
      <p:sp>
        <p:nvSpPr>
          <p:cNvPr id="14" name="文本框 13"/>
          <p:cNvSpPr txBox="1"/>
          <p:nvPr userDrawn="1"/>
        </p:nvSpPr>
        <p:spPr>
          <a:xfrm>
            <a:off x="441217" y="337934"/>
            <a:ext cx="11043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606972" y="320599"/>
            <a:ext cx="10515600" cy="630193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: 折角 5"/>
          <p:cNvSpPr/>
          <p:nvPr userDrawn="1"/>
        </p:nvSpPr>
        <p:spPr>
          <a:xfrm>
            <a:off x="1475830" y="1179700"/>
            <a:ext cx="9707269" cy="4743580"/>
          </a:xfrm>
          <a:prstGeom prst="foldedCorner">
            <a:avLst>
              <a:gd name="adj" fmla="val 18394"/>
            </a:avLst>
          </a:prstGeom>
          <a:solidFill>
            <a:srgbClr val="BD9F68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10"/>
          <p:cNvSpPr/>
          <p:nvPr userDrawn="1"/>
        </p:nvSpPr>
        <p:spPr>
          <a:xfrm rot="5400000">
            <a:off x="906432" y="752772"/>
            <a:ext cx="123373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10"/>
          <p:cNvSpPr/>
          <p:nvPr userDrawn="1"/>
        </p:nvSpPr>
        <p:spPr>
          <a:xfrm rot="5400000">
            <a:off x="844746" y="-137884"/>
            <a:ext cx="246746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矩形: 折角 9"/>
          <p:cNvSpPr/>
          <p:nvPr userDrawn="1"/>
        </p:nvSpPr>
        <p:spPr>
          <a:xfrm>
            <a:off x="1369903" y="1273482"/>
            <a:ext cx="9707269" cy="4743580"/>
          </a:xfrm>
          <a:prstGeom prst="foldedCorner">
            <a:avLst>
              <a:gd name="adj" fmla="val 18394"/>
            </a:avLst>
          </a:prstGeom>
          <a:solidFill>
            <a:schemeClr val="bg1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Rectangle 4"/>
          <p:cNvSpPr/>
          <p:nvPr userDrawn="1"/>
        </p:nvSpPr>
        <p:spPr>
          <a:xfrm rot="5400000">
            <a:off x="2093514" y="6093823"/>
            <a:ext cx="1005840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itre 11"/>
          <p:cNvSpPr txBox="1"/>
          <p:nvPr userDrawn="1"/>
        </p:nvSpPr>
        <p:spPr>
          <a:xfrm>
            <a:off x="2207638" y="5512948"/>
            <a:ext cx="777591" cy="249299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  <p:sp>
        <p:nvSpPr>
          <p:cNvPr id="13" name="right-quote-sign_36811"/>
          <p:cNvSpPr>
            <a:spLocks noChangeAspect="1"/>
          </p:cNvSpPr>
          <p:nvPr userDrawn="1"/>
        </p:nvSpPr>
        <p:spPr bwMode="auto">
          <a:xfrm>
            <a:off x="10399359" y="919573"/>
            <a:ext cx="507655" cy="492365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rgbClr val="063A65">
              <a:alpha val="50196"/>
            </a:srgbClr>
          </a:solidFill>
          <a:ln>
            <a:noFill/>
          </a:ln>
        </p:spPr>
      </p:sp>
      <p:sp>
        <p:nvSpPr>
          <p:cNvPr id="16" name="标题 14"/>
          <p:cNvSpPr>
            <a:spLocks noGrp="1"/>
          </p:cNvSpPr>
          <p:nvPr>
            <p:ph type="title"/>
          </p:nvPr>
        </p:nvSpPr>
        <p:spPr>
          <a:xfrm>
            <a:off x="447023" y="320599"/>
            <a:ext cx="10515600" cy="630193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: 折角 5"/>
          <p:cNvSpPr/>
          <p:nvPr userDrawn="1"/>
        </p:nvSpPr>
        <p:spPr>
          <a:xfrm>
            <a:off x="1475831" y="1179700"/>
            <a:ext cx="2854870" cy="4743580"/>
          </a:xfrm>
          <a:prstGeom prst="foldedCorner">
            <a:avLst>
              <a:gd name="adj" fmla="val 18394"/>
            </a:avLst>
          </a:prstGeom>
          <a:solidFill>
            <a:srgbClr val="BD9F68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10"/>
          <p:cNvSpPr/>
          <p:nvPr userDrawn="1"/>
        </p:nvSpPr>
        <p:spPr>
          <a:xfrm rot="5400000">
            <a:off x="906432" y="752772"/>
            <a:ext cx="123373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10"/>
          <p:cNvSpPr/>
          <p:nvPr userDrawn="1"/>
        </p:nvSpPr>
        <p:spPr>
          <a:xfrm rot="5400000">
            <a:off x="844746" y="-137884"/>
            <a:ext cx="246746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矩形: 折角 8"/>
          <p:cNvSpPr/>
          <p:nvPr userDrawn="1"/>
        </p:nvSpPr>
        <p:spPr>
          <a:xfrm>
            <a:off x="1369904" y="1273482"/>
            <a:ext cx="2854870" cy="4743580"/>
          </a:xfrm>
          <a:prstGeom prst="foldedCorner">
            <a:avLst>
              <a:gd name="adj" fmla="val 18394"/>
            </a:avLst>
          </a:prstGeom>
          <a:solidFill>
            <a:schemeClr val="bg1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Rectangle 4"/>
          <p:cNvSpPr/>
          <p:nvPr userDrawn="1"/>
        </p:nvSpPr>
        <p:spPr>
          <a:xfrm rot="5400000">
            <a:off x="2093514" y="6093823"/>
            <a:ext cx="1005840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1"/>
          <p:cNvSpPr txBox="1"/>
          <p:nvPr userDrawn="1"/>
        </p:nvSpPr>
        <p:spPr>
          <a:xfrm>
            <a:off x="2207638" y="5512948"/>
            <a:ext cx="777591" cy="249299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  <p:sp>
        <p:nvSpPr>
          <p:cNvPr id="12" name="矩形: 折角 11"/>
          <p:cNvSpPr/>
          <p:nvPr userDrawn="1"/>
        </p:nvSpPr>
        <p:spPr>
          <a:xfrm>
            <a:off x="4887338" y="1179700"/>
            <a:ext cx="2854870" cy="4743580"/>
          </a:xfrm>
          <a:prstGeom prst="foldedCorner">
            <a:avLst>
              <a:gd name="adj" fmla="val 18394"/>
            </a:avLst>
          </a:prstGeom>
          <a:solidFill>
            <a:srgbClr val="BD9F68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折角 12"/>
          <p:cNvSpPr/>
          <p:nvPr userDrawn="1"/>
        </p:nvSpPr>
        <p:spPr>
          <a:xfrm>
            <a:off x="4781411" y="1273482"/>
            <a:ext cx="2854870" cy="4743580"/>
          </a:xfrm>
          <a:prstGeom prst="foldedCorner">
            <a:avLst>
              <a:gd name="adj" fmla="val 18394"/>
            </a:avLst>
          </a:prstGeom>
          <a:solidFill>
            <a:schemeClr val="bg1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: 折角 13"/>
          <p:cNvSpPr/>
          <p:nvPr userDrawn="1"/>
        </p:nvSpPr>
        <p:spPr>
          <a:xfrm>
            <a:off x="8314397" y="1179700"/>
            <a:ext cx="2854870" cy="4743580"/>
          </a:xfrm>
          <a:prstGeom prst="foldedCorner">
            <a:avLst>
              <a:gd name="adj" fmla="val 18394"/>
            </a:avLst>
          </a:prstGeom>
          <a:solidFill>
            <a:srgbClr val="BD9F68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折角 14"/>
          <p:cNvSpPr/>
          <p:nvPr userDrawn="1"/>
        </p:nvSpPr>
        <p:spPr>
          <a:xfrm>
            <a:off x="8208470" y="1273482"/>
            <a:ext cx="2854870" cy="4743580"/>
          </a:xfrm>
          <a:prstGeom prst="foldedCorner">
            <a:avLst>
              <a:gd name="adj" fmla="val 18394"/>
            </a:avLst>
          </a:prstGeom>
          <a:solidFill>
            <a:schemeClr val="bg1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right-quote-sign_36811"/>
          <p:cNvSpPr>
            <a:spLocks noChangeAspect="1"/>
          </p:cNvSpPr>
          <p:nvPr userDrawn="1"/>
        </p:nvSpPr>
        <p:spPr bwMode="auto">
          <a:xfrm>
            <a:off x="10399359" y="919573"/>
            <a:ext cx="507655" cy="492365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rgbClr val="063A65">
              <a:alpha val="50196"/>
            </a:srgbClr>
          </a:solidFill>
          <a:ln>
            <a:noFill/>
          </a:ln>
        </p:spPr>
      </p:sp>
      <p:sp>
        <p:nvSpPr>
          <p:cNvPr id="17" name="标题 14"/>
          <p:cNvSpPr>
            <a:spLocks noGrp="1"/>
          </p:cNvSpPr>
          <p:nvPr>
            <p:ph type="title"/>
          </p:nvPr>
        </p:nvSpPr>
        <p:spPr>
          <a:xfrm>
            <a:off x="447023" y="320599"/>
            <a:ext cx="10515600" cy="630193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: 折角 5"/>
          <p:cNvSpPr/>
          <p:nvPr userDrawn="1"/>
        </p:nvSpPr>
        <p:spPr>
          <a:xfrm>
            <a:off x="1475830" y="1179700"/>
            <a:ext cx="4408597" cy="4743580"/>
          </a:xfrm>
          <a:prstGeom prst="foldedCorner">
            <a:avLst>
              <a:gd name="adj" fmla="val 18394"/>
            </a:avLst>
          </a:prstGeom>
          <a:solidFill>
            <a:srgbClr val="BD9F68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10"/>
          <p:cNvSpPr/>
          <p:nvPr userDrawn="1"/>
        </p:nvSpPr>
        <p:spPr>
          <a:xfrm rot="5400000">
            <a:off x="906432" y="752772"/>
            <a:ext cx="123373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10"/>
          <p:cNvSpPr/>
          <p:nvPr userDrawn="1"/>
        </p:nvSpPr>
        <p:spPr>
          <a:xfrm rot="5400000">
            <a:off x="844746" y="-137884"/>
            <a:ext cx="246746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矩形: 折角 8"/>
          <p:cNvSpPr/>
          <p:nvPr userDrawn="1"/>
        </p:nvSpPr>
        <p:spPr>
          <a:xfrm>
            <a:off x="1369903" y="1273482"/>
            <a:ext cx="4408597" cy="4743580"/>
          </a:xfrm>
          <a:prstGeom prst="foldedCorner">
            <a:avLst>
              <a:gd name="adj" fmla="val 18394"/>
            </a:avLst>
          </a:prstGeom>
          <a:solidFill>
            <a:schemeClr val="bg1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Rectangle 4"/>
          <p:cNvSpPr/>
          <p:nvPr userDrawn="1"/>
        </p:nvSpPr>
        <p:spPr>
          <a:xfrm rot="5400000">
            <a:off x="2093514" y="6093823"/>
            <a:ext cx="1005840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1"/>
          <p:cNvSpPr txBox="1"/>
          <p:nvPr userDrawn="1"/>
        </p:nvSpPr>
        <p:spPr>
          <a:xfrm>
            <a:off x="2207638" y="5512948"/>
            <a:ext cx="777591" cy="249299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  <p:sp>
        <p:nvSpPr>
          <p:cNvPr id="12" name="right-quote-sign_36811"/>
          <p:cNvSpPr>
            <a:spLocks noChangeAspect="1"/>
          </p:cNvSpPr>
          <p:nvPr userDrawn="1"/>
        </p:nvSpPr>
        <p:spPr bwMode="auto">
          <a:xfrm>
            <a:off x="10399359" y="919573"/>
            <a:ext cx="507655" cy="492365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rgbClr val="063A65">
              <a:alpha val="50196"/>
            </a:srgbClr>
          </a:solidFill>
          <a:ln>
            <a:noFill/>
          </a:ln>
        </p:spPr>
      </p:sp>
      <p:sp>
        <p:nvSpPr>
          <p:cNvPr id="13" name="矩形: 折角 12"/>
          <p:cNvSpPr/>
          <p:nvPr userDrawn="1"/>
        </p:nvSpPr>
        <p:spPr>
          <a:xfrm>
            <a:off x="6722162" y="1179700"/>
            <a:ext cx="4408597" cy="4743580"/>
          </a:xfrm>
          <a:prstGeom prst="foldedCorner">
            <a:avLst>
              <a:gd name="adj" fmla="val 18394"/>
            </a:avLst>
          </a:prstGeom>
          <a:solidFill>
            <a:srgbClr val="BD9F68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折角 13"/>
          <p:cNvSpPr/>
          <p:nvPr userDrawn="1"/>
        </p:nvSpPr>
        <p:spPr>
          <a:xfrm>
            <a:off x="6616235" y="1273482"/>
            <a:ext cx="4408597" cy="4743580"/>
          </a:xfrm>
          <a:prstGeom prst="foldedCorner">
            <a:avLst>
              <a:gd name="adj" fmla="val 18394"/>
            </a:avLst>
          </a:prstGeom>
          <a:solidFill>
            <a:schemeClr val="bg1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47023" y="320599"/>
            <a:ext cx="10515600" cy="630193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: 折角 5"/>
          <p:cNvSpPr/>
          <p:nvPr userDrawn="1"/>
        </p:nvSpPr>
        <p:spPr>
          <a:xfrm>
            <a:off x="1475830" y="1179700"/>
            <a:ext cx="9707269" cy="4743580"/>
          </a:xfrm>
          <a:prstGeom prst="foldedCorner">
            <a:avLst>
              <a:gd name="adj" fmla="val 18394"/>
            </a:avLst>
          </a:prstGeom>
          <a:solidFill>
            <a:srgbClr val="BD9F68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10"/>
          <p:cNvSpPr/>
          <p:nvPr userDrawn="1"/>
        </p:nvSpPr>
        <p:spPr>
          <a:xfrm rot="5400000">
            <a:off x="906432" y="752772"/>
            <a:ext cx="123373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10"/>
          <p:cNvSpPr/>
          <p:nvPr userDrawn="1"/>
        </p:nvSpPr>
        <p:spPr>
          <a:xfrm rot="5400000">
            <a:off x="844746" y="-137884"/>
            <a:ext cx="246746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矩形: 折角 8"/>
          <p:cNvSpPr/>
          <p:nvPr userDrawn="1"/>
        </p:nvSpPr>
        <p:spPr>
          <a:xfrm>
            <a:off x="1369903" y="1273482"/>
            <a:ext cx="9707269" cy="4743580"/>
          </a:xfrm>
          <a:prstGeom prst="foldedCorner">
            <a:avLst>
              <a:gd name="adj" fmla="val 18394"/>
            </a:avLst>
          </a:prstGeom>
          <a:solidFill>
            <a:schemeClr val="bg1"/>
          </a:solidFill>
          <a:ln>
            <a:solidFill>
              <a:srgbClr val="BD9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Rectangle 4"/>
          <p:cNvSpPr/>
          <p:nvPr userDrawn="1"/>
        </p:nvSpPr>
        <p:spPr>
          <a:xfrm rot="5400000">
            <a:off x="2093514" y="6093823"/>
            <a:ext cx="1005840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1"/>
          <p:cNvSpPr txBox="1"/>
          <p:nvPr userDrawn="1"/>
        </p:nvSpPr>
        <p:spPr>
          <a:xfrm>
            <a:off x="2207638" y="5512948"/>
            <a:ext cx="777591" cy="249299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/>
              <a:t>S J T U</a:t>
            </a:r>
          </a:p>
        </p:txBody>
      </p:sp>
      <p:sp>
        <p:nvSpPr>
          <p:cNvPr id="12" name="right-quote-sign_36811"/>
          <p:cNvSpPr>
            <a:spLocks noChangeAspect="1"/>
          </p:cNvSpPr>
          <p:nvPr userDrawn="1"/>
        </p:nvSpPr>
        <p:spPr bwMode="auto">
          <a:xfrm>
            <a:off x="10399359" y="919573"/>
            <a:ext cx="507655" cy="492365"/>
          </a:xfrm>
          <a:custGeom>
            <a:avLst/>
            <a:gdLst>
              <a:gd name="T0" fmla="*/ 314 w 314"/>
              <a:gd name="T1" fmla="*/ 0 h 305"/>
              <a:gd name="T2" fmla="*/ 314 w 314"/>
              <a:gd name="T3" fmla="*/ 158 h 305"/>
              <a:gd name="T4" fmla="*/ 206 w 314"/>
              <a:gd name="T5" fmla="*/ 305 h 305"/>
              <a:gd name="T6" fmla="*/ 170 w 314"/>
              <a:gd name="T7" fmla="*/ 304 h 305"/>
              <a:gd name="T8" fmla="*/ 170 w 314"/>
              <a:gd name="T9" fmla="*/ 243 h 305"/>
              <a:gd name="T10" fmla="*/ 244 w 314"/>
              <a:gd name="T11" fmla="*/ 174 h 305"/>
              <a:gd name="T12" fmla="*/ 243 w 314"/>
              <a:gd name="T13" fmla="*/ 146 h 305"/>
              <a:gd name="T14" fmla="*/ 192 w 314"/>
              <a:gd name="T15" fmla="*/ 146 h 305"/>
              <a:gd name="T16" fmla="*/ 192 w 314"/>
              <a:gd name="T17" fmla="*/ 0 h 305"/>
              <a:gd name="T18" fmla="*/ 314 w 314"/>
              <a:gd name="T19" fmla="*/ 0 h 305"/>
              <a:gd name="T20" fmla="*/ 314 w 314"/>
              <a:gd name="T21" fmla="*/ 0 h 305"/>
              <a:gd name="T22" fmla="*/ 16 w 314"/>
              <a:gd name="T23" fmla="*/ 146 h 305"/>
              <a:gd name="T24" fmla="*/ 67 w 314"/>
              <a:gd name="T25" fmla="*/ 146 h 305"/>
              <a:gd name="T26" fmla="*/ 68 w 314"/>
              <a:gd name="T27" fmla="*/ 174 h 305"/>
              <a:gd name="T28" fmla="*/ 0 w 314"/>
              <a:gd name="T29" fmla="*/ 243 h 305"/>
              <a:gd name="T30" fmla="*/ 0 w 314"/>
              <a:gd name="T31" fmla="*/ 304 h 305"/>
              <a:gd name="T32" fmla="*/ 30 w 314"/>
              <a:gd name="T33" fmla="*/ 305 h 305"/>
              <a:gd name="T34" fmla="*/ 138 w 314"/>
              <a:gd name="T35" fmla="*/ 158 h 305"/>
              <a:gd name="T36" fmla="*/ 138 w 314"/>
              <a:gd name="T37" fmla="*/ 0 h 305"/>
              <a:gd name="T38" fmla="*/ 16 w 314"/>
              <a:gd name="T39" fmla="*/ 0 h 305"/>
              <a:gd name="T40" fmla="*/ 16 w 314"/>
              <a:gd name="T41" fmla="*/ 146 h 305"/>
              <a:gd name="T42" fmla="*/ 16 w 314"/>
              <a:gd name="T43" fmla="*/ 146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14" h="305">
                <a:moveTo>
                  <a:pt x="314" y="0"/>
                </a:moveTo>
                <a:lnTo>
                  <a:pt x="314" y="158"/>
                </a:lnTo>
                <a:cubicBezTo>
                  <a:pt x="314" y="256"/>
                  <a:pt x="278" y="305"/>
                  <a:pt x="206" y="305"/>
                </a:cubicBezTo>
                <a:cubicBezTo>
                  <a:pt x="198" y="305"/>
                  <a:pt x="186" y="305"/>
                  <a:pt x="170" y="304"/>
                </a:cubicBezTo>
                <a:lnTo>
                  <a:pt x="170" y="243"/>
                </a:lnTo>
                <a:cubicBezTo>
                  <a:pt x="219" y="243"/>
                  <a:pt x="244" y="220"/>
                  <a:pt x="244" y="174"/>
                </a:cubicBezTo>
                <a:lnTo>
                  <a:pt x="243" y="146"/>
                </a:lnTo>
                <a:lnTo>
                  <a:pt x="192" y="146"/>
                </a:lnTo>
                <a:lnTo>
                  <a:pt x="192" y="0"/>
                </a:lnTo>
                <a:lnTo>
                  <a:pt x="314" y="0"/>
                </a:lnTo>
                <a:lnTo>
                  <a:pt x="314" y="0"/>
                </a:lnTo>
                <a:close/>
                <a:moveTo>
                  <a:pt x="16" y="146"/>
                </a:moveTo>
                <a:lnTo>
                  <a:pt x="67" y="146"/>
                </a:lnTo>
                <a:lnTo>
                  <a:pt x="68" y="174"/>
                </a:lnTo>
                <a:cubicBezTo>
                  <a:pt x="68" y="217"/>
                  <a:pt x="45" y="240"/>
                  <a:pt x="0" y="243"/>
                </a:cubicBezTo>
                <a:lnTo>
                  <a:pt x="0" y="304"/>
                </a:lnTo>
                <a:cubicBezTo>
                  <a:pt x="14" y="305"/>
                  <a:pt x="24" y="305"/>
                  <a:pt x="30" y="305"/>
                </a:cubicBezTo>
                <a:cubicBezTo>
                  <a:pt x="102" y="305"/>
                  <a:pt x="138" y="256"/>
                  <a:pt x="138" y="158"/>
                </a:cubicBezTo>
                <a:lnTo>
                  <a:pt x="138" y="0"/>
                </a:lnTo>
                <a:lnTo>
                  <a:pt x="16" y="0"/>
                </a:lnTo>
                <a:lnTo>
                  <a:pt x="16" y="146"/>
                </a:lnTo>
                <a:lnTo>
                  <a:pt x="16" y="146"/>
                </a:lnTo>
                <a:close/>
              </a:path>
            </a:pathLst>
          </a:custGeom>
          <a:solidFill>
            <a:srgbClr val="063A65">
              <a:alpha val="50196"/>
            </a:srgbClr>
          </a:solidFill>
          <a:ln>
            <a:noFill/>
          </a:ln>
        </p:spPr>
      </p:sp>
      <p:sp>
        <p:nvSpPr>
          <p:cNvPr id="14" name="标题 14"/>
          <p:cNvSpPr>
            <a:spLocks noGrp="1"/>
          </p:cNvSpPr>
          <p:nvPr>
            <p:ph type="title"/>
          </p:nvPr>
        </p:nvSpPr>
        <p:spPr>
          <a:xfrm>
            <a:off x="447023" y="320599"/>
            <a:ext cx="10515600" cy="630193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 rot="10800000">
            <a:off x="-1" y="0"/>
            <a:ext cx="12192001" cy="6858000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sp>
        <p:nvSpPr>
          <p:cNvPr id="7" name="矩形 6"/>
          <p:cNvSpPr/>
          <p:nvPr userDrawn="1"/>
        </p:nvSpPr>
        <p:spPr>
          <a:xfrm>
            <a:off x="0" y="-3"/>
            <a:ext cx="12192000" cy="6858000"/>
          </a:xfrm>
          <a:prstGeom prst="rect">
            <a:avLst/>
          </a:prstGeom>
          <a:solidFill>
            <a:srgbClr val="063A65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-3"/>
            <a:ext cx="12192000" cy="6858000"/>
          </a:xfrm>
          <a:prstGeom prst="rect">
            <a:avLst/>
          </a:prstGeom>
          <a:solidFill>
            <a:srgbClr val="BD9F68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itre 11"/>
          <p:cNvSpPr txBox="1"/>
          <p:nvPr userDrawn="1"/>
        </p:nvSpPr>
        <p:spPr>
          <a:xfrm>
            <a:off x="5707203" y="4527373"/>
            <a:ext cx="777591" cy="249299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5400" kern="12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1800" b="1" dirty="0">
                <a:solidFill>
                  <a:schemeClr val="bg1"/>
                </a:solidFill>
              </a:rPr>
              <a:t>S J T U</a:t>
            </a:r>
          </a:p>
        </p:txBody>
      </p:sp>
      <p:sp>
        <p:nvSpPr>
          <p:cNvPr id="10" name="Rectangle 4"/>
          <p:cNvSpPr/>
          <p:nvPr userDrawn="1"/>
        </p:nvSpPr>
        <p:spPr>
          <a:xfrm rot="5400000">
            <a:off x="4762500" y="1072241"/>
            <a:ext cx="2667000" cy="522514"/>
          </a:xfrm>
          <a:prstGeom prst="rect">
            <a:avLst/>
          </a:prstGeom>
          <a:solidFill>
            <a:srgbClr val="BD9F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 rot="10800000">
            <a:off x="-1" y="0"/>
            <a:ext cx="12192001" cy="6858000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sp>
        <p:nvSpPr>
          <p:cNvPr id="7" name="矩形 6"/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63A65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-3"/>
            <a:ext cx="12192000" cy="6858000"/>
          </a:xfrm>
          <a:prstGeom prst="rect">
            <a:avLst/>
          </a:prstGeom>
          <a:solidFill>
            <a:srgbClr val="BD9F68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9474" y="2397668"/>
            <a:ext cx="2813049" cy="7395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EB40B-E238-4CDB-B950-9FF881645F21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43A1B-DC52-4EB9-83FB-24D135C8BB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6" b="6251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0652" y="409802"/>
            <a:ext cx="2612072" cy="686742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00652" y="4067524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汇报人：莫炜乐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482643" y="4075575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0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23" name="Titre 11"/>
          <p:cNvSpPr txBox="1"/>
          <p:nvPr/>
        </p:nvSpPr>
        <p:spPr>
          <a:xfrm>
            <a:off x="604520" y="2212466"/>
            <a:ext cx="10996241" cy="73866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dirty="0">
                <a:solidFill>
                  <a:srgbClr val="BD9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实验室设备预约系统：</a:t>
            </a:r>
            <a:endParaRPr lang="en-US" altLang="zh-CN" sz="5400" dirty="0">
              <a:solidFill>
                <a:srgbClr val="BD9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5400" dirty="0">
                <a:solidFill>
                  <a:srgbClr val="BD9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数据库设计中期汇报</a:t>
            </a:r>
          </a:p>
        </p:txBody>
      </p:sp>
      <p:sp>
        <p:nvSpPr>
          <p:cNvPr id="24" name="Espace réservé du texte 12"/>
          <p:cNvSpPr txBox="1"/>
          <p:nvPr/>
        </p:nvSpPr>
        <p:spPr>
          <a:xfrm>
            <a:off x="604520" y="3193108"/>
            <a:ext cx="9338009" cy="3877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7460474" y="1892062"/>
            <a:ext cx="3142211" cy="1015663"/>
            <a:chOff x="7460475" y="903174"/>
            <a:chExt cx="2755580" cy="1015663"/>
          </a:xfrm>
        </p:grpSpPr>
        <p:sp>
          <p:nvSpPr>
            <p:cNvPr id="5" name="文本框 4"/>
            <p:cNvSpPr txBox="1"/>
            <p:nvPr/>
          </p:nvSpPr>
          <p:spPr>
            <a:xfrm>
              <a:off x="7460475" y="903174"/>
              <a:ext cx="275558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第一章 项目背景与目标</a:t>
              </a:r>
            </a:p>
            <a:p>
              <a:endParaRPr lang="zh-CN" altLang="en-US" sz="2000" b="1" dirty="0">
                <a:solidFill>
                  <a:srgbClr val="063A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460475" y="1303284"/>
              <a:ext cx="13787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460474" y="2805192"/>
            <a:ext cx="3730040" cy="738664"/>
            <a:chOff x="7460475" y="903174"/>
            <a:chExt cx="3229297" cy="738664"/>
          </a:xfrm>
        </p:grpSpPr>
        <p:sp>
          <p:nvSpPr>
            <p:cNvPr id="15" name="文本框 14"/>
            <p:cNvSpPr txBox="1"/>
            <p:nvPr/>
          </p:nvSpPr>
          <p:spPr>
            <a:xfrm>
              <a:off x="7460475" y="903174"/>
              <a:ext cx="32292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第二章 </a:t>
              </a:r>
              <a:r>
                <a:rPr lang="fr-FR" altLang="zh-CN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E-R </a:t>
              </a:r>
              <a:r>
                <a:rPr lang="zh-CN" altLang="en-US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460475" y="1303284"/>
              <a:ext cx="13787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460475" y="3718322"/>
            <a:ext cx="3730038" cy="738664"/>
            <a:chOff x="7460475" y="903174"/>
            <a:chExt cx="3730038" cy="738664"/>
          </a:xfrm>
        </p:grpSpPr>
        <p:sp>
          <p:nvSpPr>
            <p:cNvPr id="18" name="文本框 17"/>
            <p:cNvSpPr txBox="1"/>
            <p:nvPr/>
          </p:nvSpPr>
          <p:spPr>
            <a:xfrm>
              <a:off x="7460475" y="903174"/>
              <a:ext cx="3730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第三章</a:t>
              </a:r>
              <a:r>
                <a:rPr lang="en-US" altLang="zh-CN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</a:t>
              </a:r>
              <a:r>
                <a:rPr lang="fr-FR" altLang="zh-CN" sz="2000" b="1" dirty="0" err="1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Schema</a:t>
              </a:r>
              <a:r>
                <a:rPr lang="fr-FR" altLang="zh-CN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+ </a:t>
              </a:r>
              <a:r>
                <a:rPr lang="zh-CN" altLang="en-US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规范化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460475" y="1303284"/>
              <a:ext cx="13787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460473" y="4631452"/>
            <a:ext cx="4111934" cy="738664"/>
            <a:chOff x="7460475" y="903174"/>
            <a:chExt cx="4111934" cy="738664"/>
          </a:xfrm>
        </p:grpSpPr>
        <p:sp>
          <p:nvSpPr>
            <p:cNvPr id="21" name="文本框 20"/>
            <p:cNvSpPr txBox="1"/>
            <p:nvPr/>
          </p:nvSpPr>
          <p:spPr>
            <a:xfrm>
              <a:off x="7460475" y="903174"/>
              <a:ext cx="411193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第四章</a:t>
              </a:r>
              <a:r>
                <a:rPr lang="en-US" altLang="zh-CN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fr-FR" altLang="zh-CN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r>
                <a:rPr lang="zh-CN" altLang="en-US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层逻辑 </a:t>
              </a:r>
              <a:r>
                <a:rPr lang="en-US" altLang="zh-CN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 </a:t>
              </a:r>
              <a:r>
                <a:rPr lang="zh-CN" altLang="en-US" sz="2000" b="1" dirty="0">
                  <a:solidFill>
                    <a:srgbClr val="063A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后续计划</a:t>
              </a:r>
            </a:p>
            <a:p>
              <a:endParaRPr lang="zh-CN" altLang="en-US" sz="2000" b="1" dirty="0">
                <a:solidFill>
                  <a:srgbClr val="063A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460475" y="1303284"/>
              <a:ext cx="13787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1217" y="337934"/>
            <a:ext cx="11043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项目背景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需求规则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1F744F-C247-7B82-45CA-92C158B93045}"/>
              </a:ext>
            </a:extLst>
          </p:cNvPr>
          <p:cNvSpPr txBox="1"/>
          <p:nvPr/>
        </p:nvSpPr>
        <p:spPr>
          <a:xfrm>
            <a:off x="1678898" y="1454046"/>
            <a:ext cx="7279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真实场景：</a:t>
            </a:r>
            <a:r>
              <a:rPr lang="zh-CN" altLang="en-US" dirty="0"/>
              <a:t>实验室设备预约经常存在冲突、资质遗漏、维护占用问题</a:t>
            </a:r>
          </a:p>
          <a:p>
            <a:r>
              <a:rPr lang="zh-CN" altLang="en-US" b="1" dirty="0">
                <a:solidFill>
                  <a:schemeClr val="tx2"/>
                </a:solidFill>
              </a:rPr>
              <a:t>项目目标：</a:t>
            </a:r>
            <a:r>
              <a:rPr lang="zh-CN" altLang="en-US" dirty="0"/>
              <a:t>构建一个“规则由数据库强制保证”的预约系统</a:t>
            </a:r>
          </a:p>
          <a:p>
            <a:r>
              <a:rPr lang="zh-CN" altLang="en-US" b="1" dirty="0">
                <a:solidFill>
                  <a:schemeClr val="tx2"/>
                </a:solidFill>
              </a:rPr>
              <a:t>本次范围：</a:t>
            </a:r>
            <a:r>
              <a:rPr lang="zh-CN" altLang="en-US" dirty="0"/>
              <a:t>需求分析、</a:t>
            </a:r>
            <a:r>
              <a:rPr lang="fr-FR" altLang="zh-CN" dirty="0"/>
              <a:t>E-R </a:t>
            </a:r>
            <a:r>
              <a:rPr lang="zh-CN" altLang="en-US" dirty="0"/>
              <a:t>图、关系 </a:t>
            </a:r>
            <a:r>
              <a:rPr lang="fr-FR" altLang="zh-CN" dirty="0" err="1"/>
              <a:t>Schema</a:t>
            </a:r>
            <a:r>
              <a:rPr lang="zh-CN" altLang="fr-FR" dirty="0"/>
              <a:t>、</a:t>
            </a:r>
            <a:r>
              <a:rPr lang="fr-FR" altLang="zh-CN" dirty="0"/>
              <a:t>DB </a:t>
            </a:r>
            <a:r>
              <a:rPr lang="zh-CN" altLang="en-US" dirty="0"/>
              <a:t>层逻辑设计</a:t>
            </a:r>
          </a:p>
          <a:p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39E499-6664-892B-5D4C-D3E9E7E28155}"/>
              </a:ext>
            </a:extLst>
          </p:cNvPr>
          <p:cNvSpPr txBox="1"/>
          <p:nvPr/>
        </p:nvSpPr>
        <p:spPr>
          <a:xfrm>
            <a:off x="1678898" y="2272830"/>
            <a:ext cx="658545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角色： </a:t>
            </a:r>
          </a:p>
          <a:p>
            <a:pPr lvl="1"/>
            <a:r>
              <a:rPr lang="zh-CN" altLang="en-US" dirty="0"/>
              <a:t>普通用户（学生</a:t>
            </a:r>
            <a:r>
              <a:rPr lang="en-US" altLang="zh-CN" dirty="0"/>
              <a:t>/</a:t>
            </a:r>
            <a:r>
              <a:rPr lang="zh-CN" altLang="en-US" dirty="0"/>
              <a:t>老师）：查询设备、提交预约、签到签退</a:t>
            </a:r>
          </a:p>
          <a:p>
            <a:pPr lvl="1"/>
            <a:r>
              <a:rPr lang="zh-CN" altLang="en-US" dirty="0"/>
              <a:t>管理员（实验员）：设备维护、工单管理、违约处理</a:t>
            </a:r>
          </a:p>
          <a:p>
            <a:r>
              <a:rPr lang="zh-CN" altLang="en-US" b="1" dirty="0">
                <a:solidFill>
                  <a:schemeClr val="tx2"/>
                </a:solidFill>
              </a:rPr>
              <a:t>核心流程：</a:t>
            </a:r>
            <a:endParaRPr lang="en-US" altLang="zh-CN" b="1" dirty="0">
              <a:solidFill>
                <a:schemeClr val="tx2"/>
              </a:solidFill>
            </a:endParaRPr>
          </a:p>
          <a:p>
            <a:r>
              <a:rPr lang="zh-CN" altLang="en-US" dirty="0"/>
              <a:t>        查设备 </a:t>
            </a:r>
            <a:r>
              <a:rPr lang="en-US" altLang="zh-CN" dirty="0"/>
              <a:t>-&gt; </a:t>
            </a:r>
            <a:r>
              <a:rPr lang="zh-CN" altLang="en-US" dirty="0"/>
              <a:t>提交预约 </a:t>
            </a:r>
            <a:r>
              <a:rPr lang="en-US" altLang="zh-CN" dirty="0"/>
              <a:t>-&gt; </a:t>
            </a:r>
            <a:r>
              <a:rPr lang="zh-CN" altLang="en-US" dirty="0"/>
              <a:t>校验规则 </a:t>
            </a:r>
            <a:r>
              <a:rPr lang="en-US" altLang="zh-CN" dirty="0"/>
              <a:t>-&gt; </a:t>
            </a:r>
            <a:r>
              <a:rPr lang="zh-CN" altLang="en-US" dirty="0"/>
              <a:t>使用设备 </a:t>
            </a:r>
            <a:r>
              <a:rPr lang="en-US" altLang="zh-CN" dirty="0"/>
              <a:t>-&gt; </a:t>
            </a:r>
            <a:r>
              <a:rPr lang="zh-CN" altLang="en-US" dirty="0"/>
              <a:t>记录结果</a:t>
            </a:r>
          </a:p>
          <a:p>
            <a:r>
              <a:rPr lang="zh-CN" altLang="en-US" b="1" dirty="0">
                <a:solidFill>
                  <a:schemeClr val="tx2"/>
                </a:solidFill>
              </a:rPr>
              <a:t>关键规则： </a:t>
            </a:r>
          </a:p>
          <a:p>
            <a:pPr lvl="1"/>
            <a:r>
              <a:rPr lang="zh-CN" altLang="fr-FR" dirty="0"/>
              <a:t>预约时</a:t>
            </a:r>
            <a:r>
              <a:rPr lang="fr-FR" altLang="zh-CN" dirty="0" err="1"/>
              <a:t>start_time</a:t>
            </a:r>
            <a:r>
              <a:rPr lang="fr-FR" altLang="zh-CN" dirty="0"/>
              <a:t> &lt; </a:t>
            </a:r>
            <a:r>
              <a:rPr lang="fr-FR" altLang="zh-CN" dirty="0" err="1"/>
              <a:t>end_time</a:t>
            </a:r>
            <a:endParaRPr lang="fr-FR" altLang="zh-CN" dirty="0"/>
          </a:p>
          <a:p>
            <a:pPr lvl="1"/>
            <a:r>
              <a:rPr lang="zh-CN" altLang="en-US" dirty="0"/>
              <a:t>同设备同时间段不可重叠预约</a:t>
            </a:r>
          </a:p>
          <a:p>
            <a:pPr lvl="1"/>
            <a:r>
              <a:rPr lang="zh-CN" altLang="en-US" dirty="0"/>
              <a:t>维护</a:t>
            </a:r>
            <a:r>
              <a:rPr lang="en-US" altLang="zh-CN" dirty="0"/>
              <a:t>/</a:t>
            </a:r>
            <a:r>
              <a:rPr lang="zh-CN" altLang="en-US" dirty="0"/>
              <a:t>离线设备不可预约</a:t>
            </a:r>
          </a:p>
          <a:p>
            <a:pPr lvl="1"/>
            <a:r>
              <a:rPr lang="zh-CN" altLang="en-US" dirty="0"/>
              <a:t>需资质设备必须先通过资质校验</a:t>
            </a:r>
          </a:p>
          <a:p>
            <a:pPr lvl="1"/>
            <a:r>
              <a:rPr lang="zh-CN" altLang="en-US" dirty="0"/>
              <a:t>单用户同时有效预约数不超过</a:t>
            </a:r>
            <a:r>
              <a:rPr lang="en-US" altLang="zh-CN" dirty="0"/>
              <a:t>2</a:t>
            </a:r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B44CB-A49B-E1C2-84B1-5DC39E748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DCBDDB3-2CBC-80BC-9F40-4267CE0AC77D}"/>
              </a:ext>
            </a:extLst>
          </p:cNvPr>
          <p:cNvSpPr txBox="1"/>
          <p:nvPr/>
        </p:nvSpPr>
        <p:spPr>
          <a:xfrm>
            <a:off x="441217" y="337934"/>
            <a:ext cx="11043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E-R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4DAA8D-37AA-C707-58CB-44E1C8E38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33909"/>
            <a:ext cx="7772400" cy="539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6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78FE-67F4-7675-7C0A-F33DC887A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88AE23A-9FB3-F27D-0609-39225E458502}"/>
              </a:ext>
            </a:extLst>
          </p:cNvPr>
          <p:cNvSpPr txBox="1"/>
          <p:nvPr/>
        </p:nvSpPr>
        <p:spPr>
          <a:xfrm>
            <a:off x="441217" y="337934"/>
            <a:ext cx="11043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fr-FR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Schema</a:t>
            </a:r>
            <a:r>
              <a:rPr lang="fr-FR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9BC5A5-4F01-B97B-31A9-53B82B7B06BC}"/>
              </a:ext>
            </a:extLst>
          </p:cNvPr>
          <p:cNvSpPr txBox="1"/>
          <p:nvPr/>
        </p:nvSpPr>
        <p:spPr>
          <a:xfrm>
            <a:off x="1648918" y="1439056"/>
            <a:ext cx="687880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主键与外键</a:t>
            </a:r>
          </a:p>
          <a:p>
            <a:r>
              <a:rPr lang="zh-CN" altLang="en-US" dirty="0"/>
              <a:t>       每张表主键唯一标识记录</a:t>
            </a:r>
          </a:p>
          <a:p>
            <a:r>
              <a:rPr lang="zh-CN" altLang="en-US" dirty="0"/>
              <a:t>       通过外键保证跨表引用正确</a:t>
            </a:r>
          </a:p>
          <a:p>
            <a:r>
              <a:rPr lang="zh-CN" altLang="en-US" b="1" dirty="0">
                <a:solidFill>
                  <a:schemeClr val="tx2"/>
                </a:solidFill>
              </a:rPr>
              <a:t>约束设计 </a:t>
            </a:r>
          </a:p>
          <a:p>
            <a:pPr lvl="1"/>
            <a:r>
              <a:rPr lang="fr-FR" altLang="zh-CN" dirty="0"/>
              <a:t>CHECK </a:t>
            </a:r>
            <a:r>
              <a:rPr lang="zh-CN" altLang="en-US" dirty="0"/>
              <a:t>限制状态枚举和值域</a:t>
            </a:r>
          </a:p>
          <a:p>
            <a:pPr lvl="1"/>
            <a:r>
              <a:rPr lang="fr-FR" altLang="zh-CN" dirty="0"/>
              <a:t>UNIQUE </a:t>
            </a:r>
            <a:r>
              <a:rPr lang="zh-CN" altLang="en-US" dirty="0"/>
              <a:t>防止重复资质记录</a:t>
            </a:r>
          </a:p>
          <a:p>
            <a:pPr lvl="1"/>
            <a:r>
              <a:rPr lang="zh-CN" altLang="en-US" dirty="0"/>
              <a:t>外键避免孤儿数据</a:t>
            </a:r>
          </a:p>
          <a:p>
            <a:r>
              <a:rPr lang="zh-CN" altLang="en-US" b="1" dirty="0">
                <a:solidFill>
                  <a:schemeClr val="tx2"/>
                </a:solidFill>
              </a:rPr>
              <a:t>规范化说明（</a:t>
            </a:r>
            <a:r>
              <a:rPr lang="en-US" altLang="zh-CN" b="1" dirty="0">
                <a:solidFill>
                  <a:schemeClr val="tx2"/>
                </a:solidFill>
              </a:rPr>
              <a:t>3</a:t>
            </a:r>
            <a:r>
              <a:rPr lang="fr-FR" altLang="zh-CN" b="1" dirty="0">
                <a:solidFill>
                  <a:schemeClr val="tx2"/>
                </a:solidFill>
              </a:rPr>
              <a:t>NF</a:t>
            </a:r>
            <a:r>
              <a:rPr lang="zh-CN" altLang="fr-FR" b="1" dirty="0">
                <a:solidFill>
                  <a:schemeClr val="tx2"/>
                </a:solidFill>
              </a:rPr>
              <a:t>） </a:t>
            </a:r>
          </a:p>
          <a:p>
            <a:pPr lvl="1"/>
            <a:r>
              <a:rPr lang="zh-CN" altLang="en-US" dirty="0"/>
              <a:t>主数据与过程数据分离</a:t>
            </a:r>
          </a:p>
          <a:p>
            <a:pPr lvl="1"/>
            <a:r>
              <a:rPr lang="zh-CN" altLang="en-US" dirty="0"/>
              <a:t>非主属性不依赖其他非主属性，方便降低冗余，减少更新异常</a:t>
            </a:r>
          </a:p>
          <a:p>
            <a:r>
              <a:rPr lang="zh-CN" altLang="en-US" b="1" dirty="0">
                <a:solidFill>
                  <a:schemeClr val="tx2"/>
                </a:solidFill>
              </a:rPr>
              <a:t>索引设计 </a:t>
            </a:r>
          </a:p>
          <a:p>
            <a:pPr lvl="1"/>
            <a:r>
              <a:rPr lang="zh-CN" altLang="en-US" dirty="0"/>
              <a:t>预约冲突路径索引：</a:t>
            </a:r>
            <a:r>
              <a:rPr lang="en-US" altLang="zh-CN" dirty="0"/>
              <a:t>(</a:t>
            </a:r>
            <a:r>
              <a:rPr lang="fr-FR" altLang="zh-CN" dirty="0" err="1"/>
              <a:t>device_id</a:t>
            </a:r>
            <a:r>
              <a:rPr lang="fr-FR" altLang="zh-CN" dirty="0"/>
              <a:t>, </a:t>
            </a:r>
            <a:r>
              <a:rPr lang="fr-FR" altLang="zh-CN" dirty="0" err="1"/>
              <a:t>start_time</a:t>
            </a:r>
            <a:r>
              <a:rPr lang="fr-FR" altLang="zh-CN" dirty="0"/>
              <a:t>, </a:t>
            </a:r>
            <a:r>
              <a:rPr lang="fr-FR" altLang="zh-CN" dirty="0" err="1"/>
              <a:t>end_time</a:t>
            </a:r>
            <a:r>
              <a:rPr lang="fr-FR" altLang="zh-CN" dirty="0"/>
              <a:t>, </a:t>
            </a:r>
            <a:r>
              <a:rPr lang="fr-FR" altLang="zh-CN" dirty="0" err="1"/>
              <a:t>status</a:t>
            </a:r>
            <a:r>
              <a:rPr lang="fr-FR" altLang="zh-CN" dirty="0"/>
              <a:t>)</a:t>
            </a:r>
          </a:p>
          <a:p>
            <a:pPr lvl="1"/>
            <a:r>
              <a:rPr lang="zh-CN" altLang="en-US" dirty="0"/>
              <a:t>用户查询路径索引：</a:t>
            </a:r>
            <a:r>
              <a:rPr lang="en-US" altLang="zh-CN" dirty="0"/>
              <a:t>(</a:t>
            </a:r>
            <a:r>
              <a:rPr lang="fr-FR" altLang="zh-CN" dirty="0" err="1"/>
              <a:t>user_id</a:t>
            </a:r>
            <a:r>
              <a:rPr lang="fr-FR" altLang="zh-CN" dirty="0"/>
              <a:t>, </a:t>
            </a:r>
            <a:r>
              <a:rPr lang="fr-FR" altLang="zh-CN" dirty="0" err="1"/>
              <a:t>status</a:t>
            </a:r>
            <a:r>
              <a:rPr lang="fr-FR" altLang="zh-CN" dirty="0"/>
              <a:t>, </a:t>
            </a:r>
            <a:r>
              <a:rPr lang="fr-FR" altLang="zh-CN" dirty="0" err="1"/>
              <a:t>start_time</a:t>
            </a:r>
            <a:r>
              <a:rPr lang="fr-FR" altLang="zh-CN" dirty="0"/>
              <a:t>)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239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E417B-CB90-5F8B-847B-60327F567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F4433C9-A0DE-D731-6E67-33B72F935092}"/>
              </a:ext>
            </a:extLst>
          </p:cNvPr>
          <p:cNvSpPr txBox="1"/>
          <p:nvPr/>
        </p:nvSpPr>
        <p:spPr>
          <a:xfrm>
            <a:off x="441217" y="337934"/>
            <a:ext cx="11043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层逻辑下沉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后续计划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8CE0C9-49F2-DCBD-8005-B1E0FC2E2076}"/>
              </a:ext>
            </a:extLst>
          </p:cNvPr>
          <p:cNvSpPr txBox="1"/>
          <p:nvPr/>
        </p:nvSpPr>
        <p:spPr>
          <a:xfrm>
            <a:off x="1858780" y="1573967"/>
            <a:ext cx="78133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b="1" dirty="0">
                <a:solidFill>
                  <a:schemeClr val="tx2"/>
                </a:solidFill>
              </a:rPr>
              <a:t>DB </a:t>
            </a:r>
            <a:r>
              <a:rPr lang="zh-CN" altLang="en-US" b="1" dirty="0">
                <a:solidFill>
                  <a:schemeClr val="tx2"/>
                </a:solidFill>
              </a:rPr>
              <a:t>层逻辑实现方式 </a:t>
            </a:r>
          </a:p>
          <a:p>
            <a:pPr lvl="1"/>
            <a:r>
              <a:rPr lang="zh-CN" altLang="en-US" dirty="0"/>
              <a:t>视图：</a:t>
            </a:r>
            <a:r>
              <a:rPr lang="fr-FR" altLang="zh-CN" dirty="0" err="1"/>
              <a:t>vw_device_available_now</a:t>
            </a:r>
            <a:r>
              <a:rPr lang="zh-CN" altLang="fr-FR" dirty="0"/>
              <a:t>、</a:t>
            </a:r>
            <a:r>
              <a:rPr lang="fr-FR" altLang="zh-CN" dirty="0" err="1"/>
              <a:t>vw_user_reservation_summary</a:t>
            </a:r>
            <a:endParaRPr lang="fr-FR" altLang="zh-CN" dirty="0"/>
          </a:p>
          <a:p>
            <a:pPr lvl="1"/>
            <a:r>
              <a:rPr lang="zh-CN" altLang="en-US" dirty="0"/>
              <a:t>触发器：冲突校验、资质校验、维护冲突校验、</a:t>
            </a:r>
            <a:r>
              <a:rPr lang="fr-FR" altLang="zh-CN" dirty="0" err="1"/>
              <a:t>no_show</a:t>
            </a:r>
            <a:r>
              <a:rPr lang="fr-FR" altLang="zh-CN" dirty="0"/>
              <a:t> </a:t>
            </a:r>
            <a:r>
              <a:rPr lang="zh-CN" altLang="en-US" dirty="0"/>
              <a:t>自动违约记录</a:t>
            </a:r>
          </a:p>
          <a:p>
            <a:pPr lvl="1"/>
            <a:r>
              <a:rPr lang="zh-CN" altLang="en-US" dirty="0"/>
              <a:t>约束：时间和状态合法性</a:t>
            </a:r>
          </a:p>
          <a:p>
            <a:endParaRPr lang="en-US" altLang="zh-CN" dirty="0"/>
          </a:p>
          <a:p>
            <a:r>
              <a:rPr lang="zh-CN" altLang="en-US" b="1" dirty="0">
                <a:solidFill>
                  <a:schemeClr val="tx2"/>
                </a:solidFill>
              </a:rPr>
              <a:t>中期后计划 </a:t>
            </a:r>
          </a:p>
          <a:p>
            <a:pPr lvl="1"/>
            <a:r>
              <a:rPr lang="zh-CN" altLang="en-US" dirty="0"/>
              <a:t>补充测试数据与异常用例，完善规则</a:t>
            </a:r>
          </a:p>
          <a:p>
            <a:pPr lvl="1"/>
            <a:r>
              <a:rPr lang="zh-CN" altLang="en-US" dirty="0"/>
              <a:t>增加演示脚本，展示非法写入被数据库拒绝</a:t>
            </a:r>
          </a:p>
          <a:p>
            <a:pPr lvl="1"/>
            <a:r>
              <a:rPr lang="zh-CN" altLang="en-US" dirty="0"/>
              <a:t>完成最终验收 </a:t>
            </a:r>
            <a:r>
              <a:rPr lang="fr-FR" altLang="zh-CN" dirty="0" err="1"/>
              <a:t>Demo</a:t>
            </a:r>
            <a:r>
              <a:rPr lang="zh-CN" altLang="fr-FR" dirty="0"/>
              <a:t>（</a:t>
            </a:r>
            <a:r>
              <a:rPr lang="zh-CN" altLang="en-US" dirty="0"/>
              <a:t>建库 </a:t>
            </a:r>
            <a:r>
              <a:rPr lang="en-US" altLang="zh-CN" dirty="0"/>
              <a:t>-&gt; </a:t>
            </a:r>
            <a:r>
              <a:rPr lang="zh-CN" altLang="en-US" dirty="0"/>
              <a:t>插数 </a:t>
            </a:r>
            <a:r>
              <a:rPr lang="en-US" altLang="zh-CN" dirty="0"/>
              <a:t>-&gt; </a:t>
            </a:r>
            <a:r>
              <a:rPr lang="zh-CN" altLang="en-US" dirty="0"/>
              <a:t>查询 </a:t>
            </a:r>
            <a:r>
              <a:rPr lang="en-US" altLang="zh-CN" dirty="0"/>
              <a:t>-&gt; </a:t>
            </a:r>
            <a:r>
              <a:rPr lang="zh-CN" altLang="en-US" dirty="0"/>
              <a:t>规则拦截）</a:t>
            </a:r>
            <a:endParaRPr lang="en-US" altLang="zh-CN" dirty="0"/>
          </a:p>
          <a:p>
            <a:pPr lvl="1"/>
            <a:r>
              <a:rPr lang="zh-CN" altLang="en-US" dirty="0"/>
              <a:t>后续可以继续探讨数据库和实验设备的接口，实现全流程闭环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301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780418" y="3507040"/>
            <a:ext cx="2631160" cy="1345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8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2362</TotalTime>
  <Words>416</Words>
  <Application>Microsoft Macintosh PowerPoint</Application>
  <PresentationFormat>宽屏</PresentationFormat>
  <Paragraphs>56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 Ze</dc:creator>
  <cp:lastModifiedBy>Weile Mo</cp:lastModifiedBy>
  <cp:revision>49</cp:revision>
  <dcterms:created xsi:type="dcterms:W3CDTF">2021-11-08T16:57:00Z</dcterms:created>
  <dcterms:modified xsi:type="dcterms:W3CDTF">2026-03-31T06:13:20Z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298F6ECC9544488083CA2DA3FD3BCEF3_13</vt:lpwstr>
  </property>
  <property fmtid="{D5CDD505-2E9C-101B-9397-08002B2CF9AE}" pid="3" name="KSOProductBuildVer">
    <vt:lpwstr>2052-12.1.0.23542</vt:lpwstr>
  </property>
</Properties>
</file>